
<file path=[Content_Types].xml><?xml version="1.0" encoding="utf-8"?>
<Types xmlns="http://schemas.openxmlformats.org/package/2006/content-types">
  <Default Extension="bin" ContentType="image/unknown"/>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ppt/ink/ink2.xml" ContentType="application/inkml+xml"/>
  <Override PartName="/ppt/notesSlides/notesSlide2.xml" ContentType="application/vnd.openxmlformats-officedocument.presentationml.notesSlide+xml"/>
  <Override PartName="/ppt/ink/ink3.xml" ContentType="application/inkml+xml"/>
  <Override PartName="/ppt/notesSlides/notesSlide3.xml" ContentType="application/vnd.openxmlformats-officedocument.presentationml.notesSlide+xml"/>
  <Override PartName="/ppt/ink/ink4.xml" ContentType="application/inkml+xml"/>
  <Override PartName="/ppt/notesSlides/notesSlide4.xml" ContentType="application/vnd.openxmlformats-officedocument.presentationml.notesSlide+xml"/>
  <Override PartName="/ppt/ink/ink5.xml" ContentType="application/inkml+xml"/>
  <Override PartName="/ppt/notesSlides/notesSlide5.xml" ContentType="application/vnd.openxmlformats-officedocument.presentationml.notesSlide+xml"/>
  <Override PartName="/ppt/ink/ink6.xml" ContentType="application/inkml+xml"/>
  <Override PartName="/ppt/notesSlides/notesSlide6.xml" ContentType="application/vnd.openxmlformats-officedocument.presentationml.notesSlide+xml"/>
  <Override PartName="/ppt/ink/ink7.xml" ContentType="application/inkml+xml"/>
  <Override PartName="/ppt/notesSlides/notesSlide7.xml" ContentType="application/vnd.openxmlformats-officedocument.presentationml.notesSlide+xml"/>
  <Override PartName="/ppt/ink/ink8.xml" ContentType="application/inkml+xml"/>
  <Override PartName="/ppt/notesSlides/notesSlide8.xml" ContentType="application/vnd.openxmlformats-officedocument.presentationml.notesSlide+xml"/>
  <Override PartName="/ppt/ink/ink9.xml" ContentType="application/inkml+xml"/>
  <Override PartName="/ppt/notesSlides/notesSlide9.xml" ContentType="application/vnd.openxmlformats-officedocument.presentationml.notesSlide+xml"/>
  <Override PartName="/ppt/ink/ink10.xml" ContentType="application/inkml+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ink/ink11.xml" ContentType="application/inkml+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ink/ink12.xml" ContentType="application/inkml+xml"/>
  <Override PartName="/ppt/notesSlides/notesSlide12.xml" ContentType="application/vnd.openxmlformats-officedocument.presentationml.notesSlide+xml"/>
  <Override PartName="/ppt/ink/ink13.xml" ContentType="application/inkml+xml"/>
  <Override PartName="/ppt/notesSlides/notesSlide13.xml" ContentType="application/vnd.openxmlformats-officedocument.presentationml.notesSlide+xml"/>
  <Override PartName="/ppt/ink/ink14.xml" ContentType="application/inkml+xml"/>
  <Override PartName="/ppt/notesSlides/notesSlide14.xml" ContentType="application/vnd.openxmlformats-officedocument.presentationml.notesSlide+xml"/>
  <Override PartName="/ppt/ink/ink15.xml" ContentType="application/inkml+xml"/>
  <Override PartName="/ppt/notesSlides/notesSlide15.xml" ContentType="application/vnd.openxmlformats-officedocument.presentationml.notesSlide+xml"/>
  <Override PartName="/ppt/ink/ink16.xml" ContentType="application/inkml+xml"/>
  <Override PartName="/ppt/notesSlides/notesSlide16.xml" ContentType="application/vnd.openxmlformats-officedocument.presentationml.notesSlide+xml"/>
  <Override PartName="/ppt/ink/ink17.xml" ContentType="application/inkml+xml"/>
  <Override PartName="/ppt/notesSlides/notesSlide17.xml" ContentType="application/vnd.openxmlformats-officedocument.presentationml.notesSlide+xml"/>
  <Override PartName="/ppt/ink/ink18.xml" ContentType="application/inkml+xml"/>
  <Override PartName="/ppt/notesSlides/notesSlide18.xml" ContentType="application/vnd.openxmlformats-officedocument.presentationml.notesSlide+xml"/>
  <Override PartName="/ppt/ink/ink19.xml" ContentType="application/inkml+xml"/>
  <Override PartName="/ppt/notesSlides/notesSlide19.xml" ContentType="application/vnd.openxmlformats-officedocument.presentationml.notesSlide+xml"/>
  <Override PartName="/ppt/ink/ink20.xml" ContentType="application/inkml+xml"/>
  <Override PartName="/ppt/ink/ink21.xml" ContentType="application/inkml+xml"/>
  <Override PartName="/ppt/notesSlides/notesSlide20.xml" ContentType="application/vnd.openxmlformats-officedocument.presentationml.notesSlide+xml"/>
  <Override PartName="/ppt/ink/ink22.xml" ContentType="application/inkml+xml"/>
  <Override PartName="/ppt/notesSlides/notesSlide21.xml" ContentType="application/vnd.openxmlformats-officedocument.presentationml.notesSlide+xml"/>
  <Override PartName="/ppt/ink/ink23.xml" ContentType="application/inkml+xml"/>
  <Override PartName="/ppt/notesSlides/notesSlide22.xml" ContentType="application/vnd.openxmlformats-officedocument.presentationml.notesSlide+xml"/>
  <Override PartName="/ppt/ink/ink24.xml" ContentType="application/inkml+xml"/>
  <Override PartName="/ppt/notesSlides/notesSlide23.xml" ContentType="application/vnd.openxmlformats-officedocument.presentationml.notesSlide+xml"/>
  <Override PartName="/ppt/ink/ink25.xml" ContentType="application/inkml+xml"/>
  <Override PartName="/ppt/notesSlides/notesSlide24.xml" ContentType="application/vnd.openxmlformats-officedocument.presentationml.notesSlide+xml"/>
  <Override PartName="/ppt/ink/ink26.xml" ContentType="application/inkml+xml"/>
  <Override PartName="/ppt/notesSlides/notesSlide25.xml" ContentType="application/vnd.openxmlformats-officedocument.presentationml.notesSlide+xml"/>
  <Override PartName="/ppt/ink/ink27.xml" ContentType="application/inkml+xml"/>
  <Override PartName="/ppt/notesSlides/notesSlide26.xml" ContentType="application/vnd.openxmlformats-officedocument.presentationml.notesSlide+xml"/>
  <Override PartName="/ppt/ink/ink28.xml" ContentType="application/inkml+xml"/>
  <Override PartName="/ppt/notesSlides/notesSlide27.xml" ContentType="application/vnd.openxmlformats-officedocument.presentationml.notesSlide+xml"/>
  <Override PartName="/ppt/ink/ink29.xml" ContentType="application/inkml+xml"/>
  <Override PartName="/ppt/notesSlides/notesSlide28.xml" ContentType="application/vnd.openxmlformats-officedocument.presentationml.notesSlide+xml"/>
  <Override PartName="/ppt/ink/ink30.xml" ContentType="application/inkml+xml"/>
  <Override PartName="/ppt/notesSlides/notesSlide29.xml" ContentType="application/vnd.openxmlformats-officedocument.presentationml.notesSlide+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notesSlides/notesSlide30.xml" ContentType="application/vnd.openxmlformats-officedocument.presentationml.notesSlide+xml"/>
  <Override PartName="/ppt/ink/ink43.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sldIdLst>
    <p:sldId id="353" r:id="rId2"/>
    <p:sldId id="322" r:id="rId3"/>
    <p:sldId id="328" r:id="rId4"/>
    <p:sldId id="343" r:id="rId5"/>
    <p:sldId id="329" r:id="rId6"/>
    <p:sldId id="345" r:id="rId7"/>
    <p:sldId id="330" r:id="rId8"/>
    <p:sldId id="342" r:id="rId9"/>
    <p:sldId id="331" r:id="rId10"/>
    <p:sldId id="386" r:id="rId11"/>
    <p:sldId id="314" r:id="rId12"/>
    <p:sldId id="308" r:id="rId13"/>
    <p:sldId id="310" r:id="rId14"/>
    <p:sldId id="303" r:id="rId15"/>
    <p:sldId id="352" r:id="rId16"/>
    <p:sldId id="358" r:id="rId17"/>
    <p:sldId id="359" r:id="rId18"/>
    <p:sldId id="368" r:id="rId19"/>
    <p:sldId id="354" r:id="rId20"/>
    <p:sldId id="363" r:id="rId21"/>
    <p:sldId id="355" r:id="rId22"/>
    <p:sldId id="365" r:id="rId23"/>
    <p:sldId id="367" r:id="rId24"/>
    <p:sldId id="366" r:id="rId25"/>
    <p:sldId id="356" r:id="rId26"/>
    <p:sldId id="357" r:id="rId27"/>
    <p:sldId id="360" r:id="rId28"/>
    <p:sldId id="387" r:id="rId29"/>
    <p:sldId id="316" r:id="rId30"/>
    <p:sldId id="362" r:id="rId31"/>
    <p:sldId id="389"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1E5F5"/>
    <a:srgbClr val="F0AA3C"/>
    <a:srgbClr val="F0AA1F"/>
    <a:srgbClr val="FFC000"/>
    <a:srgbClr val="FFFF00"/>
    <a:srgbClr val="7030A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AC0481-1E68-4AFF-BCC2-FBE4D3CA378A}" v="1" dt="2025-04-20T22:33:48.4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262" autoAdjust="0"/>
  </p:normalViewPr>
  <p:slideViewPr>
    <p:cSldViewPr snapToGrid="0">
      <p:cViewPr varScale="1">
        <p:scale>
          <a:sx n="93" d="100"/>
          <a:sy n="93" d="100"/>
        </p:scale>
        <p:origin x="123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F987733-516A-4390-96F9-7D0453F7F16A}"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en-US"/>
        </a:p>
      </dgm:t>
    </dgm:pt>
    <dgm:pt modelId="{58E7FE90-773C-4277-B070-AA492F5C0564}">
      <dgm:prSet phldrT="[Text]" phldr="0"/>
      <dgm:spPr/>
      <dgm:t>
        <a:bodyPr/>
        <a:lstStyle/>
        <a:p>
          <a:pPr rtl="0"/>
          <a:r>
            <a:rPr lang="en-US" dirty="0">
              <a:latin typeface="Aptos Display" panose="020F0302020204030204"/>
            </a:rPr>
            <a:t>7.125-8.5 GHz</a:t>
          </a:r>
          <a:endParaRPr lang="en-US" dirty="0"/>
        </a:p>
      </dgm:t>
    </dgm:pt>
    <dgm:pt modelId="{C1D7BAE8-7827-469D-A42B-B02517CA89EF}" type="parTrans" cxnId="{C0263661-E365-40E2-9F8D-C564E8971F72}">
      <dgm:prSet/>
      <dgm:spPr/>
      <dgm:t>
        <a:bodyPr/>
        <a:lstStyle/>
        <a:p>
          <a:endParaRPr lang="en-US"/>
        </a:p>
      </dgm:t>
    </dgm:pt>
    <dgm:pt modelId="{0B9E51D3-857A-4F91-80B2-8D087CE06E3B}" type="sibTrans" cxnId="{C0263661-E365-40E2-9F8D-C564E8971F72}">
      <dgm:prSet/>
      <dgm:spPr/>
      <dgm:t>
        <a:bodyPr/>
        <a:lstStyle/>
        <a:p>
          <a:endParaRPr lang="en-US"/>
        </a:p>
      </dgm:t>
    </dgm:pt>
    <dgm:pt modelId="{6295447A-F93D-4CA4-8E3F-9DB69D6150A6}">
      <dgm:prSet phldrT="[Text]" phldr="0"/>
      <dgm:spPr/>
      <dgm:t>
        <a:bodyPr/>
        <a:lstStyle/>
        <a:p>
          <a:pPr rtl="0"/>
          <a:r>
            <a:rPr lang="en-US" dirty="0">
              <a:latin typeface="Aptos Display" panose="020F0302020204030204"/>
            </a:rPr>
            <a:t>Federal Fixed</a:t>
          </a:r>
          <a:endParaRPr lang="en-US" dirty="0"/>
        </a:p>
      </dgm:t>
    </dgm:pt>
    <dgm:pt modelId="{D6CD3AF6-9117-41D1-A7E1-D97A67F34092}" type="parTrans" cxnId="{99DF2C48-7D37-45A1-8B0B-392460B0C289}">
      <dgm:prSet/>
      <dgm:spPr/>
      <dgm:t>
        <a:bodyPr/>
        <a:lstStyle/>
        <a:p>
          <a:endParaRPr lang="en-US"/>
        </a:p>
      </dgm:t>
    </dgm:pt>
    <dgm:pt modelId="{BCA76785-7995-4B13-BB43-493166BF03A9}" type="sibTrans" cxnId="{99DF2C48-7D37-45A1-8B0B-392460B0C289}">
      <dgm:prSet/>
      <dgm:spPr/>
      <dgm:t>
        <a:bodyPr/>
        <a:lstStyle/>
        <a:p>
          <a:endParaRPr lang="en-US"/>
        </a:p>
      </dgm:t>
    </dgm:pt>
    <dgm:pt modelId="{AB2F7AB9-DBE2-4BF8-BA80-0294A43E003D}">
      <dgm:prSet phldrT="[Text]" phldr="0"/>
      <dgm:spPr/>
      <dgm:t>
        <a:bodyPr/>
        <a:lstStyle/>
        <a:p>
          <a:pPr rtl="0"/>
          <a:r>
            <a:rPr lang="en-US" dirty="0">
              <a:latin typeface="Aptos Display" panose="020F0302020204030204"/>
            </a:rPr>
            <a:t>Federal Fixed satellite </a:t>
          </a:r>
          <a:endParaRPr lang="en-US" dirty="0"/>
        </a:p>
      </dgm:t>
    </dgm:pt>
    <dgm:pt modelId="{B409589C-7513-4E80-A25A-6C8B036028A3}" type="parTrans" cxnId="{E4D5F301-6B1E-4209-946C-CAD6A27EB2BD}">
      <dgm:prSet/>
      <dgm:spPr/>
      <dgm:t>
        <a:bodyPr/>
        <a:lstStyle/>
        <a:p>
          <a:endParaRPr lang="en-US"/>
        </a:p>
      </dgm:t>
    </dgm:pt>
    <dgm:pt modelId="{E04B37AC-6539-457D-B484-766D511A5A99}" type="sibTrans" cxnId="{E4D5F301-6B1E-4209-946C-CAD6A27EB2BD}">
      <dgm:prSet/>
      <dgm:spPr/>
      <dgm:t>
        <a:bodyPr/>
        <a:lstStyle/>
        <a:p>
          <a:endParaRPr lang="en-US"/>
        </a:p>
      </dgm:t>
    </dgm:pt>
    <dgm:pt modelId="{4BC3EF6A-F966-4948-BED4-954E93369C86}">
      <dgm:prSet phldrT="[Text]" phldr="0"/>
      <dgm:spPr/>
      <dgm:t>
        <a:bodyPr/>
        <a:lstStyle/>
        <a:p>
          <a:pPr rtl="0"/>
          <a:r>
            <a:rPr lang="en-US" dirty="0">
              <a:latin typeface="Aptos Display" panose="020F0302020204030204"/>
            </a:rPr>
            <a:t>10.7-13.25 GHz</a:t>
          </a:r>
          <a:endParaRPr lang="en-US" dirty="0"/>
        </a:p>
      </dgm:t>
    </dgm:pt>
    <dgm:pt modelId="{3957501C-4426-4E41-B621-30033BE7F7C9}" type="parTrans" cxnId="{83F3C27D-EEA2-4914-B55A-EA3AA01CF759}">
      <dgm:prSet/>
      <dgm:spPr/>
      <dgm:t>
        <a:bodyPr/>
        <a:lstStyle/>
        <a:p>
          <a:endParaRPr lang="en-US"/>
        </a:p>
      </dgm:t>
    </dgm:pt>
    <dgm:pt modelId="{41ADF066-2C66-483A-A759-05B47C96C580}" type="sibTrans" cxnId="{83F3C27D-EEA2-4914-B55A-EA3AA01CF759}">
      <dgm:prSet/>
      <dgm:spPr/>
      <dgm:t>
        <a:bodyPr/>
        <a:lstStyle/>
        <a:p>
          <a:endParaRPr lang="en-US"/>
        </a:p>
      </dgm:t>
    </dgm:pt>
    <dgm:pt modelId="{CE2B4253-C3E1-4731-B4CC-76F8236EC316}">
      <dgm:prSet phldrT="[Text]" phldr="0"/>
      <dgm:spPr/>
      <dgm:t>
        <a:bodyPr/>
        <a:lstStyle/>
        <a:p>
          <a:pPr rtl="0"/>
          <a:r>
            <a:rPr lang="en-US" dirty="0">
              <a:latin typeface="Aptos Display" panose="020F0302020204030204"/>
            </a:rPr>
            <a:t> Non-Federal Satellite Services</a:t>
          </a:r>
          <a:endParaRPr lang="en-US" dirty="0"/>
        </a:p>
      </dgm:t>
    </dgm:pt>
    <dgm:pt modelId="{9BCE16CB-65BA-4842-93F0-5AF22602C597}" type="parTrans" cxnId="{25242545-1453-43CA-B8C2-BB01BD3C47B9}">
      <dgm:prSet/>
      <dgm:spPr/>
      <dgm:t>
        <a:bodyPr/>
        <a:lstStyle/>
        <a:p>
          <a:endParaRPr lang="en-US"/>
        </a:p>
      </dgm:t>
    </dgm:pt>
    <dgm:pt modelId="{D426D449-070B-4094-86F8-A132D323F4A5}" type="sibTrans" cxnId="{25242545-1453-43CA-B8C2-BB01BD3C47B9}">
      <dgm:prSet/>
      <dgm:spPr/>
      <dgm:t>
        <a:bodyPr/>
        <a:lstStyle/>
        <a:p>
          <a:endParaRPr lang="en-US"/>
        </a:p>
      </dgm:t>
    </dgm:pt>
    <dgm:pt modelId="{439861CB-3620-4399-A9B4-B5280C7C8035}">
      <dgm:prSet phldrT="[Text]" phldr="0"/>
      <dgm:spPr/>
      <dgm:t>
        <a:bodyPr/>
        <a:lstStyle/>
        <a:p>
          <a:pPr rtl="0"/>
          <a:r>
            <a:rPr lang="en-US" dirty="0">
              <a:latin typeface="Aptos Display" panose="020F0302020204030204"/>
            </a:rPr>
            <a:t>14.0-14.2 GHz</a:t>
          </a:r>
          <a:endParaRPr lang="en-US" dirty="0"/>
        </a:p>
      </dgm:t>
    </dgm:pt>
    <dgm:pt modelId="{D6217EF7-CB8B-4015-BDD8-E927E699E2BB}" type="parTrans" cxnId="{D774F2C3-20D6-4A76-8A16-1405233A131A}">
      <dgm:prSet/>
      <dgm:spPr/>
      <dgm:t>
        <a:bodyPr/>
        <a:lstStyle/>
        <a:p>
          <a:endParaRPr lang="en-US"/>
        </a:p>
      </dgm:t>
    </dgm:pt>
    <dgm:pt modelId="{50A1D706-F27B-474E-B136-2D6ACA0C4D32}" type="sibTrans" cxnId="{D774F2C3-20D6-4A76-8A16-1405233A131A}">
      <dgm:prSet/>
      <dgm:spPr/>
      <dgm:t>
        <a:bodyPr/>
        <a:lstStyle/>
        <a:p>
          <a:endParaRPr lang="en-US"/>
        </a:p>
      </dgm:t>
    </dgm:pt>
    <dgm:pt modelId="{61D9E6E9-C9C5-4151-A2EE-DEE95875ECA3}">
      <dgm:prSet phldrT="[Text]" phldr="0"/>
      <dgm:spPr/>
      <dgm:t>
        <a:bodyPr/>
        <a:lstStyle/>
        <a:p>
          <a:pPr rtl="0"/>
          <a:r>
            <a:rPr lang="en-US" dirty="0">
              <a:latin typeface="Aptos Display" panose="020F0302020204030204"/>
            </a:rPr>
            <a:t>17.8-18.6 GHz and 18.8-20.2 GHz</a:t>
          </a:r>
          <a:endParaRPr lang="en-US" dirty="0"/>
        </a:p>
      </dgm:t>
    </dgm:pt>
    <dgm:pt modelId="{0AB3D15E-0C83-4953-965D-87CF8F2C5935}" type="parTrans" cxnId="{8E85B3E7-5968-4D58-AE4F-82919388985F}">
      <dgm:prSet/>
      <dgm:spPr/>
      <dgm:t>
        <a:bodyPr/>
        <a:lstStyle/>
        <a:p>
          <a:endParaRPr lang="en-US"/>
        </a:p>
      </dgm:t>
    </dgm:pt>
    <dgm:pt modelId="{6494C175-6DFA-44AB-9F62-E81339E5D77F}" type="sibTrans" cxnId="{8E85B3E7-5968-4D58-AE4F-82919388985F}">
      <dgm:prSet/>
      <dgm:spPr/>
      <dgm:t>
        <a:bodyPr/>
        <a:lstStyle/>
        <a:p>
          <a:endParaRPr lang="en-US"/>
        </a:p>
      </dgm:t>
    </dgm:pt>
    <dgm:pt modelId="{93E42A0D-D807-455F-93A7-66E0DE82A684}">
      <dgm:prSet phldrT="[Text]" phldr="0"/>
      <dgm:spPr/>
      <dgm:t>
        <a:bodyPr/>
        <a:lstStyle/>
        <a:p>
          <a:pPr rtl="0"/>
          <a:r>
            <a:rPr lang="en-US" dirty="0">
              <a:latin typeface="Aptos Display" panose="020F0302020204030204"/>
            </a:rPr>
            <a:t> Federal Satellite</a:t>
          </a:r>
          <a:endParaRPr lang="en-US" dirty="0"/>
        </a:p>
      </dgm:t>
    </dgm:pt>
    <dgm:pt modelId="{9B2108FB-5DF9-44DC-93EB-2C96ABB67C6E}" type="parTrans" cxnId="{55E31C41-C0A7-4993-AE22-88F7B646CD73}">
      <dgm:prSet/>
      <dgm:spPr/>
      <dgm:t>
        <a:bodyPr/>
        <a:lstStyle/>
        <a:p>
          <a:endParaRPr lang="en-US"/>
        </a:p>
      </dgm:t>
    </dgm:pt>
    <dgm:pt modelId="{FB76A059-8FAB-4E21-8D93-AC31787E60C0}" type="sibTrans" cxnId="{55E31C41-C0A7-4993-AE22-88F7B646CD73}">
      <dgm:prSet/>
      <dgm:spPr/>
      <dgm:t>
        <a:bodyPr/>
        <a:lstStyle/>
        <a:p>
          <a:endParaRPr lang="en-US"/>
        </a:p>
      </dgm:t>
    </dgm:pt>
    <dgm:pt modelId="{92B924EC-6775-45C3-86BD-3E7F80E3469F}">
      <dgm:prSet phldr="0"/>
      <dgm:spPr/>
      <dgm:t>
        <a:bodyPr/>
        <a:lstStyle/>
        <a:p>
          <a:pPr rtl="0"/>
          <a:r>
            <a:rPr lang="en-US" dirty="0">
              <a:latin typeface="Aptos Display" panose="020F0302020204030204"/>
            </a:rPr>
            <a:t> Additional analysis need to be done with regard to commercial satellite</a:t>
          </a:r>
        </a:p>
      </dgm:t>
    </dgm:pt>
    <dgm:pt modelId="{204E06E6-253E-4318-A7D7-34375E233FE2}" type="parTrans" cxnId="{86D11A40-3AB8-4932-845C-9DD2E2526723}">
      <dgm:prSet/>
      <dgm:spPr/>
    </dgm:pt>
    <dgm:pt modelId="{4A737477-1B15-438C-A261-5FE668ABF1B0}" type="sibTrans" cxnId="{86D11A40-3AB8-4932-845C-9DD2E2526723}">
      <dgm:prSet/>
      <dgm:spPr/>
    </dgm:pt>
    <dgm:pt modelId="{0B89508D-08F0-4F5C-8733-C213B010EFC3}">
      <dgm:prSet phldr="0"/>
      <dgm:spPr/>
      <dgm:t>
        <a:bodyPr/>
        <a:lstStyle/>
        <a:p>
          <a:pPr rtl="0"/>
          <a:r>
            <a:rPr lang="en-US" dirty="0">
              <a:latin typeface="Aptos Display" panose="020F0302020204030204"/>
            </a:rPr>
            <a:t>Federal Mobile Satellite</a:t>
          </a:r>
        </a:p>
      </dgm:t>
    </dgm:pt>
    <dgm:pt modelId="{0E303001-18AC-4110-8FF4-B58AEF5502B1}" type="parTrans" cxnId="{7D9FD242-39F9-46A4-8C3F-5F6B99F12EBF}">
      <dgm:prSet/>
      <dgm:spPr/>
    </dgm:pt>
    <dgm:pt modelId="{DD9090C8-C30D-4EEB-8673-98130A3DC343}" type="sibTrans" cxnId="{7D9FD242-39F9-46A4-8C3F-5F6B99F12EBF}">
      <dgm:prSet/>
      <dgm:spPr/>
    </dgm:pt>
    <dgm:pt modelId="{24598915-A66A-462C-99B0-BFC1DD87B335}">
      <dgm:prSet phldr="0"/>
      <dgm:spPr/>
      <dgm:t>
        <a:bodyPr/>
        <a:lstStyle/>
        <a:p>
          <a:pPr rtl="0"/>
          <a:r>
            <a:rPr lang="en-US" dirty="0">
              <a:latin typeface="Aptos Display" panose="020F0302020204030204"/>
            </a:rPr>
            <a:t>Space Research</a:t>
          </a:r>
        </a:p>
      </dgm:t>
    </dgm:pt>
    <dgm:pt modelId="{4B2AC209-7316-4674-87A4-37DA2202E4AB}" type="parTrans" cxnId="{C07D8EA4-F70C-40B1-98D9-5C01A3AB619E}">
      <dgm:prSet/>
      <dgm:spPr/>
    </dgm:pt>
    <dgm:pt modelId="{3723221E-18E9-4CDE-A7F8-31EE28BCE08F}" type="sibTrans" cxnId="{C07D8EA4-F70C-40B1-98D9-5C01A3AB619E}">
      <dgm:prSet/>
      <dgm:spPr/>
    </dgm:pt>
    <dgm:pt modelId="{7DD667BD-6B50-4317-80BE-C6C5D0F35C9E}" type="pres">
      <dgm:prSet presAssocID="{1F987733-516A-4390-96F9-7D0453F7F16A}" presName="Name0" presStyleCnt="0">
        <dgm:presLayoutVars>
          <dgm:dir/>
          <dgm:animLvl val="lvl"/>
          <dgm:resizeHandles val="exact"/>
        </dgm:presLayoutVars>
      </dgm:prSet>
      <dgm:spPr/>
    </dgm:pt>
    <dgm:pt modelId="{227F2510-CAE6-4A7D-AB76-2EDB91636D63}" type="pres">
      <dgm:prSet presAssocID="{58E7FE90-773C-4277-B070-AA492F5C0564}" presName="composite" presStyleCnt="0"/>
      <dgm:spPr/>
    </dgm:pt>
    <dgm:pt modelId="{A94FE0C0-764C-494C-8165-1C0E5E80B601}" type="pres">
      <dgm:prSet presAssocID="{58E7FE90-773C-4277-B070-AA492F5C0564}" presName="parTx" presStyleLbl="alignNode1" presStyleIdx="0" presStyleCnt="4">
        <dgm:presLayoutVars>
          <dgm:chMax val="0"/>
          <dgm:chPref val="0"/>
          <dgm:bulletEnabled val="1"/>
        </dgm:presLayoutVars>
      </dgm:prSet>
      <dgm:spPr/>
    </dgm:pt>
    <dgm:pt modelId="{07C63FAE-E059-4567-99D0-AB8BA388C571}" type="pres">
      <dgm:prSet presAssocID="{58E7FE90-773C-4277-B070-AA492F5C0564}" presName="desTx" presStyleLbl="alignAccFollowNode1" presStyleIdx="0" presStyleCnt="4">
        <dgm:presLayoutVars>
          <dgm:bulletEnabled val="1"/>
        </dgm:presLayoutVars>
      </dgm:prSet>
      <dgm:spPr/>
    </dgm:pt>
    <dgm:pt modelId="{381B116D-5109-4D66-9D18-061F02F008E3}" type="pres">
      <dgm:prSet presAssocID="{0B9E51D3-857A-4F91-80B2-8D087CE06E3B}" presName="space" presStyleCnt="0"/>
      <dgm:spPr/>
    </dgm:pt>
    <dgm:pt modelId="{E82BA851-FBDE-4F44-82F3-0B2743956263}" type="pres">
      <dgm:prSet presAssocID="{4BC3EF6A-F966-4948-BED4-954E93369C86}" presName="composite" presStyleCnt="0"/>
      <dgm:spPr/>
    </dgm:pt>
    <dgm:pt modelId="{40CD1BBC-786D-4320-A5DA-E03A03C5E262}" type="pres">
      <dgm:prSet presAssocID="{4BC3EF6A-F966-4948-BED4-954E93369C86}" presName="parTx" presStyleLbl="alignNode1" presStyleIdx="1" presStyleCnt="4">
        <dgm:presLayoutVars>
          <dgm:chMax val="0"/>
          <dgm:chPref val="0"/>
          <dgm:bulletEnabled val="1"/>
        </dgm:presLayoutVars>
      </dgm:prSet>
      <dgm:spPr/>
    </dgm:pt>
    <dgm:pt modelId="{8164CE76-FB56-4271-904F-7778A2505067}" type="pres">
      <dgm:prSet presAssocID="{4BC3EF6A-F966-4948-BED4-954E93369C86}" presName="desTx" presStyleLbl="alignAccFollowNode1" presStyleIdx="1" presStyleCnt="4">
        <dgm:presLayoutVars>
          <dgm:bulletEnabled val="1"/>
        </dgm:presLayoutVars>
      </dgm:prSet>
      <dgm:spPr/>
    </dgm:pt>
    <dgm:pt modelId="{C4269125-1180-4BD1-A85B-63C839BF5C7E}" type="pres">
      <dgm:prSet presAssocID="{41ADF066-2C66-483A-A759-05B47C96C580}" presName="space" presStyleCnt="0"/>
      <dgm:spPr/>
    </dgm:pt>
    <dgm:pt modelId="{ECB6B968-EAEC-48C3-8F11-84D712018FDC}" type="pres">
      <dgm:prSet presAssocID="{439861CB-3620-4399-A9B4-B5280C7C8035}" presName="composite" presStyleCnt="0"/>
      <dgm:spPr/>
    </dgm:pt>
    <dgm:pt modelId="{346F65D5-0FD3-4DA2-9A94-3C98F849E18A}" type="pres">
      <dgm:prSet presAssocID="{439861CB-3620-4399-A9B4-B5280C7C8035}" presName="parTx" presStyleLbl="alignNode1" presStyleIdx="2" presStyleCnt="4">
        <dgm:presLayoutVars>
          <dgm:chMax val="0"/>
          <dgm:chPref val="0"/>
          <dgm:bulletEnabled val="1"/>
        </dgm:presLayoutVars>
      </dgm:prSet>
      <dgm:spPr/>
    </dgm:pt>
    <dgm:pt modelId="{23AE6724-BC95-4390-931A-986EF15B92E3}" type="pres">
      <dgm:prSet presAssocID="{439861CB-3620-4399-A9B4-B5280C7C8035}" presName="desTx" presStyleLbl="alignAccFollowNode1" presStyleIdx="2" presStyleCnt="4">
        <dgm:presLayoutVars>
          <dgm:bulletEnabled val="1"/>
        </dgm:presLayoutVars>
      </dgm:prSet>
      <dgm:spPr/>
    </dgm:pt>
    <dgm:pt modelId="{C5FA64A7-2E11-4801-BBD3-62453167EC9F}" type="pres">
      <dgm:prSet presAssocID="{50A1D706-F27B-474E-B136-2D6ACA0C4D32}" presName="space" presStyleCnt="0"/>
      <dgm:spPr/>
    </dgm:pt>
    <dgm:pt modelId="{3559823D-312E-4348-9D73-1B793C3C6DAC}" type="pres">
      <dgm:prSet presAssocID="{61D9E6E9-C9C5-4151-A2EE-DEE95875ECA3}" presName="composite" presStyleCnt="0"/>
      <dgm:spPr/>
    </dgm:pt>
    <dgm:pt modelId="{20479D44-120C-4695-97AC-B65241B12F41}" type="pres">
      <dgm:prSet presAssocID="{61D9E6E9-C9C5-4151-A2EE-DEE95875ECA3}" presName="parTx" presStyleLbl="alignNode1" presStyleIdx="3" presStyleCnt="4">
        <dgm:presLayoutVars>
          <dgm:chMax val="0"/>
          <dgm:chPref val="0"/>
          <dgm:bulletEnabled val="1"/>
        </dgm:presLayoutVars>
      </dgm:prSet>
      <dgm:spPr/>
    </dgm:pt>
    <dgm:pt modelId="{5A7780B8-2F0F-4904-A964-3150E11F2ECE}" type="pres">
      <dgm:prSet presAssocID="{61D9E6E9-C9C5-4151-A2EE-DEE95875ECA3}" presName="desTx" presStyleLbl="alignAccFollowNode1" presStyleIdx="3" presStyleCnt="4">
        <dgm:presLayoutVars>
          <dgm:bulletEnabled val="1"/>
        </dgm:presLayoutVars>
      </dgm:prSet>
      <dgm:spPr/>
    </dgm:pt>
  </dgm:ptLst>
  <dgm:cxnLst>
    <dgm:cxn modelId="{E4D5F301-6B1E-4209-946C-CAD6A27EB2BD}" srcId="{58E7FE90-773C-4277-B070-AA492F5C0564}" destId="{AB2F7AB9-DBE2-4BF8-BA80-0294A43E003D}" srcOrd="1" destOrd="0" parTransId="{B409589C-7513-4E80-A25A-6C8B036028A3}" sibTransId="{E04B37AC-6539-457D-B484-766D511A5A99}"/>
    <dgm:cxn modelId="{13DB4C09-2A20-4341-BD7C-65EDC31516BC}" type="presOf" srcId="{1F987733-516A-4390-96F9-7D0453F7F16A}" destId="{7DD667BD-6B50-4317-80BE-C6C5D0F35C9E}" srcOrd="0" destOrd="0" presId="urn:microsoft.com/office/officeart/2005/8/layout/hList1"/>
    <dgm:cxn modelId="{81613217-C6A4-4918-A420-022D2D136440}" type="presOf" srcId="{4BC3EF6A-F966-4948-BED4-954E93369C86}" destId="{40CD1BBC-786D-4320-A5DA-E03A03C5E262}" srcOrd="0" destOrd="0" presId="urn:microsoft.com/office/officeart/2005/8/layout/hList1"/>
    <dgm:cxn modelId="{86D11A40-3AB8-4932-845C-9DD2E2526723}" srcId="{61D9E6E9-C9C5-4151-A2EE-DEE95875ECA3}" destId="{92B924EC-6775-45C3-86BD-3E7F80E3469F}" srcOrd="1" destOrd="0" parTransId="{204E06E6-253E-4318-A7D7-34375E233FE2}" sibTransId="{4A737477-1B15-438C-A261-5FE668ABF1B0}"/>
    <dgm:cxn modelId="{55E31C41-C0A7-4993-AE22-88F7B646CD73}" srcId="{61D9E6E9-C9C5-4151-A2EE-DEE95875ECA3}" destId="{93E42A0D-D807-455F-93A7-66E0DE82A684}" srcOrd="0" destOrd="0" parTransId="{9B2108FB-5DF9-44DC-93EB-2C96ABB67C6E}" sibTransId="{FB76A059-8FAB-4E21-8D93-AC31787E60C0}"/>
    <dgm:cxn modelId="{C0263661-E365-40E2-9F8D-C564E8971F72}" srcId="{1F987733-516A-4390-96F9-7D0453F7F16A}" destId="{58E7FE90-773C-4277-B070-AA492F5C0564}" srcOrd="0" destOrd="0" parTransId="{C1D7BAE8-7827-469D-A42B-B02517CA89EF}" sibTransId="{0B9E51D3-857A-4F91-80B2-8D087CE06E3B}"/>
    <dgm:cxn modelId="{7D9FD242-39F9-46A4-8C3F-5F6B99F12EBF}" srcId="{58E7FE90-773C-4277-B070-AA492F5C0564}" destId="{0B89508D-08F0-4F5C-8733-C213B010EFC3}" srcOrd="2" destOrd="0" parTransId="{0E303001-18AC-4110-8FF4-B58AEF5502B1}" sibTransId="{DD9090C8-C30D-4EEB-8673-98130A3DC343}"/>
    <dgm:cxn modelId="{25242545-1453-43CA-B8C2-BB01BD3C47B9}" srcId="{4BC3EF6A-F966-4948-BED4-954E93369C86}" destId="{CE2B4253-C3E1-4731-B4CC-76F8236EC316}" srcOrd="0" destOrd="0" parTransId="{9BCE16CB-65BA-4842-93F0-5AF22602C597}" sibTransId="{D426D449-070B-4094-86F8-A132D323F4A5}"/>
    <dgm:cxn modelId="{99DF2C48-7D37-45A1-8B0B-392460B0C289}" srcId="{58E7FE90-773C-4277-B070-AA492F5C0564}" destId="{6295447A-F93D-4CA4-8E3F-9DB69D6150A6}" srcOrd="0" destOrd="0" parTransId="{D6CD3AF6-9117-41D1-A7E1-D97A67F34092}" sibTransId="{BCA76785-7995-4B13-BB43-493166BF03A9}"/>
    <dgm:cxn modelId="{83F3C27D-EEA2-4914-B55A-EA3AA01CF759}" srcId="{1F987733-516A-4390-96F9-7D0453F7F16A}" destId="{4BC3EF6A-F966-4948-BED4-954E93369C86}" srcOrd="1" destOrd="0" parTransId="{3957501C-4426-4E41-B621-30033BE7F7C9}" sibTransId="{41ADF066-2C66-483A-A759-05B47C96C580}"/>
    <dgm:cxn modelId="{A87C228C-A793-443D-A601-3DD7BEE362F7}" type="presOf" srcId="{6295447A-F93D-4CA4-8E3F-9DB69D6150A6}" destId="{07C63FAE-E059-4567-99D0-AB8BA388C571}" srcOrd="0" destOrd="0" presId="urn:microsoft.com/office/officeart/2005/8/layout/hList1"/>
    <dgm:cxn modelId="{C806B092-08E9-4EF6-A798-BC93F7E35C5B}" type="presOf" srcId="{AB2F7AB9-DBE2-4BF8-BA80-0294A43E003D}" destId="{07C63FAE-E059-4567-99D0-AB8BA388C571}" srcOrd="0" destOrd="1" presId="urn:microsoft.com/office/officeart/2005/8/layout/hList1"/>
    <dgm:cxn modelId="{E353CEA2-2502-4D0E-914A-E28967AFC0EB}" type="presOf" srcId="{92B924EC-6775-45C3-86BD-3E7F80E3469F}" destId="{5A7780B8-2F0F-4904-A964-3150E11F2ECE}" srcOrd="0" destOrd="1" presId="urn:microsoft.com/office/officeart/2005/8/layout/hList1"/>
    <dgm:cxn modelId="{C07D8EA4-F70C-40B1-98D9-5C01A3AB619E}" srcId="{439861CB-3620-4399-A9B4-B5280C7C8035}" destId="{24598915-A66A-462C-99B0-BFC1DD87B335}" srcOrd="0" destOrd="0" parTransId="{4B2AC209-7316-4674-87A4-37DA2202E4AB}" sibTransId="{3723221E-18E9-4CDE-A7F8-31EE28BCE08F}"/>
    <dgm:cxn modelId="{90ADE7AA-7C93-4550-B50B-71FF03F7789F}" type="presOf" srcId="{93E42A0D-D807-455F-93A7-66E0DE82A684}" destId="{5A7780B8-2F0F-4904-A964-3150E11F2ECE}" srcOrd="0" destOrd="0" presId="urn:microsoft.com/office/officeart/2005/8/layout/hList1"/>
    <dgm:cxn modelId="{BF3451AF-E130-45B0-BD27-C0C1BD9E992B}" type="presOf" srcId="{CE2B4253-C3E1-4731-B4CC-76F8236EC316}" destId="{8164CE76-FB56-4271-904F-7778A2505067}" srcOrd="0" destOrd="0" presId="urn:microsoft.com/office/officeart/2005/8/layout/hList1"/>
    <dgm:cxn modelId="{5DF73DB7-DD49-4550-B88F-44162266744E}" type="presOf" srcId="{0B89508D-08F0-4F5C-8733-C213B010EFC3}" destId="{07C63FAE-E059-4567-99D0-AB8BA388C571}" srcOrd="0" destOrd="2" presId="urn:microsoft.com/office/officeart/2005/8/layout/hList1"/>
    <dgm:cxn modelId="{D774F2C3-20D6-4A76-8A16-1405233A131A}" srcId="{1F987733-516A-4390-96F9-7D0453F7F16A}" destId="{439861CB-3620-4399-A9B4-B5280C7C8035}" srcOrd="2" destOrd="0" parTransId="{D6217EF7-CB8B-4015-BDD8-E927E699E2BB}" sibTransId="{50A1D706-F27B-474E-B136-2D6ACA0C4D32}"/>
    <dgm:cxn modelId="{EBA2EBC6-6F19-4CA7-8EB2-52718EF03431}" type="presOf" srcId="{61D9E6E9-C9C5-4151-A2EE-DEE95875ECA3}" destId="{20479D44-120C-4695-97AC-B65241B12F41}" srcOrd="0" destOrd="0" presId="urn:microsoft.com/office/officeart/2005/8/layout/hList1"/>
    <dgm:cxn modelId="{ADB8F3C6-76F8-413D-A078-EF671F6CD047}" type="presOf" srcId="{439861CB-3620-4399-A9B4-B5280C7C8035}" destId="{346F65D5-0FD3-4DA2-9A94-3C98F849E18A}" srcOrd="0" destOrd="0" presId="urn:microsoft.com/office/officeart/2005/8/layout/hList1"/>
    <dgm:cxn modelId="{18717ACA-66C5-4BDA-AD52-A6319ED144DF}" type="presOf" srcId="{58E7FE90-773C-4277-B070-AA492F5C0564}" destId="{A94FE0C0-764C-494C-8165-1C0E5E80B601}" srcOrd="0" destOrd="0" presId="urn:microsoft.com/office/officeart/2005/8/layout/hList1"/>
    <dgm:cxn modelId="{D26CF5CA-F0CF-47F4-9F6A-B57CCDD4264A}" type="presOf" srcId="{24598915-A66A-462C-99B0-BFC1DD87B335}" destId="{23AE6724-BC95-4390-931A-986EF15B92E3}" srcOrd="0" destOrd="0" presId="urn:microsoft.com/office/officeart/2005/8/layout/hList1"/>
    <dgm:cxn modelId="{8E85B3E7-5968-4D58-AE4F-82919388985F}" srcId="{1F987733-516A-4390-96F9-7D0453F7F16A}" destId="{61D9E6E9-C9C5-4151-A2EE-DEE95875ECA3}" srcOrd="3" destOrd="0" parTransId="{0AB3D15E-0C83-4953-965D-87CF8F2C5935}" sibTransId="{6494C175-6DFA-44AB-9F62-E81339E5D77F}"/>
    <dgm:cxn modelId="{A39EFE96-AEE0-4C2B-BBC9-1ED87936CDA6}" type="presParOf" srcId="{7DD667BD-6B50-4317-80BE-C6C5D0F35C9E}" destId="{227F2510-CAE6-4A7D-AB76-2EDB91636D63}" srcOrd="0" destOrd="0" presId="urn:microsoft.com/office/officeart/2005/8/layout/hList1"/>
    <dgm:cxn modelId="{F78E2AFD-C6DB-40E0-87E6-3C2434A93405}" type="presParOf" srcId="{227F2510-CAE6-4A7D-AB76-2EDB91636D63}" destId="{A94FE0C0-764C-494C-8165-1C0E5E80B601}" srcOrd="0" destOrd="0" presId="urn:microsoft.com/office/officeart/2005/8/layout/hList1"/>
    <dgm:cxn modelId="{20D9ADA9-9C72-48A0-A695-5237B2F7AB43}" type="presParOf" srcId="{227F2510-CAE6-4A7D-AB76-2EDB91636D63}" destId="{07C63FAE-E059-4567-99D0-AB8BA388C571}" srcOrd="1" destOrd="0" presId="urn:microsoft.com/office/officeart/2005/8/layout/hList1"/>
    <dgm:cxn modelId="{A75B1DB4-7A09-42D7-94E7-16020B88E98C}" type="presParOf" srcId="{7DD667BD-6B50-4317-80BE-C6C5D0F35C9E}" destId="{381B116D-5109-4D66-9D18-061F02F008E3}" srcOrd="1" destOrd="0" presId="urn:microsoft.com/office/officeart/2005/8/layout/hList1"/>
    <dgm:cxn modelId="{C8CD305F-EE28-48BB-9164-BDD6907C5502}" type="presParOf" srcId="{7DD667BD-6B50-4317-80BE-C6C5D0F35C9E}" destId="{E82BA851-FBDE-4F44-82F3-0B2743956263}" srcOrd="2" destOrd="0" presId="urn:microsoft.com/office/officeart/2005/8/layout/hList1"/>
    <dgm:cxn modelId="{AC062CD1-4EED-4C16-86F5-635EE2D19A0C}" type="presParOf" srcId="{E82BA851-FBDE-4F44-82F3-0B2743956263}" destId="{40CD1BBC-786D-4320-A5DA-E03A03C5E262}" srcOrd="0" destOrd="0" presId="urn:microsoft.com/office/officeart/2005/8/layout/hList1"/>
    <dgm:cxn modelId="{567BB85E-383C-4523-9371-1D5A710B5FD9}" type="presParOf" srcId="{E82BA851-FBDE-4F44-82F3-0B2743956263}" destId="{8164CE76-FB56-4271-904F-7778A2505067}" srcOrd="1" destOrd="0" presId="urn:microsoft.com/office/officeart/2005/8/layout/hList1"/>
    <dgm:cxn modelId="{B8CB0342-443F-4322-8F8B-DBB40D8E10DE}" type="presParOf" srcId="{7DD667BD-6B50-4317-80BE-C6C5D0F35C9E}" destId="{C4269125-1180-4BD1-A85B-63C839BF5C7E}" srcOrd="3" destOrd="0" presId="urn:microsoft.com/office/officeart/2005/8/layout/hList1"/>
    <dgm:cxn modelId="{90ADACEE-A205-46C7-A617-5B5984AA70F8}" type="presParOf" srcId="{7DD667BD-6B50-4317-80BE-C6C5D0F35C9E}" destId="{ECB6B968-EAEC-48C3-8F11-84D712018FDC}" srcOrd="4" destOrd="0" presId="urn:microsoft.com/office/officeart/2005/8/layout/hList1"/>
    <dgm:cxn modelId="{C44B4A5B-A37C-4E20-9C96-14FB4423E5FD}" type="presParOf" srcId="{ECB6B968-EAEC-48C3-8F11-84D712018FDC}" destId="{346F65D5-0FD3-4DA2-9A94-3C98F849E18A}" srcOrd="0" destOrd="0" presId="urn:microsoft.com/office/officeart/2005/8/layout/hList1"/>
    <dgm:cxn modelId="{5CEBE0F8-6AA2-40F0-A1A9-A6CF9248006A}" type="presParOf" srcId="{ECB6B968-EAEC-48C3-8F11-84D712018FDC}" destId="{23AE6724-BC95-4390-931A-986EF15B92E3}" srcOrd="1" destOrd="0" presId="urn:microsoft.com/office/officeart/2005/8/layout/hList1"/>
    <dgm:cxn modelId="{8B18A4DA-A0A3-42CC-BF41-81EF8A4E65F2}" type="presParOf" srcId="{7DD667BD-6B50-4317-80BE-C6C5D0F35C9E}" destId="{C5FA64A7-2E11-4801-BBD3-62453167EC9F}" srcOrd="5" destOrd="0" presId="urn:microsoft.com/office/officeart/2005/8/layout/hList1"/>
    <dgm:cxn modelId="{0C578FB6-2177-47DA-A22A-8EB736401C9E}" type="presParOf" srcId="{7DD667BD-6B50-4317-80BE-C6C5D0F35C9E}" destId="{3559823D-312E-4348-9D73-1B793C3C6DAC}" srcOrd="6" destOrd="0" presId="urn:microsoft.com/office/officeart/2005/8/layout/hList1"/>
    <dgm:cxn modelId="{4459BEFE-C5A5-46F8-B55A-EA89425A0110}" type="presParOf" srcId="{3559823D-312E-4348-9D73-1B793C3C6DAC}" destId="{20479D44-120C-4695-97AC-B65241B12F41}" srcOrd="0" destOrd="0" presId="urn:microsoft.com/office/officeart/2005/8/layout/hList1"/>
    <dgm:cxn modelId="{9028D437-7846-4888-AB12-1142388ED5DC}" type="presParOf" srcId="{3559823D-312E-4348-9D73-1B793C3C6DAC}" destId="{5A7780B8-2F0F-4904-A964-3150E11F2ECE}" srcOrd="1" destOrd="0" presId="urn:microsoft.com/office/officeart/2005/8/layout/hLis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42E95D5-3701-4926-934C-F36F7464B8E1}" type="doc">
      <dgm:prSet loTypeId="urn:microsoft.com/office/officeart/2005/8/layout/venn3" loCatId="relationship" qsTypeId="urn:microsoft.com/office/officeart/2005/8/quickstyle/simple1" qsCatId="simple" csTypeId="urn:microsoft.com/office/officeart/2005/8/colors/colorful2" csCatId="colorful" phldr="1"/>
      <dgm:spPr/>
      <dgm:t>
        <a:bodyPr/>
        <a:lstStyle/>
        <a:p>
          <a:endParaRPr lang="en-US"/>
        </a:p>
      </dgm:t>
    </dgm:pt>
    <dgm:pt modelId="{F5388F95-5054-4D2C-BCB1-5CACC2ADA24D}">
      <dgm:prSet phldrT="[Text]" phldr="0"/>
      <dgm:spPr/>
      <dgm:t>
        <a:bodyPr/>
        <a:lstStyle/>
        <a:p>
          <a:pPr rtl="0"/>
          <a:r>
            <a:rPr lang="en-US" b="1"/>
            <a:t>New entrant capabilities</a:t>
          </a:r>
        </a:p>
      </dgm:t>
    </dgm:pt>
    <dgm:pt modelId="{D53E480F-4D16-4C77-8EF0-3C8A130CFA9E}" type="parTrans" cxnId="{FB123B6F-D0FA-4922-AA54-B063F4D6B743}">
      <dgm:prSet/>
      <dgm:spPr/>
      <dgm:t>
        <a:bodyPr/>
        <a:lstStyle/>
        <a:p>
          <a:endParaRPr lang="en-US"/>
        </a:p>
      </dgm:t>
    </dgm:pt>
    <dgm:pt modelId="{0C969C26-C6E8-46AF-AB32-58F5F9620823}" type="sibTrans" cxnId="{FB123B6F-D0FA-4922-AA54-B063F4D6B743}">
      <dgm:prSet/>
      <dgm:spPr/>
      <dgm:t>
        <a:bodyPr/>
        <a:lstStyle/>
        <a:p>
          <a:endParaRPr lang="en-US"/>
        </a:p>
      </dgm:t>
    </dgm:pt>
    <dgm:pt modelId="{7B2F41F3-3D77-4123-9E4C-EAFFEC63621F}">
      <dgm:prSet phldrT="[Text]" phldr="0"/>
      <dgm:spPr/>
      <dgm:t>
        <a:bodyPr/>
        <a:lstStyle/>
        <a:p>
          <a:pPr rtl="0"/>
          <a:r>
            <a:rPr lang="en-US" b="1"/>
            <a:t>Incumbent capabilities and limitations</a:t>
          </a:r>
        </a:p>
      </dgm:t>
    </dgm:pt>
    <dgm:pt modelId="{30393049-B2D9-4255-8B7D-BB7B6237CCF6}" type="parTrans" cxnId="{E7F686FD-C081-4CBF-A5C1-2AFF7EF8F3A0}">
      <dgm:prSet/>
      <dgm:spPr/>
      <dgm:t>
        <a:bodyPr/>
        <a:lstStyle/>
        <a:p>
          <a:endParaRPr lang="en-US"/>
        </a:p>
      </dgm:t>
    </dgm:pt>
    <dgm:pt modelId="{95ACFFEC-E096-4BBF-AC82-D35C69343583}" type="sibTrans" cxnId="{E7F686FD-C081-4CBF-A5C1-2AFF7EF8F3A0}">
      <dgm:prSet/>
      <dgm:spPr/>
      <dgm:t>
        <a:bodyPr/>
        <a:lstStyle/>
        <a:p>
          <a:endParaRPr lang="en-US"/>
        </a:p>
      </dgm:t>
    </dgm:pt>
    <dgm:pt modelId="{75AED3B8-C23A-4A2F-AE92-F9E0510126B6}">
      <dgm:prSet phldrT="[Text]" phldr="0"/>
      <dgm:spPr/>
      <dgm:t>
        <a:bodyPr/>
        <a:lstStyle/>
        <a:p>
          <a:pPr rtl="0"/>
          <a:r>
            <a:rPr lang="en-US" b="1"/>
            <a:t>Frequency and time coordination capabilities</a:t>
          </a:r>
        </a:p>
      </dgm:t>
    </dgm:pt>
    <dgm:pt modelId="{E4898083-893B-4CCA-BEA0-4EA1DE0942C7}" type="parTrans" cxnId="{D163D536-6C7E-4A7A-AEB2-4C1ACDCC151A}">
      <dgm:prSet/>
      <dgm:spPr/>
      <dgm:t>
        <a:bodyPr/>
        <a:lstStyle/>
        <a:p>
          <a:endParaRPr lang="en-US"/>
        </a:p>
      </dgm:t>
    </dgm:pt>
    <dgm:pt modelId="{CE359A73-1A5D-4E67-8EAD-A6A15EB996D0}" type="sibTrans" cxnId="{D163D536-6C7E-4A7A-AEB2-4C1ACDCC151A}">
      <dgm:prSet/>
      <dgm:spPr/>
      <dgm:t>
        <a:bodyPr/>
        <a:lstStyle/>
        <a:p>
          <a:endParaRPr lang="en-US"/>
        </a:p>
      </dgm:t>
    </dgm:pt>
    <dgm:pt modelId="{2536062E-EA3B-4EC1-B959-48F772C6928C}">
      <dgm:prSet phldrT="[Text]" phldr="0"/>
      <dgm:spPr/>
      <dgm:t>
        <a:bodyPr/>
        <a:lstStyle/>
        <a:p>
          <a:pPr rtl="0"/>
          <a:r>
            <a:rPr lang="en-US" b="1"/>
            <a:t>Interference reporting mechanisms</a:t>
          </a:r>
        </a:p>
      </dgm:t>
    </dgm:pt>
    <dgm:pt modelId="{5CEB2335-00F8-4DED-A0E5-0FCFA88E0EEF}" type="parTrans" cxnId="{E9CABB3A-F729-46CC-A1ED-674EE04633F5}">
      <dgm:prSet/>
      <dgm:spPr/>
      <dgm:t>
        <a:bodyPr/>
        <a:lstStyle/>
        <a:p>
          <a:endParaRPr lang="en-US"/>
        </a:p>
      </dgm:t>
    </dgm:pt>
    <dgm:pt modelId="{AC57C3EC-4DC9-41C6-A605-96764175D02C}" type="sibTrans" cxnId="{E9CABB3A-F729-46CC-A1ED-674EE04633F5}">
      <dgm:prSet/>
      <dgm:spPr/>
      <dgm:t>
        <a:bodyPr/>
        <a:lstStyle/>
        <a:p>
          <a:endParaRPr lang="en-US"/>
        </a:p>
      </dgm:t>
    </dgm:pt>
    <dgm:pt modelId="{C15308FB-5EC5-4450-9309-6CA403F8D2DA}" type="pres">
      <dgm:prSet presAssocID="{742E95D5-3701-4926-934C-F36F7464B8E1}" presName="Name0" presStyleCnt="0">
        <dgm:presLayoutVars>
          <dgm:dir/>
          <dgm:resizeHandles val="exact"/>
        </dgm:presLayoutVars>
      </dgm:prSet>
      <dgm:spPr/>
    </dgm:pt>
    <dgm:pt modelId="{EB5DF2F2-4DE0-4D95-8A4F-CFEDD02CEB9E}" type="pres">
      <dgm:prSet presAssocID="{F5388F95-5054-4D2C-BCB1-5CACC2ADA24D}" presName="Name5" presStyleLbl="vennNode1" presStyleIdx="0" presStyleCnt="4">
        <dgm:presLayoutVars>
          <dgm:bulletEnabled val="1"/>
        </dgm:presLayoutVars>
      </dgm:prSet>
      <dgm:spPr/>
    </dgm:pt>
    <dgm:pt modelId="{5D36DC0A-C657-4E94-9083-9583086AD2CA}" type="pres">
      <dgm:prSet presAssocID="{0C969C26-C6E8-46AF-AB32-58F5F9620823}" presName="space" presStyleCnt="0"/>
      <dgm:spPr/>
    </dgm:pt>
    <dgm:pt modelId="{6852D7CE-4020-47F9-9151-DE9636A3F942}" type="pres">
      <dgm:prSet presAssocID="{7B2F41F3-3D77-4123-9E4C-EAFFEC63621F}" presName="Name5" presStyleLbl="vennNode1" presStyleIdx="1" presStyleCnt="4">
        <dgm:presLayoutVars>
          <dgm:bulletEnabled val="1"/>
        </dgm:presLayoutVars>
      </dgm:prSet>
      <dgm:spPr/>
    </dgm:pt>
    <dgm:pt modelId="{8F8CF19C-9CA7-4F35-BAD8-415C8C5405E0}" type="pres">
      <dgm:prSet presAssocID="{95ACFFEC-E096-4BBF-AC82-D35C69343583}" presName="space" presStyleCnt="0"/>
      <dgm:spPr/>
    </dgm:pt>
    <dgm:pt modelId="{F5E39D03-19A6-4A51-86CA-8C08D5C71797}" type="pres">
      <dgm:prSet presAssocID="{75AED3B8-C23A-4A2F-AE92-F9E0510126B6}" presName="Name5" presStyleLbl="vennNode1" presStyleIdx="2" presStyleCnt="4">
        <dgm:presLayoutVars>
          <dgm:bulletEnabled val="1"/>
        </dgm:presLayoutVars>
      </dgm:prSet>
      <dgm:spPr/>
    </dgm:pt>
    <dgm:pt modelId="{3F06F098-474B-4F77-8154-864C18FBFDF8}" type="pres">
      <dgm:prSet presAssocID="{CE359A73-1A5D-4E67-8EAD-A6A15EB996D0}" presName="space" presStyleCnt="0"/>
      <dgm:spPr/>
    </dgm:pt>
    <dgm:pt modelId="{E8843DAD-A9F5-4ABF-B4CD-06871C35C180}" type="pres">
      <dgm:prSet presAssocID="{2536062E-EA3B-4EC1-B959-48F772C6928C}" presName="Name5" presStyleLbl="vennNode1" presStyleIdx="3" presStyleCnt="4">
        <dgm:presLayoutVars>
          <dgm:bulletEnabled val="1"/>
        </dgm:presLayoutVars>
      </dgm:prSet>
      <dgm:spPr/>
    </dgm:pt>
  </dgm:ptLst>
  <dgm:cxnLst>
    <dgm:cxn modelId="{60B70F2B-EBCF-45ED-9ED1-B7DB2D271A8F}" type="presOf" srcId="{7B2F41F3-3D77-4123-9E4C-EAFFEC63621F}" destId="{6852D7CE-4020-47F9-9151-DE9636A3F942}" srcOrd="0" destOrd="0" presId="urn:microsoft.com/office/officeart/2005/8/layout/venn3"/>
    <dgm:cxn modelId="{D163D536-6C7E-4A7A-AEB2-4C1ACDCC151A}" srcId="{742E95D5-3701-4926-934C-F36F7464B8E1}" destId="{75AED3B8-C23A-4A2F-AE92-F9E0510126B6}" srcOrd="2" destOrd="0" parTransId="{E4898083-893B-4CCA-BEA0-4EA1DE0942C7}" sibTransId="{CE359A73-1A5D-4E67-8EAD-A6A15EB996D0}"/>
    <dgm:cxn modelId="{E9CABB3A-F729-46CC-A1ED-674EE04633F5}" srcId="{742E95D5-3701-4926-934C-F36F7464B8E1}" destId="{2536062E-EA3B-4EC1-B959-48F772C6928C}" srcOrd="3" destOrd="0" parTransId="{5CEB2335-00F8-4DED-A0E5-0FCFA88E0EEF}" sibTransId="{AC57C3EC-4DC9-41C6-A605-96764175D02C}"/>
    <dgm:cxn modelId="{FF6B1042-D35F-4E66-9A2B-0417719CC937}" type="presOf" srcId="{F5388F95-5054-4D2C-BCB1-5CACC2ADA24D}" destId="{EB5DF2F2-4DE0-4D95-8A4F-CFEDD02CEB9E}" srcOrd="0" destOrd="0" presId="urn:microsoft.com/office/officeart/2005/8/layout/venn3"/>
    <dgm:cxn modelId="{868BEF47-6BA4-484E-8C60-0BC20C838A0D}" type="presOf" srcId="{2536062E-EA3B-4EC1-B959-48F772C6928C}" destId="{E8843DAD-A9F5-4ABF-B4CD-06871C35C180}" srcOrd="0" destOrd="0" presId="urn:microsoft.com/office/officeart/2005/8/layout/venn3"/>
    <dgm:cxn modelId="{FB123B6F-D0FA-4922-AA54-B063F4D6B743}" srcId="{742E95D5-3701-4926-934C-F36F7464B8E1}" destId="{F5388F95-5054-4D2C-BCB1-5CACC2ADA24D}" srcOrd="0" destOrd="0" parTransId="{D53E480F-4D16-4C77-8EF0-3C8A130CFA9E}" sibTransId="{0C969C26-C6E8-46AF-AB32-58F5F9620823}"/>
    <dgm:cxn modelId="{7087FFC2-D48F-446B-A376-C9D695968F6A}" type="presOf" srcId="{75AED3B8-C23A-4A2F-AE92-F9E0510126B6}" destId="{F5E39D03-19A6-4A51-86CA-8C08D5C71797}" srcOrd="0" destOrd="0" presId="urn:microsoft.com/office/officeart/2005/8/layout/venn3"/>
    <dgm:cxn modelId="{08462AC6-7375-4383-AFB1-E142DABF926C}" type="presOf" srcId="{742E95D5-3701-4926-934C-F36F7464B8E1}" destId="{C15308FB-5EC5-4450-9309-6CA403F8D2DA}" srcOrd="0" destOrd="0" presId="urn:microsoft.com/office/officeart/2005/8/layout/venn3"/>
    <dgm:cxn modelId="{E7F686FD-C081-4CBF-A5C1-2AFF7EF8F3A0}" srcId="{742E95D5-3701-4926-934C-F36F7464B8E1}" destId="{7B2F41F3-3D77-4123-9E4C-EAFFEC63621F}" srcOrd="1" destOrd="0" parTransId="{30393049-B2D9-4255-8B7D-BB7B6237CCF6}" sibTransId="{95ACFFEC-E096-4BBF-AC82-D35C69343583}"/>
    <dgm:cxn modelId="{16E25F45-B991-434E-9A70-805ED1591AC0}" type="presParOf" srcId="{C15308FB-5EC5-4450-9309-6CA403F8D2DA}" destId="{EB5DF2F2-4DE0-4D95-8A4F-CFEDD02CEB9E}" srcOrd="0" destOrd="0" presId="urn:microsoft.com/office/officeart/2005/8/layout/venn3"/>
    <dgm:cxn modelId="{BCF397E5-4E33-459B-BF88-3A14CFBC5FE5}" type="presParOf" srcId="{C15308FB-5EC5-4450-9309-6CA403F8D2DA}" destId="{5D36DC0A-C657-4E94-9083-9583086AD2CA}" srcOrd="1" destOrd="0" presId="urn:microsoft.com/office/officeart/2005/8/layout/venn3"/>
    <dgm:cxn modelId="{C48F3C60-5166-4DA8-A908-B6DD2598C68E}" type="presParOf" srcId="{C15308FB-5EC5-4450-9309-6CA403F8D2DA}" destId="{6852D7CE-4020-47F9-9151-DE9636A3F942}" srcOrd="2" destOrd="0" presId="urn:microsoft.com/office/officeart/2005/8/layout/venn3"/>
    <dgm:cxn modelId="{588C529B-FE9E-49F5-9DD5-6DAE25ECCA49}" type="presParOf" srcId="{C15308FB-5EC5-4450-9309-6CA403F8D2DA}" destId="{8F8CF19C-9CA7-4F35-BAD8-415C8C5405E0}" srcOrd="3" destOrd="0" presId="urn:microsoft.com/office/officeart/2005/8/layout/venn3"/>
    <dgm:cxn modelId="{AAB0D2A0-BEF0-4F31-8976-27600502D082}" type="presParOf" srcId="{C15308FB-5EC5-4450-9309-6CA403F8D2DA}" destId="{F5E39D03-19A6-4A51-86CA-8C08D5C71797}" srcOrd="4" destOrd="0" presId="urn:microsoft.com/office/officeart/2005/8/layout/venn3"/>
    <dgm:cxn modelId="{A0CE59C3-E5A5-43C2-AFE0-1EBE6DC91C00}" type="presParOf" srcId="{C15308FB-5EC5-4450-9309-6CA403F8D2DA}" destId="{3F06F098-474B-4F77-8154-864C18FBFDF8}" srcOrd="5" destOrd="0" presId="urn:microsoft.com/office/officeart/2005/8/layout/venn3"/>
    <dgm:cxn modelId="{9AB66D39-BFB3-4ADD-9222-12F7AD385626}" type="presParOf" srcId="{C15308FB-5EC5-4450-9309-6CA403F8D2DA}" destId="{E8843DAD-A9F5-4ABF-B4CD-06871C35C180}" srcOrd="6" destOrd="0" presId="urn:microsoft.com/office/officeart/2005/8/layout/venn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4FE0C0-764C-494C-8165-1C0E5E80B601}">
      <dsp:nvSpPr>
        <dsp:cNvPr id="0" name=""/>
        <dsp:cNvSpPr/>
      </dsp:nvSpPr>
      <dsp:spPr>
        <a:xfrm>
          <a:off x="3771" y="1530873"/>
          <a:ext cx="2267773" cy="731207"/>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Aptos Display" panose="020F0302020204030204"/>
            </a:rPr>
            <a:t>7.125-8.5 GHz</a:t>
          </a:r>
          <a:endParaRPr lang="en-US" sz="2000" kern="1200" dirty="0"/>
        </a:p>
      </dsp:txBody>
      <dsp:txXfrm>
        <a:off x="3771" y="1530873"/>
        <a:ext cx="2267773" cy="731207"/>
      </dsp:txXfrm>
    </dsp:sp>
    <dsp:sp modelId="{07C63FAE-E059-4567-99D0-AB8BA388C571}">
      <dsp:nvSpPr>
        <dsp:cNvPr id="0" name=""/>
        <dsp:cNvSpPr/>
      </dsp:nvSpPr>
      <dsp:spPr>
        <a:xfrm>
          <a:off x="3771" y="2262081"/>
          <a:ext cx="2267773" cy="2321240"/>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rtl="0">
            <a:lnSpc>
              <a:spcPct val="90000"/>
            </a:lnSpc>
            <a:spcBef>
              <a:spcPct val="0"/>
            </a:spcBef>
            <a:spcAft>
              <a:spcPct val="15000"/>
            </a:spcAft>
            <a:buChar char="•"/>
          </a:pPr>
          <a:r>
            <a:rPr lang="en-US" sz="2000" kern="1200" dirty="0">
              <a:latin typeface="Aptos Display" panose="020F0302020204030204"/>
            </a:rPr>
            <a:t>Federal Fixed</a:t>
          </a:r>
          <a:endParaRPr lang="en-US" sz="2000" kern="1200" dirty="0"/>
        </a:p>
        <a:p>
          <a:pPr marL="228600" lvl="1" indent="-228600" algn="l" defTabSz="889000" rtl="0">
            <a:lnSpc>
              <a:spcPct val="90000"/>
            </a:lnSpc>
            <a:spcBef>
              <a:spcPct val="0"/>
            </a:spcBef>
            <a:spcAft>
              <a:spcPct val="15000"/>
            </a:spcAft>
            <a:buChar char="•"/>
          </a:pPr>
          <a:r>
            <a:rPr lang="en-US" sz="2000" kern="1200" dirty="0">
              <a:latin typeface="Aptos Display" panose="020F0302020204030204"/>
            </a:rPr>
            <a:t>Federal Fixed satellite </a:t>
          </a:r>
          <a:endParaRPr lang="en-US" sz="2000" kern="1200" dirty="0"/>
        </a:p>
        <a:p>
          <a:pPr marL="228600" lvl="1" indent="-228600" algn="l" defTabSz="889000" rtl="0">
            <a:lnSpc>
              <a:spcPct val="90000"/>
            </a:lnSpc>
            <a:spcBef>
              <a:spcPct val="0"/>
            </a:spcBef>
            <a:spcAft>
              <a:spcPct val="15000"/>
            </a:spcAft>
            <a:buChar char="•"/>
          </a:pPr>
          <a:r>
            <a:rPr lang="en-US" sz="2000" kern="1200" dirty="0">
              <a:latin typeface="Aptos Display" panose="020F0302020204030204"/>
            </a:rPr>
            <a:t>Federal Mobile Satellite</a:t>
          </a:r>
        </a:p>
      </dsp:txBody>
      <dsp:txXfrm>
        <a:off x="3771" y="2262081"/>
        <a:ext cx="2267773" cy="2321240"/>
      </dsp:txXfrm>
    </dsp:sp>
    <dsp:sp modelId="{40CD1BBC-786D-4320-A5DA-E03A03C5E262}">
      <dsp:nvSpPr>
        <dsp:cNvPr id="0" name=""/>
        <dsp:cNvSpPr/>
      </dsp:nvSpPr>
      <dsp:spPr>
        <a:xfrm>
          <a:off x="2589033" y="1530873"/>
          <a:ext cx="2267773" cy="731207"/>
        </a:xfrm>
        <a:prstGeom prst="rect">
          <a:avLst/>
        </a:prstGeom>
        <a:solidFill>
          <a:schemeClr val="accent2">
            <a:hueOff val="2147871"/>
            <a:satOff val="-6164"/>
            <a:lumOff val="-9870"/>
            <a:alphaOff val="0"/>
          </a:schemeClr>
        </a:solidFill>
        <a:ln w="19050" cap="flat" cmpd="sng" algn="ctr">
          <a:solidFill>
            <a:schemeClr val="accent2">
              <a:hueOff val="2147871"/>
              <a:satOff val="-6164"/>
              <a:lumOff val="-987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Aptos Display" panose="020F0302020204030204"/>
            </a:rPr>
            <a:t>10.7-13.25 GHz</a:t>
          </a:r>
          <a:endParaRPr lang="en-US" sz="2000" kern="1200" dirty="0"/>
        </a:p>
      </dsp:txBody>
      <dsp:txXfrm>
        <a:off x="2589033" y="1530873"/>
        <a:ext cx="2267773" cy="731207"/>
      </dsp:txXfrm>
    </dsp:sp>
    <dsp:sp modelId="{8164CE76-FB56-4271-904F-7778A2505067}">
      <dsp:nvSpPr>
        <dsp:cNvPr id="0" name=""/>
        <dsp:cNvSpPr/>
      </dsp:nvSpPr>
      <dsp:spPr>
        <a:xfrm>
          <a:off x="2589033" y="2262081"/>
          <a:ext cx="2267773" cy="2321240"/>
        </a:xfrm>
        <a:prstGeom prst="rect">
          <a:avLst/>
        </a:prstGeom>
        <a:solidFill>
          <a:schemeClr val="accent2">
            <a:tint val="40000"/>
            <a:alpha val="90000"/>
            <a:hueOff val="2244906"/>
            <a:satOff val="-20744"/>
            <a:lumOff val="-2338"/>
            <a:alphaOff val="0"/>
          </a:schemeClr>
        </a:solidFill>
        <a:ln w="19050" cap="flat" cmpd="sng" algn="ctr">
          <a:solidFill>
            <a:schemeClr val="accent2">
              <a:tint val="40000"/>
              <a:alpha val="90000"/>
              <a:hueOff val="2244906"/>
              <a:satOff val="-20744"/>
              <a:lumOff val="-233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rtl="0">
            <a:lnSpc>
              <a:spcPct val="90000"/>
            </a:lnSpc>
            <a:spcBef>
              <a:spcPct val="0"/>
            </a:spcBef>
            <a:spcAft>
              <a:spcPct val="15000"/>
            </a:spcAft>
            <a:buChar char="•"/>
          </a:pPr>
          <a:r>
            <a:rPr lang="en-US" sz="2000" kern="1200" dirty="0">
              <a:latin typeface="Aptos Display" panose="020F0302020204030204"/>
            </a:rPr>
            <a:t> Non-Federal Satellite Services</a:t>
          </a:r>
          <a:endParaRPr lang="en-US" sz="2000" kern="1200" dirty="0"/>
        </a:p>
      </dsp:txBody>
      <dsp:txXfrm>
        <a:off x="2589033" y="2262081"/>
        <a:ext cx="2267773" cy="2321240"/>
      </dsp:txXfrm>
    </dsp:sp>
    <dsp:sp modelId="{346F65D5-0FD3-4DA2-9A94-3C98F849E18A}">
      <dsp:nvSpPr>
        <dsp:cNvPr id="0" name=""/>
        <dsp:cNvSpPr/>
      </dsp:nvSpPr>
      <dsp:spPr>
        <a:xfrm>
          <a:off x="5174295" y="1530873"/>
          <a:ext cx="2267773" cy="731207"/>
        </a:xfrm>
        <a:prstGeom prst="rect">
          <a:avLst/>
        </a:prstGeom>
        <a:solidFill>
          <a:schemeClr val="accent2">
            <a:hueOff val="4295743"/>
            <a:satOff val="-12329"/>
            <a:lumOff val="-19739"/>
            <a:alphaOff val="0"/>
          </a:schemeClr>
        </a:solidFill>
        <a:ln w="19050" cap="flat" cmpd="sng" algn="ctr">
          <a:solidFill>
            <a:schemeClr val="accent2">
              <a:hueOff val="4295743"/>
              <a:satOff val="-12329"/>
              <a:lumOff val="-1973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Aptos Display" panose="020F0302020204030204"/>
            </a:rPr>
            <a:t>14.0-14.2 GHz</a:t>
          </a:r>
          <a:endParaRPr lang="en-US" sz="2000" kern="1200" dirty="0"/>
        </a:p>
      </dsp:txBody>
      <dsp:txXfrm>
        <a:off x="5174295" y="1530873"/>
        <a:ext cx="2267773" cy="731207"/>
      </dsp:txXfrm>
    </dsp:sp>
    <dsp:sp modelId="{23AE6724-BC95-4390-931A-986EF15B92E3}">
      <dsp:nvSpPr>
        <dsp:cNvPr id="0" name=""/>
        <dsp:cNvSpPr/>
      </dsp:nvSpPr>
      <dsp:spPr>
        <a:xfrm>
          <a:off x="5174295" y="2262081"/>
          <a:ext cx="2267773" cy="2321240"/>
        </a:xfrm>
        <a:prstGeom prst="rect">
          <a:avLst/>
        </a:prstGeom>
        <a:solidFill>
          <a:schemeClr val="accent2">
            <a:tint val="40000"/>
            <a:alpha val="90000"/>
            <a:hueOff val="4489812"/>
            <a:satOff val="-41488"/>
            <a:lumOff val="-4677"/>
            <a:alphaOff val="0"/>
          </a:schemeClr>
        </a:solidFill>
        <a:ln w="19050" cap="flat" cmpd="sng" algn="ctr">
          <a:solidFill>
            <a:schemeClr val="accent2">
              <a:tint val="40000"/>
              <a:alpha val="90000"/>
              <a:hueOff val="4489812"/>
              <a:satOff val="-41488"/>
              <a:lumOff val="-467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rtl="0">
            <a:lnSpc>
              <a:spcPct val="90000"/>
            </a:lnSpc>
            <a:spcBef>
              <a:spcPct val="0"/>
            </a:spcBef>
            <a:spcAft>
              <a:spcPct val="15000"/>
            </a:spcAft>
            <a:buChar char="•"/>
          </a:pPr>
          <a:r>
            <a:rPr lang="en-US" sz="2000" kern="1200" dirty="0">
              <a:latin typeface="Aptos Display" panose="020F0302020204030204"/>
            </a:rPr>
            <a:t>Space Research</a:t>
          </a:r>
        </a:p>
      </dsp:txBody>
      <dsp:txXfrm>
        <a:off x="5174295" y="2262081"/>
        <a:ext cx="2267773" cy="2321240"/>
      </dsp:txXfrm>
    </dsp:sp>
    <dsp:sp modelId="{20479D44-120C-4695-97AC-B65241B12F41}">
      <dsp:nvSpPr>
        <dsp:cNvPr id="0" name=""/>
        <dsp:cNvSpPr/>
      </dsp:nvSpPr>
      <dsp:spPr>
        <a:xfrm>
          <a:off x="7759557" y="1530873"/>
          <a:ext cx="2267773" cy="731207"/>
        </a:xfrm>
        <a:prstGeom prst="rect">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Aptos Display" panose="020F0302020204030204"/>
            </a:rPr>
            <a:t>17.8-18.6 GHz and 18.8-20.2 GHz</a:t>
          </a:r>
          <a:endParaRPr lang="en-US" sz="2000" kern="1200" dirty="0"/>
        </a:p>
      </dsp:txBody>
      <dsp:txXfrm>
        <a:off x="7759557" y="1530873"/>
        <a:ext cx="2267773" cy="731207"/>
      </dsp:txXfrm>
    </dsp:sp>
    <dsp:sp modelId="{5A7780B8-2F0F-4904-A964-3150E11F2ECE}">
      <dsp:nvSpPr>
        <dsp:cNvPr id="0" name=""/>
        <dsp:cNvSpPr/>
      </dsp:nvSpPr>
      <dsp:spPr>
        <a:xfrm>
          <a:off x="7759557" y="2262081"/>
          <a:ext cx="2267773" cy="2321240"/>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rtl="0">
            <a:lnSpc>
              <a:spcPct val="90000"/>
            </a:lnSpc>
            <a:spcBef>
              <a:spcPct val="0"/>
            </a:spcBef>
            <a:spcAft>
              <a:spcPct val="15000"/>
            </a:spcAft>
            <a:buChar char="•"/>
          </a:pPr>
          <a:r>
            <a:rPr lang="en-US" sz="2000" kern="1200" dirty="0">
              <a:latin typeface="Aptos Display" panose="020F0302020204030204"/>
            </a:rPr>
            <a:t> Federal Satellite</a:t>
          </a:r>
          <a:endParaRPr lang="en-US" sz="2000" kern="1200" dirty="0"/>
        </a:p>
        <a:p>
          <a:pPr marL="228600" lvl="1" indent="-228600" algn="l" defTabSz="889000" rtl="0">
            <a:lnSpc>
              <a:spcPct val="90000"/>
            </a:lnSpc>
            <a:spcBef>
              <a:spcPct val="0"/>
            </a:spcBef>
            <a:spcAft>
              <a:spcPct val="15000"/>
            </a:spcAft>
            <a:buChar char="•"/>
          </a:pPr>
          <a:r>
            <a:rPr lang="en-US" sz="2000" kern="1200" dirty="0">
              <a:latin typeface="Aptos Display" panose="020F0302020204030204"/>
            </a:rPr>
            <a:t> Additional analysis need to be done with regard to commercial satellite</a:t>
          </a:r>
        </a:p>
      </dsp:txBody>
      <dsp:txXfrm>
        <a:off x="7759557" y="2262081"/>
        <a:ext cx="2267773" cy="23212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5DF2F2-4DE0-4D95-8A4F-CFEDD02CEB9E}">
      <dsp:nvSpPr>
        <dsp:cNvPr id="0" name=""/>
        <dsp:cNvSpPr/>
      </dsp:nvSpPr>
      <dsp:spPr>
        <a:xfrm>
          <a:off x="2852" y="996489"/>
          <a:ext cx="2862047" cy="2862047"/>
        </a:xfrm>
        <a:prstGeom prst="ellipse">
          <a:avLst/>
        </a:prstGeom>
        <a:solidFill>
          <a:schemeClr val="accent2">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57508" tIns="27940" rIns="157508" bIns="27940" numCol="1" spcCol="1270" anchor="ctr" anchorCtr="0">
          <a:noAutofit/>
        </a:bodyPr>
        <a:lstStyle/>
        <a:p>
          <a:pPr marL="0" lvl="0" indent="0" algn="ctr" defTabSz="977900" rtl="0">
            <a:lnSpc>
              <a:spcPct val="90000"/>
            </a:lnSpc>
            <a:spcBef>
              <a:spcPct val="0"/>
            </a:spcBef>
            <a:spcAft>
              <a:spcPct val="35000"/>
            </a:spcAft>
            <a:buNone/>
          </a:pPr>
          <a:r>
            <a:rPr lang="en-US" sz="2200" b="1" kern="1200"/>
            <a:t>New entrant capabilities</a:t>
          </a:r>
        </a:p>
      </dsp:txBody>
      <dsp:txXfrm>
        <a:off x="421989" y="1415626"/>
        <a:ext cx="2023773" cy="2023773"/>
      </dsp:txXfrm>
    </dsp:sp>
    <dsp:sp modelId="{6852D7CE-4020-47F9-9151-DE9636A3F942}">
      <dsp:nvSpPr>
        <dsp:cNvPr id="0" name=""/>
        <dsp:cNvSpPr/>
      </dsp:nvSpPr>
      <dsp:spPr>
        <a:xfrm>
          <a:off x="2292490" y="996489"/>
          <a:ext cx="2862047" cy="2862047"/>
        </a:xfrm>
        <a:prstGeom prst="ellipse">
          <a:avLst/>
        </a:prstGeom>
        <a:solidFill>
          <a:schemeClr val="accent2">
            <a:alpha val="50000"/>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57508" tIns="27940" rIns="157508" bIns="27940" numCol="1" spcCol="1270" anchor="ctr" anchorCtr="0">
          <a:noAutofit/>
        </a:bodyPr>
        <a:lstStyle/>
        <a:p>
          <a:pPr marL="0" lvl="0" indent="0" algn="ctr" defTabSz="977900" rtl="0">
            <a:lnSpc>
              <a:spcPct val="90000"/>
            </a:lnSpc>
            <a:spcBef>
              <a:spcPct val="0"/>
            </a:spcBef>
            <a:spcAft>
              <a:spcPct val="35000"/>
            </a:spcAft>
            <a:buNone/>
          </a:pPr>
          <a:r>
            <a:rPr lang="en-US" sz="2200" b="1" kern="1200"/>
            <a:t>Incumbent capabilities and limitations</a:t>
          </a:r>
        </a:p>
      </dsp:txBody>
      <dsp:txXfrm>
        <a:off x="2711627" y="1415626"/>
        <a:ext cx="2023773" cy="2023773"/>
      </dsp:txXfrm>
    </dsp:sp>
    <dsp:sp modelId="{F5E39D03-19A6-4A51-86CA-8C08D5C71797}">
      <dsp:nvSpPr>
        <dsp:cNvPr id="0" name=""/>
        <dsp:cNvSpPr/>
      </dsp:nvSpPr>
      <dsp:spPr>
        <a:xfrm>
          <a:off x="4582127" y="996489"/>
          <a:ext cx="2862047" cy="2862047"/>
        </a:xfrm>
        <a:prstGeom prst="ellipse">
          <a:avLst/>
        </a:prstGeom>
        <a:solidFill>
          <a:schemeClr val="accent2">
            <a:alpha val="50000"/>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57508" tIns="27940" rIns="157508" bIns="27940" numCol="1" spcCol="1270" anchor="ctr" anchorCtr="0">
          <a:noAutofit/>
        </a:bodyPr>
        <a:lstStyle/>
        <a:p>
          <a:pPr marL="0" lvl="0" indent="0" algn="ctr" defTabSz="977900" rtl="0">
            <a:lnSpc>
              <a:spcPct val="90000"/>
            </a:lnSpc>
            <a:spcBef>
              <a:spcPct val="0"/>
            </a:spcBef>
            <a:spcAft>
              <a:spcPct val="35000"/>
            </a:spcAft>
            <a:buNone/>
          </a:pPr>
          <a:r>
            <a:rPr lang="en-US" sz="2200" b="1" kern="1200"/>
            <a:t>Frequency and time coordination capabilities</a:t>
          </a:r>
        </a:p>
      </dsp:txBody>
      <dsp:txXfrm>
        <a:off x="5001264" y="1415626"/>
        <a:ext cx="2023773" cy="2023773"/>
      </dsp:txXfrm>
    </dsp:sp>
    <dsp:sp modelId="{E8843DAD-A9F5-4ABF-B4CD-06871C35C180}">
      <dsp:nvSpPr>
        <dsp:cNvPr id="0" name=""/>
        <dsp:cNvSpPr/>
      </dsp:nvSpPr>
      <dsp:spPr>
        <a:xfrm>
          <a:off x="6871765" y="996489"/>
          <a:ext cx="2862047" cy="2862047"/>
        </a:xfrm>
        <a:prstGeom prst="ellipse">
          <a:avLst/>
        </a:prstGeom>
        <a:solidFill>
          <a:schemeClr val="accent2">
            <a:alpha val="50000"/>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57508" tIns="27940" rIns="157508" bIns="27940" numCol="1" spcCol="1270" anchor="ctr" anchorCtr="0">
          <a:noAutofit/>
        </a:bodyPr>
        <a:lstStyle/>
        <a:p>
          <a:pPr marL="0" lvl="0" indent="0" algn="ctr" defTabSz="977900" rtl="0">
            <a:lnSpc>
              <a:spcPct val="90000"/>
            </a:lnSpc>
            <a:spcBef>
              <a:spcPct val="0"/>
            </a:spcBef>
            <a:spcAft>
              <a:spcPct val="35000"/>
            </a:spcAft>
            <a:buNone/>
          </a:pPr>
          <a:r>
            <a:rPr lang="en-US" sz="2200" b="1" kern="1200"/>
            <a:t>Interference reporting mechanisms</a:t>
          </a:r>
        </a:p>
      </dsp:txBody>
      <dsp:txXfrm>
        <a:off x="7290902" y="1415626"/>
        <a:ext cx="2023773" cy="2023773"/>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30T02:26:42.550"/>
    </inkml:context>
    <inkml:brush xml:id="br0">
      <inkml:brushProperty name="width" value="0.2" units="cm"/>
      <inkml:brushProperty name="height" value="0.2" units="cm"/>
      <inkml:brushProperty name="color" value="#004F8B"/>
    </inkml:brush>
  </inkml:definitions>
  <inkml:trace contextRef="#ctx0" brushRef="#br0">240 1 27012,'-22'0'-4,"0"0"1,8 0 0,-1 0 2,10 0 1,-7 0-1,5 0 0,5 0 1,-18 0 0,18 0-2,-8 0 2,1 0 0,6 0 0,-9 0 0,5 0 0,4 0 0,-16 0 0,17 0 0,-8 0 0,0 0 0,8 0 0,-8 0 0,0 0 0,8 0 0,-8 0 0,30 0 0,-6 0 0,15 0 0,-12 0 0,-2 0 0,2 0 0,-5 0 0,2 0 0,3 0 0,3 0 0,1 0 0,1 0 0,0 0 0,0 0 0,-1 0 0,1 0 0,0 0 0,0 0 0,0 0 0,-1 0 0,1 0 0,0 0 0,0 0 0,-1 0 0,1 0 0,-7 0 0,-1 0 0,3 0 0,3 0 0,-6 0 0,1 0 0,2 0 0,2 0 0,-5 0 0,1 0 0,2 0 0,-5 0 0,2 0 0,3 0 0,3 0 0,2 0 0,-1 0 0,1 0 0,0 0 0,0 0 0,-1 0 0,1 0 0,0 0 0,0 0 0,0 0 0,-1 0 0,1 0 0,0 0 0,-8 0 0,1 0 0,2 0 0,2 0 0,3 0 0,0 0 0,0 0 0,-1 0 0,1 0 0,0 0 0,0 0 0,-1 0 0,1 0 0,0 0 0,0 0 0,0 0 0,-1 0 0,1 0 0,0 0 0,0 0 0,-1 0 0,-6 0 0,-1 0 0,3 0 0,3 0 0,1 0 0,1 0 0,0 0 0,0 0 0,0 0 0,-1 0 0,1 0 0,-7 0 0,-1 0 0,3 0 0,2 0 0,3 0 0,0 0 0,0 0 0,0 0 0,-1 0 0,1 0 0,0 0 0,0 0 0,7 0 0,0 0 0,-3 0 0,-1 0 0,-4 0 0,1 0 0,0 0 0,0 0 0,7 0 0,0 0 0,0 0 0,2 0 0,-7 0 0,5 0 0,-2 0 0,2 0 0,-5 0 0,8 0 0,-3 0 0,0 0 0,7 0 0,-4 0 0,-1 0 0,0 0 0,6 0 0,-6 0 0,1 0 0,-1 0 0,8 0 0,-5 0 0,2 0 0,0 0 0,-7 0 0,8 0 0,-1 0 0,-2 0 0,7 0 0,-7 0 0,2 0 0,0 0 0,1 0 0,4 0 0,-2 0 0,-3 0 0,-7 0 0,7 0 0,0 0 0,-2 0 0,5 0 0,-10 0 0,0 0 0,3 0 0,-1 0 0,5 0 0,-4 0 0,-1 0 0,-7 0 0,8 0 0,-3 0 0,0 0 0,2 0 0,-4 0 0,5 0 0,1 0 0,-4 0 0,5 0 0,0 0 0,0 0 0,-5 0 0,7 0 0,1 0 0,-3 0 0,4 0 0,-9 0 0,0 0 0,3 0 0,-6 0 0,8 0 0,0 0 0,0 0 0,-5 0 0,5 0 0,-3 0 0,-4 0 0,4 0 0,1 0 0,-1 0 0,1 0 0,4 0 0,-4 0 0,-1 0-1,0 0 1,8 0 0,-5 0 0,2 0 0,1 0 0,-8 0 0,5 0 0,-1 0-1,1 0 1,-5 0 0,8 0 0,-1 0-1,-2 0 1,5 0 0,-8 0 0,3 0-1,5 0 1,-6 0 0,1 0 0,0 0-1,0 0 1,0 0-1,5 0 1,-5 0-1,-3 0 0,8 0 1,-5 0-1,2 0 0,0 0 1,-7 0-1,5 0 1,0 0-1,0 0 0,-8 0 0,6 0 1,-3 0-1,0 0 0,2 0 0,-4 0 0,2 0 0,-2 0 0,-3 0 0,-2 0 1,2 0-1,5 0 0,-5 0 0,5 0 0,-5 0 0,-2 0 0,0 0 0,0 0 0,-1 0 0,1 0 0,7 0 0,0 0 0,-2 0-1,-3 0 0,-2 0 0,2 0 0,3 0-5,2 0 0,0 0 1,-5 0-1,3 0-2,2 0 1,2 0 0,-4 0 0,4 0-2,3 0 1,-5 0-1,5 0 1,0 0-1,0 0 1,-5 0 0,7 0-1,3 0 2,2 0 0,-5 0 0,0 0 0,3 0 0,2 0 1,-4 0-1,-1 0 1,3 0-1,2 0 1,-3 0 0,1 0-1,2 0-1,-2 0 1,0 0-1,4 0 1,1 0-2,-1 0 1,3 0-1,3 0 1,1 0-1,-1 0 0,-1 0 0,1 0 1,4 0 0,3 0 0,-8 0 1,5 0-1,0 0 0,5 0 1,-2 0 0,0 0 0,-3 0-1,-5 0 0,8 0 0,0 0 1,2 0-2,0 0 0,-10 0 0,5 0 0,-2 0 0,0 0 0,0 0 1,-5 0-1,2 0 1,3 0 1,0 0-1,-8 0 1,1 0-1,0 0 1,2 0-1,2 0 1,3 0-2,-3 0 1,1 0 0,-1 0 0,3 0-1,-3 0 0,8 0 0,-1 0 1,3 0-1,1 0 1,-9 0 0,8 0 0,3 0 0,2 0 1,2 0-1,0 0 1,1 0-2,-1 0 1,8 0-1,-1 0 1,-2 0-1,-2 0 0,5 0 0,-1 0 0,1 0 0,2 0 0,-7 0 0,4 0 0,-4 0-1,-3 0 0,3 0 0,2 0 0,1 0-1,-9 0 0,4 0 0,-8 0 0,5 0-1,2 0 1,-7 0 0,-2 0 0,-1 0 0,1 0 1,2 0-1,7 0 1,1 0-1,-1 0 0,-7 0 0,0 0 0,3 0-1,2 0 1,2 0 0,-2 0 0,-3 0 0,-2 0 0,-7 0 1,7 0-1,0 0 1,-2 0 0,5 0 0,-8 0 0,2 0 0,6 0 0,-5 0 0,-1 0 1,-2 0 0,-4 0 0,4 0 0,-2 0 1,-3 0 0,-2 0 0,-2 0 0,-1 0 1,1 0 0,-1 0 1,1 0-1,2 0 1,2 0 0,3 0 0,0 0 0,-7 0 1,-1 0-1,1 0 0,-1 0 1,1 0-1,2 0 0,5 0 0,-5 0 0,4 0 0,-4 0 0,-2 0 1,-1 0-1,1 0 1,0 0 0,-1 0 0,1 0 0,-1 0 0,3 0 0,5 0 1,-5 0 0,5 0 0,-5 0-1,-3 0 1,1 0-1,-1 0 1,1 0-1,0 0 0,6 0 0,1 0 0,0 0 0,2 0 0,-4 0 0,6 0 0,1 0 0,0 0 0,-6 0 1,8 0-1,0 0 0,-2 0 1,5 0 0,-8 0-1,2 0 0,6 0 1,-1 0-1,1 0 1,-5 0-1,-3 0 0,7 0 0,-4 0 0,0 0 0,-6 0 1,4 0-1,-4 0 1,-1 0-1,-3 0 1,-3 0 0,1 0 0,0 0-1,-1 0 1,8 0 0,0 0-1,-3 0 0,-2 0 0,-2 0 1,-1 0-1,3 0 0,5 0 0,-8 0 1,3 0-1,-7 0 0,0 0 1,2 0-1,0 0 1,-2 0-1,-3 0 1,-7 0 0,5 0 0,0 0 0,0 0 0,-5 0 0,5 0 0,0 0 0,-1 0 0,-3 0 0,6 0 0,0 0-1,-2 0 1,7 0-1,-7 0 1,2 0-1,1 0 0,-1 0 1,7 0-1,-1 0 0,-6 0 1,5 0 0,-5 0 0,5 0 0,3 0 0,0 0 0,-1 0 0,-2 0 0,-4 0 1,4 0-1,-5 0 1,3 0-1,-3 0 0,3 0 0,-8 0 1,3 0-1,5 0 0,-1 0 0,1 0 0,-5 0 0,-3 0 0,8 0 0,-3 0 0,3 0 0,-3 0 0,6 0 0,-6 0 1,5 0-1,3 0 1,-1 0-1,-2 0 1,-2 0-1,-3 0 1,1 0 0,4 0 0,-3 0 0,-1 0 0,-8 0 0,5 0 0,-1 0-1,1 0 1,-7 0 0,2 0 0,-5 0-1,-2 0 1,0 0 0,0 0 0,-1 0-1,1 0 1,0 0-1,0 0 1,-1 0-1,1 0 1,2 0 0,3 0-1,2 0 1,-2 0 0,-3 0 0,-2 0 0,2 0 0,5 0 0,-5 0 1,5 0-1,-2 0 1,2 0 0,-5 0 0,5 0 0,-2 0 0,2 0 0,-5 0 0,7 0 0,-2 0 0,0 0 0,8 0 0,-6 0 1,1 0-2,-1 0 1,5 0 0,-4 0 0,-1 0-1,1 0 1,4 0 0,-5 0 0,1 0-1,-1 0 1,6 0-1,-6 0 1,1 0 0,-1 0 0,0 0 0,-4 0 0,2 0 0,-2 0 0,4 0 1,-2 0-1,-2 0 0,-3 0 1,5 0 0,2 0 0,1 0-1,-1 0 1,1 0 0,-6 0 0,6 0-1,2 0 1,2 0-1,5 0 1,-2 0-1,-3 0 0,3 0 0,9 0 0,3 0-1,-2 0 1,-1 0 0,0 0 0,3 0-1,-2 0 1,4 0 0,0 0 0,0 0 0,0 0 0,1 0 0,-3 0 0,4 0-1,1 0 1,-3 0 0,-7 0 0,2 0-1,3 0 0,7 0 1,-7 0-1,-3 0 0,-2 0 0,-2 0 1,0 0-1,-1 0 0,1 0 0,-1 0 0,1 0 0,-3 0 0,-5 0 1,3 0-1,-8 0 1,1 0-1,-1 0 0,-2 0 1,-4 0-1,1 0-1,3 0 0,0 0 1,-7 0-1,0 0 0,0 0 0,-1 0-1,1 0 1,-7 0 0,-1 0 0,3 0 0,-5 0 0,3 0-3,2 0 1,2 0-1,3 0 1,0 0 0,-1 0 0,1 0 3,0 0 0,0 0 0,-1 0 0,1 0 1,0 0-1,0 0 1,0 0 1,-1 0 0,1 0 0,2 0-1,5 0 1,-5 0 0,6 0-1,-6 0 1,-3 0 0,9 0 0,1 0 0,0 0 0,1 0 0,-3 0 0,-7 0 0,2 0-1,5 0 1,-5 0 0,5 0 0,-5 0-1,-2 0 1,0 0-1,0 0 1,-1 0-2,1 0 1,0 0 0,0 0-1,0 0 1,-1 0 0,1 0-1,0 0 1,0 0 0,-1 0-1,1 0 1,0 0 0,0 0 0,0 0 1,-8 0 0,1 0 0,2 0-1,2 0 1,-5 0 0,1 0 0,2 0 0,2 0 0,3 0 1,0 0-1,0 0 0,-8 0 1,1 0-1,2 0 0,2 0 1,3 0 0,-1 0 0,1 0-1,0 0 1,2 0 0,3 0 0,2 0-1,-3 0 1,1 0 0,0 0 0,2 0-1,-3 0 1,6 0-1,-1 0 1,1 0-1,-1 0 0,5 0 0,-4 0 1,-1 0-1,1 0-1,4 0 1,-4 0 0,1 0 0,6 0 0,-7 0 0,-1 0 0,-2 0-1,0 0 1,7 0 0,-7 0 0,-2 0 0,-3 0 0,0 0 0,3 0 0,2 0 0,-2 0 0,-3 0 0,-2 0 0,-1 0-1,1 0 0,0 0 0,0 0 0,0 0 1,7 0-1,0 0 1,-3 0 0,-2 0 0,-2 0 0,0 0-1,0 0 1,0 0 0,-1 0 0,1 0-1,0 0 1,7 0 0,0 0 0,-2 0-1,-3 0 1,-2 0 0,-1 0 0,1 0-1,0 0 1,0 0 0,2 0-1,2 0 0,4 0 1,-1 0 0,-5 0-1,2 0 0,3 0 1,0 0 0,-4 0-1,1 0 0,3 0 1,3 0 0,-6 0-1,3 0 0,-2 0 1,0 0-1,-1 0 1,3 0-1,-2 0 1,-3 0-1,0 0 1,3 0-1,2 0 1,0 0-1,-7 0 1,0 0-1,-1 0 1,1 0-1,0 0 1,0 0-1,-1 0 1,1 0-1,0 0 1,0 0-1,-1 0 1,1 0 0,0 0-1,0 0 0,0 0 1,-1 0 0,1 0 0,0 0 0,0 0 0,-1 0 0,1 0 0,0 0 0,0 0 0,0 0 0,-1 0 0,1 0-1,0 0 1,0 0 0,-1 0-1,1 0 1,0 0 0,0 0-2,0 0 1,-1 0-1,1 0 1,0 0 0,0 0 0,-8 0 0,1 0 0,-8 0 0,7 0 0,-6 0 1,6 0 0,-6 0-3,6 0 2,-9 0 1,14 0 0,-7 0 1,10 0 0,-7 0 1,-1 0-1,3 0 0,-5 0 0,3 0-1,2 0 1,2 0 0,3 0 0,0 0 1,-1 0-1,1 0 0,-7 0 1,-1 0-1,3 0 1,2 0-1,3 0 0,0 0 1,0 0 0,0 0-1,-1 0 1,1 0 0,0 0 0,0 0-1,-1 0 1,1 0 0,0 0-1,0 0 1,0 0 0,-1 0-1,1 0 1,0 0-1,0 0 1,-1 0 0,1 0 0,0 0-1,0 0 0,0 0 1,-1 0-1,1 0 1,-7 0-1,-1 0 1,-7 0-1,8 0 1,-8 0-1,8 0 1,-1 0-1,8 0 1,0 0-1,0 0 1,-1 0-1,1 0 0,0 0 1,-8 0-1,1 0 0,2 0 1,2 0-1,3 0 0,0 0 1,-1 0-1,1 0 0,0 0 0,0 0 0,0 0 0,-1 0 1,1 0-1,0 0 0,-8 0 1,1 0-1,2 0 1,-5 0-1,3 0 0,1 0 0,-3 0 0,1 0 0,1 0 0,6 0 0,1 0-1,0 0 1,-8 0-1,1 0 0,-1 0 1,1 0-1,0 0 0,-11 0-3,6 0 4,0 0 0,-5 0 0,9 0 0,-7 0 0,8 0 0,-8 0-1,8 0 1,-8 0-2,7 0 1,1 0-1,7 0 1,-1 0 1,-6 0 0,-1 0 0,-6 0-1,6 0 1,-6 0-1,6 0-1,-9 0 1,14 0 1,-7 0 0,10 0-1,0 0 1,-10 0 0,7 0 0,-4 0 0,-3 0 0,2 0 1,-6 0-1,6 0 1,-6 0 0,6 0-1,3 0 0,-5 0 0,3 0 0,-1 0 0,8 0 0,-8 0 1,1 0-2,2 0 0,-5 0-1,2 0 1,1 0 0,7 0 1,-8 0-1,1 0 0,2 0 0,-5 0 0,2 0 1,-6 0-1,6 0 1,1 0-1,6 0 1,-6 0-2,-1 0 1,-9 0 0,15 0 1,-16 0-2,11 0 2,-10 0 0,7 0-1,-5 0-10,-4 0 12,-13 0 0,5 0 0,-14 0 0,19 0 0,-10 0 0,8 0 0,-8 0 0,-19 0 0,-7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30T03:54:34.405"/>
    </inkml:context>
    <inkml:brush xml:id="br0">
      <inkml:brushProperty name="width" value="0.2" units="cm"/>
      <inkml:brushProperty name="height" value="0.2" units="cm"/>
      <inkml:brushProperty name="color" value="#004F8B"/>
    </inkml:brush>
  </inkml:definitions>
  <inkml:trace contextRef="#ctx0" brushRef="#br0">240 1 27012,'-22'0'-4,"0"0"1,8 0 0,-1 0 2,10 0 1,-7 0-1,5 0 0,5 0 1,-18 0 0,18 0-2,-8 0 2,1 0 0,6 0 0,-9 0 0,5 0 0,4 0 0,-16 0 0,17 0 0,-8 0 0,0 0 0,8 0 0,-8 0 0,0 0 0,8 0 0,-8 0 0,30 0 0,-6 0 0,15 0 0,-12 0 0,-2 0 0,2 0 0,-5 0 0,2 0 0,3 0 0,3 0 0,1 0 0,1 0 0,0 0 0,0 0 0,-1 0 0,1 0 0,0 0 0,0 0 0,0 0 0,-1 0 0,1 0 0,0 0 0,0 0 0,-1 0 0,1 0 0,-7 0 0,-1 0 0,3 0 0,3 0 0,-6 0 0,1 0 0,2 0 0,2 0 0,-5 0 0,1 0 0,2 0 0,-5 0 0,2 0 0,3 0 0,3 0 0,2 0 0,-1 0 0,1 0 0,0 0 0,0 0 0,-1 0 0,1 0 0,0 0 0,0 0 0,0 0 0,-1 0 0,1 0 0,0 0 0,-8 0 0,1 0 0,2 0 0,2 0 0,3 0 0,0 0 0,0 0 0,-1 0 0,1 0 0,0 0 0,0 0 0,-1 0 0,1 0 0,0 0 0,0 0 0,0 0 0,-1 0 0,1 0 0,0 0 0,0 0 0,-1 0 0,-6 0 0,-1 0 0,3 0 0,3 0 0,1 0 0,1 0 0,0 0 0,0 0 0,0 0 0,-1 0 0,1 0 0,-7 0 0,-1 0 0,3 0 0,2 0 0,3 0 0,0 0 0,0 0 0,0 0 0,-1 0 0,1 0 0,0 0 0,0 0 0,7 0 0,0 0 0,-3 0 0,-1 0 0,-4 0 0,1 0 0,0 0 0,0 0 0,7 0 0,0 0 0,0 0 0,2 0 0,-7 0 0,5 0 0,-2 0 0,2 0 0,-5 0 0,8 0 0,-3 0 0,0 0 0,7 0 0,-4 0 0,-1 0 0,0 0 0,6 0 0,-6 0 0,1 0 0,-1 0 0,8 0 0,-5 0 0,2 0 0,0 0 0,-7 0 0,8 0 0,-1 0 0,-2 0 0,7 0 0,-7 0 0,2 0 0,0 0 0,1 0 0,4 0 0,-2 0 0,-3 0 0,-7 0 0,7 0 0,0 0 0,-2 0 0,5 0 0,-10 0 0,0 0 0,3 0 0,-1 0 0,5 0 0,-4 0 0,-1 0 0,-7 0 0,8 0 0,-3 0 0,0 0 0,2 0 0,-4 0 0,5 0 0,1 0 0,-4 0 0,5 0 0,0 0 0,0 0 0,-5 0 0,7 0 0,1 0 0,-3 0 0,4 0 0,-9 0 0,0 0 0,3 0 0,-6 0 0,8 0 0,0 0 0,0 0 0,-5 0 0,5 0 0,-3 0 0,-4 0 0,4 0 0,1 0 0,-1 0 0,1 0 0,4 0 0,-4 0 0,-1 0-1,0 0 1,8 0 0,-5 0 0,2 0 0,1 0 0,-8 0 0,5 0 0,-1 0-1,1 0 1,-5 0 0,8 0 0,-1 0-1,-2 0 1,5 0 0,-8 0 0,3 0-1,5 0 1,-6 0 0,1 0 0,0 0-1,0 0 1,0 0-1,5 0 1,-5 0-1,-3 0 0,8 0 1,-5 0-1,2 0 0,0 0 1,-7 0-1,5 0 1,0 0-1,0 0 0,-8 0 0,6 0 1,-3 0-1,0 0 0,2 0 0,-4 0 0,2 0 0,-2 0 0,-3 0 0,-2 0 1,2 0-1,5 0 0,-5 0 0,5 0 0,-5 0 0,-2 0 0,0 0 0,0 0 0,-1 0 0,1 0 0,7 0 0,0 0 0,-2 0-1,-3 0 0,-2 0 0,2 0 0,3 0-5,2 0 0,0 0 1,-5 0-1,3 0-2,2 0 1,2 0 0,-4 0 0,4 0-2,3 0 1,-5 0-1,5 0 1,0 0-1,0 0 1,-5 0 0,7 0-1,3 0 2,2 0 0,-5 0 0,0 0 0,3 0 0,2 0 1,-4 0-1,-1 0 1,3 0-1,2 0 1,-3 0 0,1 0-1,2 0-1,-2 0 1,0 0-1,4 0 1,1 0-2,-1 0 1,3 0-1,3 0 1,1 0-1,-1 0 0,-1 0 0,1 0 1,4 0 0,3 0 0,-8 0 1,5 0-1,0 0 0,5 0 1,-2 0 0,0 0 0,-3 0-1,-5 0 0,8 0 0,0 0 1,2 0-2,0 0 0,-10 0 0,5 0 0,-2 0 0,0 0 0,0 0 1,-5 0-1,2 0 1,3 0 1,0 0-1,-8 0 1,1 0-1,0 0 1,2 0-1,2 0 1,3 0-2,-3 0 1,1 0 0,-1 0 0,3 0-1,-3 0 0,8 0 0,-1 0 1,3 0-1,1 0 1,-9 0 0,8 0 0,3 0 0,2 0 1,2 0-1,0 0 1,1 0-2,-1 0 1,8 0-1,-1 0 1,-2 0-1,-2 0 0,5 0 0,-1 0 0,1 0 0,2 0 0,-7 0 0,4 0 0,-4 0-1,-3 0 0,3 0 0,2 0 0,1 0-1,-9 0 0,4 0 0,-8 0 0,5 0-1,2 0 1,-7 0 0,-2 0 0,-1 0 0,1 0 1,2 0-1,7 0 1,1 0-1,-1 0 0,-7 0 0,0 0 0,3 0-1,2 0 1,2 0 0,-2 0 0,-3 0 0,-2 0 0,-7 0 1,7 0-1,0 0 1,-2 0 0,5 0 0,-8 0 0,2 0 0,6 0 0,-5 0 0,-1 0 1,-2 0 0,-4 0 0,4 0 0,-2 0 1,-3 0 0,-2 0 0,-2 0 0,-1 0 1,1 0 0,-1 0 1,1 0-1,2 0 1,2 0 0,3 0 0,0 0 0,-7 0 1,-1 0-1,1 0 0,-1 0 1,1 0-1,2 0 0,5 0 0,-5 0 0,4 0 0,-4 0 0,-2 0 1,-1 0-1,1 0 1,0 0 0,-1 0 0,1 0 0,-1 0 0,3 0 0,5 0 1,-5 0 0,5 0 0,-5 0-1,-3 0 1,1 0-1,-1 0 1,1 0-1,0 0 0,6 0 0,1 0 0,0 0 0,2 0 0,-4 0 0,6 0 0,1 0 0,0 0 0,-6 0 1,8 0-1,0 0 0,-2 0 1,5 0 0,-8 0-1,2 0 0,6 0 1,-1 0-1,1 0 1,-5 0-1,-3 0 0,7 0 0,-4 0 0,0 0 0,-6 0 1,4 0-1,-4 0 1,-1 0-1,-3 0 1,-3 0 0,1 0 0,0 0-1,-1 0 1,8 0 0,0 0-1,-3 0 0,-2 0 0,-2 0 1,-1 0-1,3 0 0,5 0 0,-8 0 1,3 0-1,-7 0 0,0 0 1,2 0-1,0 0 1,-2 0-1,-3 0 1,-7 0 0,5 0 0,0 0 0,0 0 0,-5 0 0,5 0 0,0 0 0,-1 0 0,-3 0 0,6 0 0,0 0-1,-2 0 1,7 0-1,-7 0 1,2 0-1,1 0 0,-1 0 1,7 0-1,-1 0 0,-6 0 1,5 0 0,-5 0 0,5 0 0,3 0 0,0 0 0,-1 0 0,-2 0 0,-4 0 1,4 0-1,-5 0 1,3 0-1,-3 0 0,3 0 0,-8 0 1,3 0-1,5 0 0,-1 0 0,1 0 0,-5 0 0,-3 0 0,8 0 0,-3 0 0,3 0 0,-3 0 0,6 0 0,-6 0 1,5 0-1,3 0 1,-1 0-1,-2 0 1,-2 0-1,-3 0 1,1 0 0,4 0 0,-3 0 0,-1 0 0,-8 0 0,5 0 0,-1 0-1,1 0 1,-7 0 0,2 0 0,-5 0-1,-2 0 1,0 0 0,0 0 0,-1 0-1,1 0 1,0 0-1,0 0 1,-1 0-1,1 0 1,2 0 0,3 0-1,2 0 1,-2 0 0,-3 0 0,-2 0 0,2 0 0,5 0 0,-5 0 1,5 0-1,-2 0 1,2 0 0,-5 0 0,5 0 0,-2 0 0,2 0 0,-5 0 0,7 0 0,-2 0 0,0 0 0,8 0 0,-6 0 1,1 0-2,-1 0 1,5 0 0,-4 0 0,-1 0-1,1 0 1,4 0 0,-5 0 0,1 0-1,-1 0 1,6 0-1,-6 0 1,1 0 0,-1 0 0,0 0 0,-4 0 0,2 0 0,-2 0 0,4 0 1,-2 0-1,-2 0 0,-3 0 1,5 0 0,2 0 0,1 0-1,-1 0 1,1 0 0,-6 0 0,6 0-1,2 0 1,2 0-1,5 0 1,-2 0-1,-3 0 0,3 0 0,9 0 0,3 0-1,-2 0 1,-1 0 0,0 0 0,3 0-1,-2 0 1,4 0 0,0 0 0,0 0 0,0 0 0,1 0 0,-3 0 0,4 0-1,1 0 1,-3 0 0,-7 0 0,2 0-1,3 0 0,7 0 1,-7 0-1,-3 0 0,-2 0 0,-2 0 1,0 0-1,-1 0 0,1 0 0,-1 0 0,1 0 0,-3 0 0,-5 0 1,3 0-1,-8 0 1,1 0-1,-1 0 0,-2 0 1,-4 0-1,1 0-1,3 0 0,0 0 1,-7 0-1,0 0 0,0 0 0,-1 0-1,1 0 1,-7 0 0,-1 0 0,3 0 0,-5 0 0,3 0-3,2 0 1,2 0-1,3 0 1,0 0 0,-1 0 0,1 0 3,0 0 0,0 0 0,-1 0 0,1 0 1,0 0-1,0 0 1,0 0 1,-1 0 0,1 0 0,2 0-1,5 0 1,-5 0 0,6 0-1,-6 0 1,-3 0 0,9 0 0,1 0 0,0 0 0,1 0 0,-3 0 0,-7 0 0,2 0-1,5 0 1,-5 0 0,5 0 0,-5 0-1,-2 0 1,0 0-1,0 0 1,-1 0-2,1 0 1,0 0 0,0 0-1,0 0 1,-1 0 0,1 0-1,0 0 1,0 0 0,-1 0-1,1 0 1,0 0 0,0 0 0,0 0 1,-8 0 0,1 0 0,2 0-1,2 0 1,-5 0 0,1 0 0,2 0 0,2 0 0,3 0 1,0 0-1,0 0 0,-8 0 1,1 0-1,2 0 0,2 0 1,3 0 0,-1 0 0,1 0-1,0 0 1,2 0 0,3 0 0,2 0-1,-3 0 1,1 0 0,0 0 0,2 0-1,-3 0 1,6 0-1,-1 0 1,1 0-1,-1 0 0,5 0 0,-4 0 1,-1 0-1,1 0-1,4 0 1,-4 0 0,1 0 0,6 0 0,-7 0 0,-1 0 0,-2 0-1,0 0 1,7 0 0,-7 0 0,-2 0 0,-3 0 0,0 0 0,3 0 0,2 0 0,-2 0 0,-3 0 0,-2 0 0,-1 0-1,1 0 0,0 0 0,0 0 0,0 0 1,7 0-1,0 0 1,-3 0 0,-2 0 0,-2 0 0,0 0-1,0 0 1,0 0 0,-1 0 0,1 0-1,0 0 1,7 0 0,0 0 0,-2 0-1,-3 0 1,-2 0 0,-1 0 0,1 0-1,0 0 1,0 0 0,2 0-1,2 0 0,4 0 1,-1 0 0,-5 0-1,2 0 0,3 0 1,0 0 0,-4 0-1,1 0 0,3 0 1,3 0 0,-6 0-1,3 0 0,-2 0 1,0 0-1,-1 0 1,3 0-1,-2 0 1,-3 0-1,0 0 1,3 0-1,2 0 1,0 0-1,-7 0 1,0 0-1,-1 0 1,1 0-1,0 0 1,0 0-1,-1 0 1,1 0-1,0 0 1,0 0-1,-1 0 1,1 0 0,0 0-1,0 0 0,0 0 1,-1 0 0,1 0 0,0 0 0,0 0 0,-1 0 0,1 0 0,0 0 0,0 0 0,0 0 0,-1 0 0,1 0-1,0 0 1,0 0 0,-1 0-1,1 0 1,0 0 0,0 0-2,0 0 1,-1 0-1,1 0 1,0 0 0,0 0 0,-8 0 0,1 0 0,-8 0 0,7 0 0,-6 0 1,6 0 0,-6 0-3,6 0 2,-9 0 1,14 0 0,-7 0 1,10 0 0,-7 0 1,-1 0-1,3 0 0,-5 0 0,3 0-1,2 0 1,2 0 0,3 0 0,0 0 1,-1 0-1,1 0 0,-7 0 1,-1 0-1,3 0 1,2 0-1,3 0 0,0 0 1,0 0 0,0 0-1,-1 0 1,1 0 0,0 0 0,0 0-1,-1 0 1,1 0 0,0 0-1,0 0 1,0 0 0,-1 0-1,1 0 1,0 0-1,0 0 1,-1 0 0,1 0 0,0 0-1,0 0 0,0 0 1,-1 0-1,1 0 1,-7 0-1,-1 0 1,-7 0-1,8 0 1,-8 0-1,8 0 1,-1 0-1,8 0 1,0 0-1,0 0 1,-1 0-1,1 0 0,0 0 1,-8 0-1,1 0 0,2 0 1,2 0-1,3 0 0,0 0 1,-1 0-1,1 0 0,0 0 0,0 0 0,0 0 0,-1 0 1,1 0-1,0 0 0,-8 0 1,1 0-1,2 0 1,-5 0-1,3 0 0,1 0 0,-3 0 0,1 0 0,1 0 0,6 0 0,1 0-1,0 0 1,-8 0-1,1 0 0,-1 0 1,1 0-1,0 0 0,-11 0-3,6 0 4,0 0 0,-5 0 0,9 0 0,-7 0 0,8 0 0,-8 0-1,8 0 1,-8 0-2,7 0 1,1 0-1,7 0 1,-1 0 1,-6 0 0,-1 0 0,-6 0-1,6 0 1,-6 0-1,6 0-1,-9 0 1,14 0 1,-7 0 0,10 0-1,0 0 1,-10 0 0,7 0 0,-4 0 0,-3 0 0,2 0 1,-6 0-1,6 0 1,-6 0 0,6 0-1,3 0 0,-5 0 0,3 0 0,-1 0 0,8 0 0,-8 0 1,1 0-2,2 0 0,-5 0-1,2 0 1,1 0 0,7 0 1,-8 0-1,1 0 0,2 0 0,-5 0 0,2 0 1,-6 0-1,6 0 1,1 0-1,6 0 1,-6 0-2,-1 0 1,-9 0 0,15 0 1,-16 0-2,11 0 2,-10 0 0,7 0-1,-5 0-10,-4 0 12,-13 0 0,5 0 0,-14 0 0,19 0 0,-10 0 0,8 0 0,-8 0 0,-19 0 0,-7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30T03:54:34.405"/>
    </inkml:context>
    <inkml:brush xml:id="br0">
      <inkml:brushProperty name="width" value="0.2" units="cm"/>
      <inkml:brushProperty name="height" value="0.2" units="cm"/>
      <inkml:brushProperty name="color" value="#004F8B"/>
    </inkml:brush>
  </inkml:definitions>
  <inkml:trace contextRef="#ctx0" brushRef="#br0">240 1 27012,'-22'0'-4,"0"0"1,8 0 0,-1 0 2,10 0 1,-7 0-1,5 0 0,5 0 1,-18 0 0,18 0-2,-8 0 2,1 0 0,6 0 0,-9 0 0,5 0 0,4 0 0,-16 0 0,17 0 0,-8 0 0,0 0 0,8 0 0,-8 0 0,0 0 0,8 0 0,-8 0 0,30 0 0,-6 0 0,15 0 0,-12 0 0,-2 0 0,2 0 0,-5 0 0,2 0 0,3 0 0,3 0 0,1 0 0,1 0 0,0 0 0,0 0 0,-1 0 0,1 0 0,0 0 0,0 0 0,0 0 0,-1 0 0,1 0 0,0 0 0,0 0 0,-1 0 0,1 0 0,-7 0 0,-1 0 0,3 0 0,3 0 0,-6 0 0,1 0 0,2 0 0,2 0 0,-5 0 0,1 0 0,2 0 0,-5 0 0,2 0 0,3 0 0,3 0 0,2 0 0,-1 0 0,1 0 0,0 0 0,0 0 0,-1 0 0,1 0 0,0 0 0,0 0 0,0 0 0,-1 0 0,1 0 0,0 0 0,-8 0 0,1 0 0,2 0 0,2 0 0,3 0 0,0 0 0,0 0 0,-1 0 0,1 0 0,0 0 0,0 0 0,-1 0 0,1 0 0,0 0 0,0 0 0,0 0 0,-1 0 0,1 0 0,0 0 0,0 0 0,-1 0 0,-6 0 0,-1 0 0,3 0 0,3 0 0,1 0 0,1 0 0,0 0 0,0 0 0,0 0 0,-1 0 0,1 0 0,-7 0 0,-1 0 0,3 0 0,2 0 0,3 0 0,0 0 0,0 0 0,0 0 0,-1 0 0,1 0 0,0 0 0,0 0 0,7 0 0,0 0 0,-3 0 0,-1 0 0,-4 0 0,1 0 0,0 0 0,0 0 0,7 0 0,0 0 0,0 0 0,2 0 0,-7 0 0,5 0 0,-2 0 0,2 0 0,-5 0 0,8 0 0,-3 0 0,0 0 0,7 0 0,-4 0 0,-1 0 0,0 0 0,6 0 0,-6 0 0,1 0 0,-1 0 0,8 0 0,-5 0 0,2 0 0,0 0 0,-7 0 0,8 0 0,-1 0 0,-2 0 0,7 0 0,-7 0 0,2 0 0,0 0 0,1 0 0,4 0 0,-2 0 0,-3 0 0,-7 0 0,7 0 0,0 0 0,-2 0 0,5 0 0,-10 0 0,0 0 0,3 0 0,-1 0 0,5 0 0,-4 0 0,-1 0 0,-7 0 0,8 0 0,-3 0 0,0 0 0,2 0 0,-4 0 0,5 0 0,1 0 0,-4 0 0,5 0 0,0 0 0,0 0 0,-5 0 0,7 0 0,1 0 0,-3 0 0,4 0 0,-9 0 0,0 0 0,3 0 0,-6 0 0,8 0 0,0 0 0,0 0 0,-5 0 0,5 0 0,-3 0 0,-4 0 0,4 0 0,1 0 0,-1 0 0,1 0 0,4 0 0,-4 0 0,-1 0-1,0 0 1,8 0 0,-5 0 0,2 0 0,1 0 0,-8 0 0,5 0 0,-1 0-1,1 0 1,-5 0 0,8 0 0,-1 0-1,-2 0 1,5 0 0,-8 0 0,3 0-1,5 0 1,-6 0 0,1 0 0,0 0-1,0 0 1,0 0-1,5 0 1,-5 0-1,-3 0 0,8 0 1,-5 0-1,2 0 0,0 0 1,-7 0-1,5 0 1,0 0-1,0 0 0,-8 0 0,6 0 1,-3 0-1,0 0 0,2 0 0,-4 0 0,2 0 0,-2 0 0,-3 0 0,-2 0 1,2 0-1,5 0 0,-5 0 0,5 0 0,-5 0 0,-2 0 0,0 0 0,0 0 0,-1 0 0,1 0 0,7 0 0,0 0 0,-2 0-1,-3 0 0,-2 0 0,2 0 0,3 0-5,2 0 0,0 0 1,-5 0-1,3 0-2,2 0 1,2 0 0,-4 0 0,4 0-2,3 0 1,-5 0-1,5 0 1,0 0-1,0 0 1,-5 0 0,7 0-1,3 0 2,2 0 0,-5 0 0,0 0 0,3 0 0,2 0 1,-4 0-1,-1 0 1,3 0-1,2 0 1,-3 0 0,1 0-1,2 0-1,-2 0 1,0 0-1,4 0 1,1 0-2,-1 0 1,3 0-1,3 0 1,1 0-1,-1 0 0,-1 0 0,1 0 1,4 0 0,3 0 0,-8 0 1,5 0-1,0 0 0,5 0 1,-2 0 0,0 0 0,-3 0-1,-5 0 0,8 0 0,0 0 1,2 0-2,0 0 0,-10 0 0,5 0 0,-2 0 0,0 0 0,0 0 1,-5 0-1,2 0 1,3 0 1,0 0-1,-8 0 1,1 0-1,0 0 1,2 0-1,2 0 1,3 0-2,-3 0 1,1 0 0,-1 0 0,3 0-1,-3 0 0,8 0 0,-1 0 1,3 0-1,1 0 1,-9 0 0,8 0 0,3 0 0,2 0 1,2 0-1,0 0 1,1 0-2,-1 0 1,8 0-1,-1 0 1,-2 0-1,-2 0 0,5 0 0,-1 0 0,1 0 0,2 0 0,-7 0 0,4 0 0,-4 0-1,-3 0 0,3 0 0,2 0 0,1 0-1,-9 0 0,4 0 0,-8 0 0,5 0-1,2 0 1,-7 0 0,-2 0 0,-1 0 0,1 0 1,2 0-1,7 0 1,1 0-1,-1 0 0,-7 0 0,0 0 0,3 0-1,2 0 1,2 0 0,-2 0 0,-3 0 0,-2 0 0,-7 0 1,7 0-1,0 0 1,-2 0 0,5 0 0,-8 0 0,2 0 0,6 0 0,-5 0 0,-1 0 1,-2 0 0,-4 0 0,4 0 0,-2 0 1,-3 0 0,-2 0 0,-2 0 0,-1 0 1,1 0 0,-1 0 1,1 0-1,2 0 1,2 0 0,3 0 0,0 0 0,-7 0 1,-1 0-1,1 0 0,-1 0 1,1 0-1,2 0 0,5 0 0,-5 0 0,4 0 0,-4 0 0,-2 0 1,-1 0-1,1 0 1,0 0 0,-1 0 0,1 0 0,-1 0 0,3 0 0,5 0 1,-5 0 0,5 0 0,-5 0-1,-3 0 1,1 0-1,-1 0 1,1 0-1,0 0 0,6 0 0,1 0 0,0 0 0,2 0 0,-4 0 0,6 0 0,1 0 0,0 0 0,-6 0 1,8 0-1,0 0 0,-2 0 1,5 0 0,-8 0-1,2 0 0,6 0 1,-1 0-1,1 0 1,-5 0-1,-3 0 0,7 0 0,-4 0 0,0 0 0,-6 0 1,4 0-1,-4 0 1,-1 0-1,-3 0 1,-3 0 0,1 0 0,0 0-1,-1 0 1,8 0 0,0 0-1,-3 0 0,-2 0 0,-2 0 1,-1 0-1,3 0 0,5 0 0,-8 0 1,3 0-1,-7 0 0,0 0 1,2 0-1,0 0 1,-2 0-1,-3 0 1,-7 0 0,5 0 0,0 0 0,0 0 0,-5 0 0,5 0 0,0 0 0,-1 0 0,-3 0 0,6 0 0,0 0-1,-2 0 1,7 0-1,-7 0 1,2 0-1,1 0 0,-1 0 1,7 0-1,-1 0 0,-6 0 1,5 0 0,-5 0 0,5 0 0,3 0 0,0 0 0,-1 0 0,-2 0 0,-4 0 1,4 0-1,-5 0 1,3 0-1,-3 0 0,3 0 0,-8 0 1,3 0-1,5 0 0,-1 0 0,1 0 0,-5 0 0,-3 0 0,8 0 0,-3 0 0,3 0 0,-3 0 0,6 0 0,-6 0 1,5 0-1,3 0 1,-1 0-1,-2 0 1,-2 0-1,-3 0 1,1 0 0,4 0 0,-3 0 0,-1 0 0,-8 0 0,5 0 0,-1 0-1,1 0 1,-7 0 0,2 0 0,-5 0-1,-2 0 1,0 0 0,0 0 0,-1 0-1,1 0 1,0 0-1,0 0 1,-1 0-1,1 0 1,2 0 0,3 0-1,2 0 1,-2 0 0,-3 0 0,-2 0 0,2 0 0,5 0 0,-5 0 1,5 0-1,-2 0 1,2 0 0,-5 0 0,5 0 0,-2 0 0,2 0 0,-5 0 0,7 0 0,-2 0 0,0 0 0,8 0 0,-6 0 1,1 0-2,-1 0 1,5 0 0,-4 0 0,-1 0-1,1 0 1,4 0 0,-5 0 0,1 0-1,-1 0 1,6 0-1,-6 0 1,1 0 0,-1 0 0,0 0 0,-4 0 0,2 0 0,-2 0 0,4 0 1,-2 0-1,-2 0 0,-3 0 1,5 0 0,2 0 0,1 0-1,-1 0 1,1 0 0,-6 0 0,6 0-1,2 0 1,2 0-1,5 0 1,-2 0-1,-3 0 0,3 0 0,9 0 0,3 0-1,-2 0 1,-1 0 0,0 0 0,3 0-1,-2 0 1,4 0 0,0 0 0,0 0 0,0 0 0,1 0 0,-3 0 0,4 0-1,1 0 1,-3 0 0,-7 0 0,2 0-1,3 0 0,7 0 1,-7 0-1,-3 0 0,-2 0 0,-2 0 1,0 0-1,-1 0 0,1 0 0,-1 0 0,1 0 0,-3 0 0,-5 0 1,3 0-1,-8 0 1,1 0-1,-1 0 0,-2 0 1,-4 0-1,1 0-1,3 0 0,0 0 1,-7 0-1,0 0 0,0 0 0,-1 0-1,1 0 1,-7 0 0,-1 0 0,3 0 0,-5 0 0,3 0-3,2 0 1,2 0-1,3 0 1,0 0 0,-1 0 0,1 0 3,0 0 0,0 0 0,-1 0 0,1 0 1,0 0-1,0 0 1,0 0 1,-1 0 0,1 0 0,2 0-1,5 0 1,-5 0 0,6 0-1,-6 0 1,-3 0 0,9 0 0,1 0 0,0 0 0,1 0 0,-3 0 0,-7 0 0,2 0-1,5 0 1,-5 0 0,5 0 0,-5 0-1,-2 0 1,0 0-1,0 0 1,-1 0-2,1 0 1,0 0 0,0 0-1,0 0 1,-1 0 0,1 0-1,0 0 1,0 0 0,-1 0-1,1 0 1,0 0 0,0 0 0,0 0 1,-8 0 0,1 0 0,2 0-1,2 0 1,-5 0 0,1 0 0,2 0 0,2 0 0,3 0 1,0 0-1,0 0 0,-8 0 1,1 0-1,2 0 0,2 0 1,3 0 0,-1 0 0,1 0-1,0 0 1,2 0 0,3 0 0,2 0-1,-3 0 1,1 0 0,0 0 0,2 0-1,-3 0 1,6 0-1,-1 0 1,1 0-1,-1 0 0,5 0 0,-4 0 1,-1 0-1,1 0-1,4 0 1,-4 0 0,1 0 0,6 0 0,-7 0 0,-1 0 0,-2 0-1,0 0 1,7 0 0,-7 0 0,-2 0 0,-3 0 0,0 0 0,3 0 0,2 0 0,-2 0 0,-3 0 0,-2 0 0,-1 0-1,1 0 0,0 0 0,0 0 0,0 0 1,7 0-1,0 0 1,-3 0 0,-2 0 0,-2 0 0,0 0-1,0 0 1,0 0 0,-1 0 0,1 0-1,0 0 1,7 0 0,0 0 0,-2 0-1,-3 0 1,-2 0 0,-1 0 0,1 0-1,0 0 1,0 0 0,2 0-1,2 0 0,4 0 1,-1 0 0,-5 0-1,2 0 0,3 0 1,0 0 0,-4 0-1,1 0 0,3 0 1,3 0 0,-6 0-1,3 0 0,-2 0 1,0 0-1,-1 0 1,3 0-1,-2 0 1,-3 0-1,0 0 1,3 0-1,2 0 1,0 0-1,-7 0 1,0 0-1,-1 0 1,1 0-1,0 0 1,0 0-1,-1 0 1,1 0-1,0 0 1,0 0-1,-1 0 1,1 0 0,0 0-1,0 0 0,0 0 1,-1 0 0,1 0 0,0 0 0,0 0 0,-1 0 0,1 0 0,0 0 0,0 0 0,0 0 0,-1 0 0,1 0-1,0 0 1,0 0 0,-1 0-1,1 0 1,0 0 0,0 0-2,0 0 1,-1 0-1,1 0 1,0 0 0,0 0 0,-8 0 0,1 0 0,-8 0 0,7 0 0,-6 0 1,6 0 0,-6 0-3,6 0 2,-9 0 1,14 0 0,-7 0 1,10 0 0,-7 0 1,-1 0-1,3 0 0,-5 0 0,3 0-1,2 0 1,2 0 0,3 0 0,0 0 1,-1 0-1,1 0 0,-7 0 1,-1 0-1,3 0 1,2 0-1,3 0 0,0 0 1,0 0 0,0 0-1,-1 0 1,1 0 0,0 0 0,0 0-1,-1 0 1,1 0 0,0 0-1,0 0 1,0 0 0,-1 0-1,1 0 1,0 0-1,0 0 1,-1 0 0,1 0 0,0 0-1,0 0 0,0 0 1,-1 0-1,1 0 1,-7 0-1,-1 0 1,-7 0-1,8 0 1,-8 0-1,8 0 1,-1 0-1,8 0 1,0 0-1,0 0 1,-1 0-1,1 0 0,0 0 1,-8 0-1,1 0 0,2 0 1,2 0-1,3 0 0,0 0 1,-1 0-1,1 0 0,0 0 0,0 0 0,0 0 0,-1 0 1,1 0-1,0 0 0,-8 0 1,1 0-1,2 0 1,-5 0-1,3 0 0,1 0 0,-3 0 0,1 0 0,1 0 0,6 0 0,1 0-1,0 0 1,-8 0-1,1 0 0,-1 0 1,1 0-1,0 0 0,-11 0-3,6 0 4,0 0 0,-5 0 0,9 0 0,-7 0 0,8 0 0,-8 0-1,8 0 1,-8 0-2,7 0 1,1 0-1,7 0 1,-1 0 1,-6 0 0,-1 0 0,-6 0-1,6 0 1,-6 0-1,6 0-1,-9 0 1,14 0 1,-7 0 0,10 0-1,0 0 1,-10 0 0,7 0 0,-4 0 0,-3 0 0,2 0 1,-6 0-1,6 0 1,-6 0 0,6 0-1,3 0 0,-5 0 0,3 0 0,-1 0 0,8 0 0,-8 0 1,1 0-2,2 0 0,-5 0-1,2 0 1,1 0 0,7 0 1,-8 0-1,1 0 0,2 0 0,-5 0 0,2 0 1,-6 0-1,6 0 1,1 0-1,6 0 1,-6 0-2,-1 0 1,-9 0 0,15 0 1,-16 0-2,11 0 2,-10 0 0,7 0-1,-5 0-10,-4 0 12,-13 0 0,5 0 0,-14 0 0,19 0 0,-10 0 0,8 0 0,-8 0 0,-19 0 0,-7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30T03:54:34.405"/>
    </inkml:context>
    <inkml:brush xml:id="br0">
      <inkml:brushProperty name="width" value="0.2" units="cm"/>
      <inkml:brushProperty name="height" value="0.2" units="cm"/>
      <inkml:brushProperty name="color" value="#004F8B"/>
    </inkml:brush>
  </inkml:definitions>
  <inkml:trace contextRef="#ctx0" brushRef="#br0">240 1 27012,'-22'0'-4,"0"0"1,8 0 0,-1 0 2,10 0 1,-7 0-1,5 0 0,5 0 1,-18 0 0,18 0-2,-8 0 2,1 0 0,6 0 0,-9 0 0,5 0 0,4 0 0,-16 0 0,17 0 0,-8 0 0,0 0 0,8 0 0,-8 0 0,0 0 0,8 0 0,-8 0 0,30 0 0,-6 0 0,15 0 0,-12 0 0,-2 0 0,2 0 0,-5 0 0,2 0 0,3 0 0,3 0 0,1 0 0,1 0 0,0 0 0,0 0 0,-1 0 0,1 0 0,0 0 0,0 0 0,0 0 0,-1 0 0,1 0 0,0 0 0,0 0 0,-1 0 0,1 0 0,-7 0 0,-1 0 0,3 0 0,3 0 0,-6 0 0,1 0 0,2 0 0,2 0 0,-5 0 0,1 0 0,2 0 0,-5 0 0,2 0 0,3 0 0,3 0 0,2 0 0,-1 0 0,1 0 0,0 0 0,0 0 0,-1 0 0,1 0 0,0 0 0,0 0 0,0 0 0,-1 0 0,1 0 0,0 0 0,-8 0 0,1 0 0,2 0 0,2 0 0,3 0 0,0 0 0,0 0 0,-1 0 0,1 0 0,0 0 0,0 0 0,-1 0 0,1 0 0,0 0 0,0 0 0,0 0 0,-1 0 0,1 0 0,0 0 0,0 0 0,-1 0 0,-6 0 0,-1 0 0,3 0 0,3 0 0,1 0 0,1 0 0,0 0 0,0 0 0,0 0 0,-1 0 0,1 0 0,-7 0 0,-1 0 0,3 0 0,2 0 0,3 0 0,0 0 0,0 0 0,0 0 0,-1 0 0,1 0 0,0 0 0,0 0 0,7 0 0,0 0 0,-3 0 0,-1 0 0,-4 0 0,1 0 0,0 0 0,0 0 0,7 0 0,0 0 0,0 0 0,2 0 0,-7 0 0,5 0 0,-2 0 0,2 0 0,-5 0 0,8 0 0,-3 0 0,0 0 0,7 0 0,-4 0 0,-1 0 0,0 0 0,6 0 0,-6 0 0,1 0 0,-1 0 0,8 0 0,-5 0 0,2 0 0,0 0 0,-7 0 0,8 0 0,-1 0 0,-2 0 0,7 0 0,-7 0 0,2 0 0,0 0 0,1 0 0,4 0 0,-2 0 0,-3 0 0,-7 0 0,7 0 0,0 0 0,-2 0 0,5 0 0,-10 0 0,0 0 0,3 0 0,-1 0 0,5 0 0,-4 0 0,-1 0 0,-7 0 0,8 0 0,-3 0 0,0 0 0,2 0 0,-4 0 0,5 0 0,1 0 0,-4 0 0,5 0 0,0 0 0,0 0 0,-5 0 0,7 0 0,1 0 0,-3 0 0,4 0 0,-9 0 0,0 0 0,3 0 0,-6 0 0,8 0 0,0 0 0,0 0 0,-5 0 0,5 0 0,-3 0 0,-4 0 0,4 0 0,1 0 0,-1 0 0,1 0 0,4 0 0,-4 0 0,-1 0-1,0 0 1,8 0 0,-5 0 0,2 0 0,1 0 0,-8 0 0,5 0 0,-1 0-1,1 0 1,-5 0 0,8 0 0,-1 0-1,-2 0 1,5 0 0,-8 0 0,3 0-1,5 0 1,-6 0 0,1 0 0,0 0-1,0 0 1,0 0-1,5 0 1,-5 0-1,-3 0 0,8 0 1,-5 0-1,2 0 0,0 0 1,-7 0-1,5 0 1,0 0-1,0 0 0,-8 0 0,6 0 1,-3 0-1,0 0 0,2 0 0,-4 0 0,2 0 0,-2 0 0,-3 0 0,-2 0 1,2 0-1,5 0 0,-5 0 0,5 0 0,-5 0 0,-2 0 0,0 0 0,0 0 0,-1 0 0,1 0 0,7 0 0,0 0 0,-2 0-1,-3 0 0,-2 0 0,2 0 0,3 0-5,2 0 0,0 0 1,-5 0-1,3 0-2,2 0 1,2 0 0,-4 0 0,4 0-2,3 0 1,-5 0-1,5 0 1,0 0-1,0 0 1,-5 0 0,7 0-1,3 0 2,2 0 0,-5 0 0,0 0 0,3 0 0,2 0 1,-4 0-1,-1 0 1,3 0-1,2 0 1,-3 0 0,1 0-1,2 0-1,-2 0 1,0 0-1,4 0 1,1 0-2,-1 0 1,3 0-1,3 0 1,1 0-1,-1 0 0,-1 0 0,1 0 1,4 0 0,3 0 0,-8 0 1,5 0-1,0 0 0,5 0 1,-2 0 0,0 0 0,-3 0-1,-5 0 0,8 0 0,0 0 1,2 0-2,0 0 0,-10 0 0,5 0 0,-2 0 0,0 0 0,0 0 1,-5 0-1,2 0 1,3 0 1,0 0-1,-8 0 1,1 0-1,0 0 1,2 0-1,2 0 1,3 0-2,-3 0 1,1 0 0,-1 0 0,3 0-1,-3 0 0,8 0 0,-1 0 1,3 0-1,1 0 1,-9 0 0,8 0 0,3 0 0,2 0 1,2 0-1,0 0 1,1 0-2,-1 0 1,8 0-1,-1 0 1,-2 0-1,-2 0 0,5 0 0,-1 0 0,1 0 0,2 0 0,-7 0 0,4 0 0,-4 0-1,-3 0 0,3 0 0,2 0 0,1 0-1,-9 0 0,4 0 0,-8 0 0,5 0-1,2 0 1,-7 0 0,-2 0 0,-1 0 0,1 0 1,2 0-1,7 0 1,1 0-1,-1 0 0,-7 0 0,0 0 0,3 0-1,2 0 1,2 0 0,-2 0 0,-3 0 0,-2 0 0,-7 0 1,7 0-1,0 0 1,-2 0 0,5 0 0,-8 0 0,2 0 0,6 0 0,-5 0 0,-1 0 1,-2 0 0,-4 0 0,4 0 0,-2 0 1,-3 0 0,-2 0 0,-2 0 0,-1 0 1,1 0 0,-1 0 1,1 0-1,2 0 1,2 0 0,3 0 0,0 0 0,-7 0 1,-1 0-1,1 0 0,-1 0 1,1 0-1,2 0 0,5 0 0,-5 0 0,4 0 0,-4 0 0,-2 0 1,-1 0-1,1 0 1,0 0 0,-1 0 0,1 0 0,-1 0 0,3 0 0,5 0 1,-5 0 0,5 0 0,-5 0-1,-3 0 1,1 0-1,-1 0 1,1 0-1,0 0 0,6 0 0,1 0 0,0 0 0,2 0 0,-4 0 0,6 0 0,1 0 0,0 0 0,-6 0 1,8 0-1,0 0 0,-2 0 1,5 0 0,-8 0-1,2 0 0,6 0 1,-1 0-1,1 0 1,-5 0-1,-3 0 0,7 0 0,-4 0 0,0 0 0,-6 0 1,4 0-1,-4 0 1,-1 0-1,-3 0 1,-3 0 0,1 0 0,0 0-1,-1 0 1,8 0 0,0 0-1,-3 0 0,-2 0 0,-2 0 1,-1 0-1,3 0 0,5 0 0,-8 0 1,3 0-1,-7 0 0,0 0 1,2 0-1,0 0 1,-2 0-1,-3 0 1,-7 0 0,5 0 0,0 0 0,0 0 0,-5 0 0,5 0 0,0 0 0,-1 0 0,-3 0 0,6 0 0,0 0-1,-2 0 1,7 0-1,-7 0 1,2 0-1,1 0 0,-1 0 1,7 0-1,-1 0 0,-6 0 1,5 0 0,-5 0 0,5 0 0,3 0 0,0 0 0,-1 0 0,-2 0 0,-4 0 1,4 0-1,-5 0 1,3 0-1,-3 0 0,3 0 0,-8 0 1,3 0-1,5 0 0,-1 0 0,1 0 0,-5 0 0,-3 0 0,8 0 0,-3 0 0,3 0 0,-3 0 0,6 0 0,-6 0 1,5 0-1,3 0 1,-1 0-1,-2 0 1,-2 0-1,-3 0 1,1 0 0,4 0 0,-3 0 0,-1 0 0,-8 0 0,5 0 0,-1 0-1,1 0 1,-7 0 0,2 0 0,-5 0-1,-2 0 1,0 0 0,0 0 0,-1 0-1,1 0 1,0 0-1,0 0 1,-1 0-1,1 0 1,2 0 0,3 0-1,2 0 1,-2 0 0,-3 0 0,-2 0 0,2 0 0,5 0 0,-5 0 1,5 0-1,-2 0 1,2 0 0,-5 0 0,5 0 0,-2 0 0,2 0 0,-5 0 0,7 0 0,-2 0 0,0 0 0,8 0 0,-6 0 1,1 0-2,-1 0 1,5 0 0,-4 0 0,-1 0-1,1 0 1,4 0 0,-5 0 0,1 0-1,-1 0 1,6 0-1,-6 0 1,1 0 0,-1 0 0,0 0 0,-4 0 0,2 0 0,-2 0 0,4 0 1,-2 0-1,-2 0 0,-3 0 1,5 0 0,2 0 0,1 0-1,-1 0 1,1 0 0,-6 0 0,6 0-1,2 0 1,2 0-1,5 0 1,-2 0-1,-3 0 0,3 0 0,9 0 0,3 0-1,-2 0 1,-1 0 0,0 0 0,3 0-1,-2 0 1,4 0 0,0 0 0,0 0 0,0 0 0,1 0 0,-3 0 0,4 0-1,1 0 1,-3 0 0,-7 0 0,2 0-1,3 0 0,7 0 1,-7 0-1,-3 0 0,-2 0 0,-2 0 1,0 0-1,-1 0 0,1 0 0,-1 0 0,1 0 0,-3 0 0,-5 0 1,3 0-1,-8 0 1,1 0-1,-1 0 0,-2 0 1,-4 0-1,1 0-1,3 0 0,0 0 1,-7 0-1,0 0 0,0 0 0,-1 0-1,1 0 1,-7 0 0,-1 0 0,3 0 0,-5 0 0,3 0-3,2 0 1,2 0-1,3 0 1,0 0 0,-1 0 0,1 0 3,0 0 0,0 0 0,-1 0 0,1 0 1,0 0-1,0 0 1,0 0 1,-1 0 0,1 0 0,2 0-1,5 0 1,-5 0 0,6 0-1,-6 0 1,-3 0 0,9 0 0,1 0 0,0 0 0,1 0 0,-3 0 0,-7 0 0,2 0-1,5 0 1,-5 0 0,5 0 0,-5 0-1,-2 0 1,0 0-1,0 0 1,-1 0-2,1 0 1,0 0 0,0 0-1,0 0 1,-1 0 0,1 0-1,0 0 1,0 0 0,-1 0-1,1 0 1,0 0 0,0 0 0,0 0 1,-8 0 0,1 0 0,2 0-1,2 0 1,-5 0 0,1 0 0,2 0 0,2 0 0,3 0 1,0 0-1,0 0 0,-8 0 1,1 0-1,2 0 0,2 0 1,3 0 0,-1 0 0,1 0-1,0 0 1,2 0 0,3 0 0,2 0-1,-3 0 1,1 0 0,0 0 0,2 0-1,-3 0 1,6 0-1,-1 0 1,1 0-1,-1 0 0,5 0 0,-4 0 1,-1 0-1,1 0-1,4 0 1,-4 0 0,1 0 0,6 0 0,-7 0 0,-1 0 0,-2 0-1,0 0 1,7 0 0,-7 0 0,-2 0 0,-3 0 0,0 0 0,3 0 0,2 0 0,-2 0 0,-3 0 0,-2 0 0,-1 0-1,1 0 0,0 0 0,0 0 0,0 0 1,7 0-1,0 0 1,-3 0 0,-2 0 0,-2 0 0,0 0-1,0 0 1,0 0 0,-1 0 0,1 0-1,0 0 1,7 0 0,0 0 0,-2 0-1,-3 0 1,-2 0 0,-1 0 0,1 0-1,0 0 1,0 0 0,2 0-1,2 0 0,4 0 1,-1 0 0,-5 0-1,2 0 0,3 0 1,0 0 0,-4 0-1,1 0 0,3 0 1,3 0 0,-6 0-1,3 0 0,-2 0 1,0 0-1,-1 0 1,3 0-1,-2 0 1,-3 0-1,0 0 1,3 0-1,2 0 1,0 0-1,-7 0 1,0 0-1,-1 0 1,1 0-1,0 0 1,0 0-1,-1 0 1,1 0-1,0 0 1,0 0-1,-1 0 1,1 0 0,0 0-1,0 0 0,0 0 1,-1 0 0,1 0 0,0 0 0,0 0 0,-1 0 0,1 0 0,0 0 0,0 0 0,0 0 0,-1 0 0,1 0-1,0 0 1,0 0 0,-1 0-1,1 0 1,0 0 0,0 0-2,0 0 1,-1 0-1,1 0 1,0 0 0,0 0 0,-8 0 0,1 0 0,-8 0 0,7 0 0,-6 0 1,6 0 0,-6 0-3,6 0 2,-9 0 1,14 0 0,-7 0 1,10 0 0,-7 0 1,-1 0-1,3 0 0,-5 0 0,3 0-1,2 0 1,2 0 0,3 0 0,0 0 1,-1 0-1,1 0 0,-7 0 1,-1 0-1,3 0 1,2 0-1,3 0 0,0 0 1,0 0 0,0 0-1,-1 0 1,1 0 0,0 0 0,0 0-1,-1 0 1,1 0 0,0 0-1,0 0 1,0 0 0,-1 0-1,1 0 1,0 0-1,0 0 1,-1 0 0,1 0 0,0 0-1,0 0 0,0 0 1,-1 0-1,1 0 1,-7 0-1,-1 0 1,-7 0-1,8 0 1,-8 0-1,8 0 1,-1 0-1,8 0 1,0 0-1,0 0 1,-1 0-1,1 0 0,0 0 1,-8 0-1,1 0 0,2 0 1,2 0-1,3 0 0,0 0 1,-1 0-1,1 0 0,0 0 0,0 0 0,0 0 0,-1 0 1,1 0-1,0 0 0,-8 0 1,1 0-1,2 0 1,-5 0-1,3 0 0,1 0 0,-3 0 0,1 0 0,1 0 0,6 0 0,1 0-1,0 0 1,-8 0-1,1 0 0,-1 0 1,1 0-1,0 0 0,-11 0-3,6 0 4,0 0 0,-5 0 0,9 0 0,-7 0 0,8 0 0,-8 0-1,8 0 1,-8 0-2,7 0 1,1 0-1,7 0 1,-1 0 1,-6 0 0,-1 0 0,-6 0-1,6 0 1,-6 0-1,6 0-1,-9 0 1,14 0 1,-7 0 0,10 0-1,0 0 1,-10 0 0,7 0 0,-4 0 0,-3 0 0,2 0 1,-6 0-1,6 0 1,-6 0 0,6 0-1,3 0 0,-5 0 0,3 0 0,-1 0 0,8 0 0,-8 0 1,1 0-2,2 0 0,-5 0-1,2 0 1,1 0 0,7 0 1,-8 0-1,1 0 0,2 0 0,-5 0 0,2 0 1,-6 0-1,6 0 1,1 0-1,6 0 1,-6 0-2,-1 0 1,-9 0 0,15 0 1,-16 0-2,11 0 2,-10 0 0,7 0-1,-5 0-10,-4 0 12,-13 0 0,5 0 0,-14 0 0,19 0 0,-10 0 0,8 0 0,-8 0 0,-19 0 0,-7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30T03:54:34.405"/>
    </inkml:context>
    <inkml:brush xml:id="br0">
      <inkml:brushProperty name="width" value="0.2" units="cm"/>
      <inkml:brushProperty name="height" value="0.2" units="cm"/>
      <inkml:brushProperty name="color" value="#004F8B"/>
    </inkml:brush>
  </inkml:definitions>
  <inkml:trace contextRef="#ctx0" brushRef="#br0">240 1 27012,'-22'0'-4,"0"0"1,8 0 0,-1 0 2,10 0 1,-7 0-1,5 0 0,5 0 1,-18 0 0,18 0-2,-8 0 2,1 0 0,6 0 0,-9 0 0,5 0 0,4 0 0,-16 0 0,17 0 0,-8 0 0,0 0 0,8 0 0,-8 0 0,0 0 0,8 0 0,-8 0 0,30 0 0,-6 0 0,15 0 0,-12 0 0,-2 0 0,2 0 0,-5 0 0,2 0 0,3 0 0,3 0 0,1 0 0,1 0 0,0 0 0,0 0 0,-1 0 0,1 0 0,0 0 0,0 0 0,0 0 0,-1 0 0,1 0 0,0 0 0,0 0 0,-1 0 0,1 0 0,-7 0 0,-1 0 0,3 0 0,3 0 0,-6 0 0,1 0 0,2 0 0,2 0 0,-5 0 0,1 0 0,2 0 0,-5 0 0,2 0 0,3 0 0,3 0 0,2 0 0,-1 0 0,1 0 0,0 0 0,0 0 0,-1 0 0,1 0 0,0 0 0,0 0 0,0 0 0,-1 0 0,1 0 0,0 0 0,-8 0 0,1 0 0,2 0 0,2 0 0,3 0 0,0 0 0,0 0 0,-1 0 0,1 0 0,0 0 0,0 0 0,-1 0 0,1 0 0,0 0 0,0 0 0,0 0 0,-1 0 0,1 0 0,0 0 0,0 0 0,-1 0 0,-6 0 0,-1 0 0,3 0 0,3 0 0,1 0 0,1 0 0,0 0 0,0 0 0,0 0 0,-1 0 0,1 0 0,-7 0 0,-1 0 0,3 0 0,2 0 0,3 0 0,0 0 0,0 0 0,0 0 0,-1 0 0,1 0 0,0 0 0,0 0 0,7 0 0,0 0 0,-3 0 0,-1 0 0,-4 0 0,1 0 0,0 0 0,0 0 0,7 0 0,0 0 0,0 0 0,2 0 0,-7 0 0,5 0 0,-2 0 0,2 0 0,-5 0 0,8 0 0,-3 0 0,0 0 0,7 0 0,-4 0 0,-1 0 0,0 0 0,6 0 0,-6 0 0,1 0 0,-1 0 0,8 0 0,-5 0 0,2 0 0,0 0 0,-7 0 0,8 0 0,-1 0 0,-2 0 0,7 0 0,-7 0 0,2 0 0,0 0 0,1 0 0,4 0 0,-2 0 0,-3 0 0,-7 0 0,7 0 0,0 0 0,-2 0 0,5 0 0,-10 0 0,0 0 0,3 0 0,-1 0 0,5 0 0,-4 0 0,-1 0 0,-7 0 0,8 0 0,-3 0 0,0 0 0,2 0 0,-4 0 0,5 0 0,1 0 0,-4 0 0,5 0 0,0 0 0,0 0 0,-5 0 0,7 0 0,1 0 0,-3 0 0,4 0 0,-9 0 0,0 0 0,3 0 0,-6 0 0,8 0 0,0 0 0,0 0 0,-5 0 0,5 0 0,-3 0 0,-4 0 0,4 0 0,1 0 0,-1 0 0,1 0 0,4 0 0,-4 0 0,-1 0-1,0 0 1,8 0 0,-5 0 0,2 0 0,1 0 0,-8 0 0,5 0 0,-1 0-1,1 0 1,-5 0 0,8 0 0,-1 0-1,-2 0 1,5 0 0,-8 0 0,3 0-1,5 0 1,-6 0 0,1 0 0,0 0-1,0 0 1,0 0-1,5 0 1,-5 0-1,-3 0 0,8 0 1,-5 0-1,2 0 0,0 0 1,-7 0-1,5 0 1,0 0-1,0 0 0,-8 0 0,6 0 1,-3 0-1,0 0 0,2 0 0,-4 0 0,2 0 0,-2 0 0,-3 0 0,-2 0 1,2 0-1,5 0 0,-5 0 0,5 0 0,-5 0 0,-2 0 0,0 0 0,0 0 0,-1 0 0,1 0 0,7 0 0,0 0 0,-2 0-1,-3 0 0,-2 0 0,2 0 0,3 0-5,2 0 0,0 0 1,-5 0-1,3 0-2,2 0 1,2 0 0,-4 0 0,4 0-2,3 0 1,-5 0-1,5 0 1,0 0-1,0 0 1,-5 0 0,7 0-1,3 0 2,2 0 0,-5 0 0,0 0 0,3 0 0,2 0 1,-4 0-1,-1 0 1,3 0-1,2 0 1,-3 0 0,1 0-1,2 0-1,-2 0 1,0 0-1,4 0 1,1 0-2,-1 0 1,3 0-1,3 0 1,1 0-1,-1 0 0,-1 0 0,1 0 1,4 0 0,3 0 0,-8 0 1,5 0-1,0 0 0,5 0 1,-2 0 0,0 0 0,-3 0-1,-5 0 0,8 0 0,0 0 1,2 0-2,0 0 0,-10 0 0,5 0 0,-2 0 0,0 0 0,0 0 1,-5 0-1,2 0 1,3 0 1,0 0-1,-8 0 1,1 0-1,0 0 1,2 0-1,2 0 1,3 0-2,-3 0 1,1 0 0,-1 0 0,3 0-1,-3 0 0,8 0 0,-1 0 1,3 0-1,1 0 1,-9 0 0,8 0 0,3 0 0,2 0 1,2 0-1,0 0 1,1 0-2,-1 0 1,8 0-1,-1 0 1,-2 0-1,-2 0 0,5 0 0,-1 0 0,1 0 0,2 0 0,-7 0 0,4 0 0,-4 0-1,-3 0 0,3 0 0,2 0 0,1 0-1,-9 0 0,4 0 0,-8 0 0,5 0-1,2 0 1,-7 0 0,-2 0 0,-1 0 0,1 0 1,2 0-1,7 0 1,1 0-1,-1 0 0,-7 0 0,0 0 0,3 0-1,2 0 1,2 0 0,-2 0 0,-3 0 0,-2 0 0,-7 0 1,7 0-1,0 0 1,-2 0 0,5 0 0,-8 0 0,2 0 0,6 0 0,-5 0 0,-1 0 1,-2 0 0,-4 0 0,4 0 0,-2 0 1,-3 0 0,-2 0 0,-2 0 0,-1 0 1,1 0 0,-1 0 1,1 0-1,2 0 1,2 0 0,3 0 0,0 0 0,-7 0 1,-1 0-1,1 0 0,-1 0 1,1 0-1,2 0 0,5 0 0,-5 0 0,4 0 0,-4 0 0,-2 0 1,-1 0-1,1 0 1,0 0 0,-1 0 0,1 0 0,-1 0 0,3 0 0,5 0 1,-5 0 0,5 0 0,-5 0-1,-3 0 1,1 0-1,-1 0 1,1 0-1,0 0 0,6 0 0,1 0 0,0 0 0,2 0 0,-4 0 0,6 0 0,1 0 0,0 0 0,-6 0 1,8 0-1,0 0 0,-2 0 1,5 0 0,-8 0-1,2 0 0,6 0 1,-1 0-1,1 0 1,-5 0-1,-3 0 0,7 0 0,-4 0 0,0 0 0,-6 0 1,4 0-1,-4 0 1,-1 0-1,-3 0 1,-3 0 0,1 0 0,0 0-1,-1 0 1,8 0 0,0 0-1,-3 0 0,-2 0 0,-2 0 1,-1 0-1,3 0 0,5 0 0,-8 0 1,3 0-1,-7 0 0,0 0 1,2 0-1,0 0 1,-2 0-1,-3 0 1,-7 0 0,5 0 0,0 0 0,0 0 0,-5 0 0,5 0 0,0 0 0,-1 0 0,-3 0 0,6 0 0,0 0-1,-2 0 1,7 0-1,-7 0 1,2 0-1,1 0 0,-1 0 1,7 0-1,-1 0 0,-6 0 1,5 0 0,-5 0 0,5 0 0,3 0 0,0 0 0,-1 0 0,-2 0 0,-4 0 1,4 0-1,-5 0 1,3 0-1,-3 0 0,3 0 0,-8 0 1,3 0-1,5 0 0,-1 0 0,1 0 0,-5 0 0,-3 0 0,8 0 0,-3 0 0,3 0 0,-3 0 0,6 0 0,-6 0 1,5 0-1,3 0 1,-1 0-1,-2 0 1,-2 0-1,-3 0 1,1 0 0,4 0 0,-3 0 0,-1 0 0,-8 0 0,5 0 0,-1 0-1,1 0 1,-7 0 0,2 0 0,-5 0-1,-2 0 1,0 0 0,0 0 0,-1 0-1,1 0 1,0 0-1,0 0 1,-1 0-1,1 0 1,2 0 0,3 0-1,2 0 1,-2 0 0,-3 0 0,-2 0 0,2 0 0,5 0 0,-5 0 1,5 0-1,-2 0 1,2 0 0,-5 0 0,5 0 0,-2 0 0,2 0 0,-5 0 0,7 0 0,-2 0 0,0 0 0,8 0 0,-6 0 1,1 0-2,-1 0 1,5 0 0,-4 0 0,-1 0-1,1 0 1,4 0 0,-5 0 0,1 0-1,-1 0 1,6 0-1,-6 0 1,1 0 0,-1 0 0,0 0 0,-4 0 0,2 0 0,-2 0 0,4 0 1,-2 0-1,-2 0 0,-3 0 1,5 0 0,2 0 0,1 0-1,-1 0 1,1 0 0,-6 0 0,6 0-1,2 0 1,2 0-1,5 0 1,-2 0-1,-3 0 0,3 0 0,9 0 0,3 0-1,-2 0 1,-1 0 0,0 0 0,3 0-1,-2 0 1,4 0 0,0 0 0,0 0 0,0 0 0,1 0 0,-3 0 0,4 0-1,1 0 1,-3 0 0,-7 0 0,2 0-1,3 0 0,7 0 1,-7 0-1,-3 0 0,-2 0 0,-2 0 1,0 0-1,-1 0 0,1 0 0,-1 0 0,1 0 0,-3 0 0,-5 0 1,3 0-1,-8 0 1,1 0-1,-1 0 0,-2 0 1,-4 0-1,1 0-1,3 0 0,0 0 1,-7 0-1,0 0 0,0 0 0,-1 0-1,1 0 1,-7 0 0,-1 0 0,3 0 0,-5 0 0,3 0-3,2 0 1,2 0-1,3 0 1,0 0 0,-1 0 0,1 0 3,0 0 0,0 0 0,-1 0 0,1 0 1,0 0-1,0 0 1,0 0 1,-1 0 0,1 0 0,2 0-1,5 0 1,-5 0 0,6 0-1,-6 0 1,-3 0 0,9 0 0,1 0 0,0 0 0,1 0 0,-3 0 0,-7 0 0,2 0-1,5 0 1,-5 0 0,5 0 0,-5 0-1,-2 0 1,0 0-1,0 0 1,-1 0-2,1 0 1,0 0 0,0 0-1,0 0 1,-1 0 0,1 0-1,0 0 1,0 0 0,-1 0-1,1 0 1,0 0 0,0 0 0,0 0 1,-8 0 0,1 0 0,2 0-1,2 0 1,-5 0 0,1 0 0,2 0 0,2 0 0,3 0 1,0 0-1,0 0 0,-8 0 1,1 0-1,2 0 0,2 0 1,3 0 0,-1 0 0,1 0-1,0 0 1,2 0 0,3 0 0,2 0-1,-3 0 1,1 0 0,0 0 0,2 0-1,-3 0 1,6 0-1,-1 0 1,1 0-1,-1 0 0,5 0 0,-4 0 1,-1 0-1,1 0-1,4 0 1,-4 0 0,1 0 0,6 0 0,-7 0 0,-1 0 0,-2 0-1,0 0 1,7 0 0,-7 0 0,-2 0 0,-3 0 0,0 0 0,3 0 0,2 0 0,-2 0 0,-3 0 0,-2 0 0,-1 0-1,1 0 0,0 0 0,0 0 0,0 0 1,7 0-1,0 0 1,-3 0 0,-2 0 0,-2 0 0,0 0-1,0 0 1,0 0 0,-1 0 0,1 0-1,0 0 1,7 0 0,0 0 0,-2 0-1,-3 0 1,-2 0 0,-1 0 0,1 0-1,0 0 1,0 0 0,2 0-1,2 0 0,4 0 1,-1 0 0,-5 0-1,2 0 0,3 0 1,0 0 0,-4 0-1,1 0 0,3 0 1,3 0 0,-6 0-1,3 0 0,-2 0 1,0 0-1,-1 0 1,3 0-1,-2 0 1,-3 0-1,0 0 1,3 0-1,2 0 1,0 0-1,-7 0 1,0 0-1,-1 0 1,1 0-1,0 0 1,0 0-1,-1 0 1,1 0-1,0 0 1,0 0-1,-1 0 1,1 0 0,0 0-1,0 0 0,0 0 1,-1 0 0,1 0 0,0 0 0,0 0 0,-1 0 0,1 0 0,0 0 0,0 0 0,0 0 0,-1 0 0,1 0-1,0 0 1,0 0 0,-1 0-1,1 0 1,0 0 0,0 0-2,0 0 1,-1 0-1,1 0 1,0 0 0,0 0 0,-8 0 0,1 0 0,-8 0 0,7 0 0,-6 0 1,6 0 0,-6 0-3,6 0 2,-9 0 1,14 0 0,-7 0 1,10 0 0,-7 0 1,-1 0-1,3 0 0,-5 0 0,3 0-1,2 0 1,2 0 0,3 0 0,0 0 1,-1 0-1,1 0 0,-7 0 1,-1 0-1,3 0 1,2 0-1,3 0 0,0 0 1,0 0 0,0 0-1,-1 0 1,1 0 0,0 0 0,0 0-1,-1 0 1,1 0 0,0 0-1,0 0 1,0 0 0,-1 0-1,1 0 1,0 0-1,0 0 1,-1 0 0,1 0 0,0 0-1,0 0 0,0 0 1,-1 0-1,1 0 1,-7 0-1,-1 0 1,-7 0-1,8 0 1,-8 0-1,8 0 1,-1 0-1,8 0 1,0 0-1,0 0 1,-1 0-1,1 0 0,0 0 1,-8 0-1,1 0 0,2 0 1,2 0-1,3 0 0,0 0 1,-1 0-1,1 0 0,0 0 0,0 0 0,0 0 0,-1 0 1,1 0-1,0 0 0,-8 0 1,1 0-1,2 0 1,-5 0-1,3 0 0,1 0 0,-3 0 0,1 0 0,1 0 0,6 0 0,1 0-1,0 0 1,-8 0-1,1 0 0,-1 0 1,1 0-1,0 0 0,-11 0-3,6 0 4,0 0 0,-5 0 0,9 0 0,-7 0 0,8 0 0,-8 0-1,8 0 1,-8 0-2,7 0 1,1 0-1,7 0 1,-1 0 1,-6 0 0,-1 0 0,-6 0-1,6 0 1,-6 0-1,6 0-1,-9 0 1,14 0 1,-7 0 0,10 0-1,0 0 1,-10 0 0,7 0 0,-4 0 0,-3 0 0,2 0 1,-6 0-1,6 0 1,-6 0 0,6 0-1,3 0 0,-5 0 0,3 0 0,-1 0 0,8 0 0,-8 0 1,1 0-2,2 0 0,-5 0-1,2 0 1,1 0 0,7 0 1,-8 0-1,1 0 0,2 0 0,-5 0 0,2 0 1,-6 0-1,6 0 1,1 0-1,6 0 1,-6 0-2,-1 0 1,-9 0 0,15 0 1,-16 0-2,11 0 2,-10 0 0,7 0-1,-5 0-10,-4 0 12,-13 0 0,5 0 0,-14 0 0,19 0 0,-10 0 0,8 0 0,-8 0 0,-19 0 0,-7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30T03:54:34.405"/>
    </inkml:context>
    <inkml:brush xml:id="br0">
      <inkml:brushProperty name="width" value="0.2" units="cm"/>
      <inkml:brushProperty name="height" value="0.2" units="cm"/>
      <inkml:brushProperty name="color" value="#004F8B"/>
    </inkml:brush>
  </inkml:definitions>
  <inkml:trace contextRef="#ctx0" brushRef="#br0">240 1 27012,'-22'0'-4,"0"0"1,8 0 0,-1 0 2,10 0 1,-7 0-1,5 0 0,5 0 1,-18 0 0,18 0-2,-8 0 2,1 0 0,6 0 0,-9 0 0,5 0 0,4 0 0,-16 0 0,17 0 0,-8 0 0,0 0 0,8 0 0,-8 0 0,0 0 0,8 0 0,-8 0 0,30 0 0,-6 0 0,15 0 0,-12 0 0,-2 0 0,2 0 0,-5 0 0,2 0 0,3 0 0,3 0 0,1 0 0,1 0 0,0 0 0,0 0 0,-1 0 0,1 0 0,0 0 0,0 0 0,0 0 0,-1 0 0,1 0 0,0 0 0,0 0 0,-1 0 0,1 0 0,-7 0 0,-1 0 0,3 0 0,3 0 0,-6 0 0,1 0 0,2 0 0,2 0 0,-5 0 0,1 0 0,2 0 0,-5 0 0,2 0 0,3 0 0,3 0 0,2 0 0,-1 0 0,1 0 0,0 0 0,0 0 0,-1 0 0,1 0 0,0 0 0,0 0 0,0 0 0,-1 0 0,1 0 0,0 0 0,-8 0 0,1 0 0,2 0 0,2 0 0,3 0 0,0 0 0,0 0 0,-1 0 0,1 0 0,0 0 0,0 0 0,-1 0 0,1 0 0,0 0 0,0 0 0,0 0 0,-1 0 0,1 0 0,0 0 0,0 0 0,-1 0 0,-6 0 0,-1 0 0,3 0 0,3 0 0,1 0 0,1 0 0,0 0 0,0 0 0,0 0 0,-1 0 0,1 0 0,-7 0 0,-1 0 0,3 0 0,2 0 0,3 0 0,0 0 0,0 0 0,0 0 0,-1 0 0,1 0 0,0 0 0,0 0 0,7 0 0,0 0 0,-3 0 0,-1 0 0,-4 0 0,1 0 0,0 0 0,0 0 0,7 0 0,0 0 0,0 0 0,2 0 0,-7 0 0,5 0 0,-2 0 0,2 0 0,-5 0 0,8 0 0,-3 0 0,0 0 0,7 0 0,-4 0 0,-1 0 0,0 0 0,6 0 0,-6 0 0,1 0 0,-1 0 0,8 0 0,-5 0 0,2 0 0,0 0 0,-7 0 0,8 0 0,-1 0 0,-2 0 0,7 0 0,-7 0 0,2 0 0,0 0 0,1 0 0,4 0 0,-2 0 0,-3 0 0,-7 0 0,7 0 0,0 0 0,-2 0 0,5 0 0,-10 0 0,0 0 0,3 0 0,-1 0 0,5 0 0,-4 0 0,-1 0 0,-7 0 0,8 0 0,-3 0 0,0 0 0,2 0 0,-4 0 0,5 0 0,1 0 0,-4 0 0,5 0 0,0 0 0,0 0 0,-5 0 0,7 0 0,1 0 0,-3 0 0,4 0 0,-9 0 0,0 0 0,3 0 0,-6 0 0,8 0 0,0 0 0,0 0 0,-5 0 0,5 0 0,-3 0 0,-4 0 0,4 0 0,1 0 0,-1 0 0,1 0 0,4 0 0,-4 0 0,-1 0-1,0 0 1,8 0 0,-5 0 0,2 0 0,1 0 0,-8 0 0,5 0 0,-1 0-1,1 0 1,-5 0 0,8 0 0,-1 0-1,-2 0 1,5 0 0,-8 0 0,3 0-1,5 0 1,-6 0 0,1 0 0,0 0-1,0 0 1,0 0-1,5 0 1,-5 0-1,-3 0 0,8 0 1,-5 0-1,2 0 0,0 0 1,-7 0-1,5 0 1,0 0-1,0 0 0,-8 0 0,6 0 1,-3 0-1,0 0 0,2 0 0,-4 0 0,2 0 0,-2 0 0,-3 0 0,-2 0 1,2 0-1,5 0 0,-5 0 0,5 0 0,-5 0 0,-2 0 0,0 0 0,0 0 0,-1 0 0,1 0 0,7 0 0,0 0 0,-2 0-1,-3 0 0,-2 0 0,2 0 0,3 0-5,2 0 0,0 0 1,-5 0-1,3 0-2,2 0 1,2 0 0,-4 0 0,4 0-2,3 0 1,-5 0-1,5 0 1,0 0-1,0 0 1,-5 0 0,7 0-1,3 0 2,2 0 0,-5 0 0,0 0 0,3 0 0,2 0 1,-4 0-1,-1 0 1,3 0-1,2 0 1,-3 0 0,1 0-1,2 0-1,-2 0 1,0 0-1,4 0 1,1 0-2,-1 0 1,3 0-1,3 0 1,1 0-1,-1 0 0,-1 0 0,1 0 1,4 0 0,3 0 0,-8 0 1,5 0-1,0 0 0,5 0 1,-2 0 0,0 0 0,-3 0-1,-5 0 0,8 0 0,0 0 1,2 0-2,0 0 0,-10 0 0,5 0 0,-2 0 0,0 0 0,0 0 1,-5 0-1,2 0 1,3 0 1,0 0-1,-8 0 1,1 0-1,0 0 1,2 0-1,2 0 1,3 0-2,-3 0 1,1 0 0,-1 0 0,3 0-1,-3 0 0,8 0 0,-1 0 1,3 0-1,1 0 1,-9 0 0,8 0 0,3 0 0,2 0 1,2 0-1,0 0 1,1 0-2,-1 0 1,8 0-1,-1 0 1,-2 0-1,-2 0 0,5 0 0,-1 0 0,1 0 0,2 0 0,-7 0 0,4 0 0,-4 0-1,-3 0 0,3 0 0,2 0 0,1 0-1,-9 0 0,4 0 0,-8 0 0,5 0-1,2 0 1,-7 0 0,-2 0 0,-1 0 0,1 0 1,2 0-1,7 0 1,1 0-1,-1 0 0,-7 0 0,0 0 0,3 0-1,2 0 1,2 0 0,-2 0 0,-3 0 0,-2 0 0,-7 0 1,7 0-1,0 0 1,-2 0 0,5 0 0,-8 0 0,2 0 0,6 0 0,-5 0 0,-1 0 1,-2 0 0,-4 0 0,4 0 0,-2 0 1,-3 0 0,-2 0 0,-2 0 0,-1 0 1,1 0 0,-1 0 1,1 0-1,2 0 1,2 0 0,3 0 0,0 0 0,-7 0 1,-1 0-1,1 0 0,-1 0 1,1 0-1,2 0 0,5 0 0,-5 0 0,4 0 0,-4 0 0,-2 0 1,-1 0-1,1 0 1,0 0 0,-1 0 0,1 0 0,-1 0 0,3 0 0,5 0 1,-5 0 0,5 0 0,-5 0-1,-3 0 1,1 0-1,-1 0 1,1 0-1,0 0 0,6 0 0,1 0 0,0 0 0,2 0 0,-4 0 0,6 0 0,1 0 0,0 0 0,-6 0 1,8 0-1,0 0 0,-2 0 1,5 0 0,-8 0-1,2 0 0,6 0 1,-1 0-1,1 0 1,-5 0-1,-3 0 0,7 0 0,-4 0 0,0 0 0,-6 0 1,4 0-1,-4 0 1,-1 0-1,-3 0 1,-3 0 0,1 0 0,0 0-1,-1 0 1,8 0 0,0 0-1,-3 0 0,-2 0 0,-2 0 1,-1 0-1,3 0 0,5 0 0,-8 0 1,3 0-1,-7 0 0,0 0 1,2 0-1,0 0 1,-2 0-1,-3 0 1,-7 0 0,5 0 0,0 0 0,0 0 0,-5 0 0,5 0 0,0 0 0,-1 0 0,-3 0 0,6 0 0,0 0-1,-2 0 1,7 0-1,-7 0 1,2 0-1,1 0 0,-1 0 1,7 0-1,-1 0 0,-6 0 1,5 0 0,-5 0 0,5 0 0,3 0 0,0 0 0,-1 0 0,-2 0 0,-4 0 1,4 0-1,-5 0 1,3 0-1,-3 0 0,3 0 0,-8 0 1,3 0-1,5 0 0,-1 0 0,1 0 0,-5 0 0,-3 0 0,8 0 0,-3 0 0,3 0 0,-3 0 0,6 0 0,-6 0 1,5 0-1,3 0 1,-1 0-1,-2 0 1,-2 0-1,-3 0 1,1 0 0,4 0 0,-3 0 0,-1 0 0,-8 0 0,5 0 0,-1 0-1,1 0 1,-7 0 0,2 0 0,-5 0-1,-2 0 1,0 0 0,0 0 0,-1 0-1,1 0 1,0 0-1,0 0 1,-1 0-1,1 0 1,2 0 0,3 0-1,2 0 1,-2 0 0,-3 0 0,-2 0 0,2 0 0,5 0 0,-5 0 1,5 0-1,-2 0 1,2 0 0,-5 0 0,5 0 0,-2 0 0,2 0 0,-5 0 0,7 0 0,-2 0 0,0 0 0,8 0 0,-6 0 1,1 0-2,-1 0 1,5 0 0,-4 0 0,-1 0-1,1 0 1,4 0 0,-5 0 0,1 0-1,-1 0 1,6 0-1,-6 0 1,1 0 0,-1 0 0,0 0 0,-4 0 0,2 0 0,-2 0 0,4 0 1,-2 0-1,-2 0 0,-3 0 1,5 0 0,2 0 0,1 0-1,-1 0 1,1 0 0,-6 0 0,6 0-1,2 0 1,2 0-1,5 0 1,-2 0-1,-3 0 0,3 0 0,9 0 0,3 0-1,-2 0 1,-1 0 0,0 0 0,3 0-1,-2 0 1,4 0 0,0 0 0,0 0 0,0 0 0,1 0 0,-3 0 0,4 0-1,1 0 1,-3 0 0,-7 0 0,2 0-1,3 0 0,7 0 1,-7 0-1,-3 0 0,-2 0 0,-2 0 1,0 0-1,-1 0 0,1 0 0,-1 0 0,1 0 0,-3 0 0,-5 0 1,3 0-1,-8 0 1,1 0-1,-1 0 0,-2 0 1,-4 0-1,1 0-1,3 0 0,0 0 1,-7 0-1,0 0 0,0 0 0,-1 0-1,1 0 1,-7 0 0,-1 0 0,3 0 0,-5 0 0,3 0-3,2 0 1,2 0-1,3 0 1,0 0 0,-1 0 0,1 0 3,0 0 0,0 0 0,-1 0 0,1 0 1,0 0-1,0 0 1,0 0 1,-1 0 0,1 0 0,2 0-1,5 0 1,-5 0 0,6 0-1,-6 0 1,-3 0 0,9 0 0,1 0 0,0 0 0,1 0 0,-3 0 0,-7 0 0,2 0-1,5 0 1,-5 0 0,5 0 0,-5 0-1,-2 0 1,0 0-1,0 0 1,-1 0-2,1 0 1,0 0 0,0 0-1,0 0 1,-1 0 0,1 0-1,0 0 1,0 0 0,-1 0-1,1 0 1,0 0 0,0 0 0,0 0 1,-8 0 0,1 0 0,2 0-1,2 0 1,-5 0 0,1 0 0,2 0 0,2 0 0,3 0 1,0 0-1,0 0 0,-8 0 1,1 0-1,2 0 0,2 0 1,3 0 0,-1 0 0,1 0-1,0 0 1,2 0 0,3 0 0,2 0-1,-3 0 1,1 0 0,0 0 0,2 0-1,-3 0 1,6 0-1,-1 0 1,1 0-1,-1 0 0,5 0 0,-4 0 1,-1 0-1,1 0-1,4 0 1,-4 0 0,1 0 0,6 0 0,-7 0 0,-1 0 0,-2 0-1,0 0 1,7 0 0,-7 0 0,-2 0 0,-3 0 0,0 0 0,3 0 0,2 0 0,-2 0 0,-3 0 0,-2 0 0,-1 0-1,1 0 0,0 0 0,0 0 0,0 0 1,7 0-1,0 0 1,-3 0 0,-2 0 0,-2 0 0,0 0-1,0 0 1,0 0 0,-1 0 0,1 0-1,0 0 1,7 0 0,0 0 0,-2 0-1,-3 0 1,-2 0 0,-1 0 0,1 0-1,0 0 1,0 0 0,2 0-1,2 0 0,4 0 1,-1 0 0,-5 0-1,2 0 0,3 0 1,0 0 0,-4 0-1,1 0 0,3 0 1,3 0 0,-6 0-1,3 0 0,-2 0 1,0 0-1,-1 0 1,3 0-1,-2 0 1,-3 0-1,0 0 1,3 0-1,2 0 1,0 0-1,-7 0 1,0 0-1,-1 0 1,1 0-1,0 0 1,0 0-1,-1 0 1,1 0-1,0 0 1,0 0-1,-1 0 1,1 0 0,0 0-1,0 0 0,0 0 1,-1 0 0,1 0 0,0 0 0,0 0 0,-1 0 0,1 0 0,0 0 0,0 0 0,0 0 0,-1 0 0,1 0-1,0 0 1,0 0 0,-1 0-1,1 0 1,0 0 0,0 0-2,0 0 1,-1 0-1,1 0 1,0 0 0,0 0 0,-8 0 0,1 0 0,-8 0 0,7 0 0,-6 0 1,6 0 0,-6 0-3,6 0 2,-9 0 1,14 0 0,-7 0 1,10 0 0,-7 0 1,-1 0-1,3 0 0,-5 0 0,3 0-1,2 0 1,2 0 0,3 0 0,0 0 1,-1 0-1,1 0 0,-7 0 1,-1 0-1,3 0 1,2 0-1,3 0 0,0 0 1,0 0 0,0 0-1,-1 0 1,1 0 0,0 0 0,0 0-1,-1 0 1,1 0 0,0 0-1,0 0 1,0 0 0,-1 0-1,1 0 1,0 0-1,0 0 1,-1 0 0,1 0 0,0 0-1,0 0 0,0 0 1,-1 0-1,1 0 1,-7 0-1,-1 0 1,-7 0-1,8 0 1,-8 0-1,8 0 1,-1 0-1,8 0 1,0 0-1,0 0 1,-1 0-1,1 0 0,0 0 1,-8 0-1,1 0 0,2 0 1,2 0-1,3 0 0,0 0 1,-1 0-1,1 0 0,0 0 0,0 0 0,0 0 0,-1 0 1,1 0-1,0 0 0,-8 0 1,1 0-1,2 0 1,-5 0-1,3 0 0,1 0 0,-3 0 0,1 0 0,1 0 0,6 0 0,1 0-1,0 0 1,-8 0-1,1 0 0,-1 0 1,1 0-1,0 0 0,-11 0-3,6 0 4,0 0 0,-5 0 0,9 0 0,-7 0 0,8 0 0,-8 0-1,8 0 1,-8 0-2,7 0 1,1 0-1,7 0 1,-1 0 1,-6 0 0,-1 0 0,-6 0-1,6 0 1,-6 0-1,6 0-1,-9 0 1,14 0 1,-7 0 0,10 0-1,0 0 1,-10 0 0,7 0 0,-4 0 0,-3 0 0,2 0 1,-6 0-1,6 0 1,-6 0 0,6 0-1,3 0 0,-5 0 0,3 0 0,-1 0 0,8 0 0,-8 0 1,1 0-2,2 0 0,-5 0-1,2 0 1,1 0 0,7 0 1,-8 0-1,1 0 0,2 0 0,-5 0 0,2 0 1,-6 0-1,6 0 1,1 0-1,6 0 1,-6 0-2,-1 0 1,-9 0 0,15 0 1,-16 0-2,11 0 2,-10 0 0,7 0-1,-5 0-10,-4 0 12,-13 0 0,5 0 0,-14 0 0,19 0 0,-10 0 0,8 0 0,-8 0 0,-19 0 0,-7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30T03:54:34.405"/>
    </inkml:context>
    <inkml:brush xml:id="br0">
      <inkml:brushProperty name="width" value="0.2" units="cm"/>
      <inkml:brushProperty name="height" value="0.2" units="cm"/>
      <inkml:brushProperty name="color" value="#004F8B"/>
    </inkml:brush>
  </inkml:definitions>
  <inkml:trace contextRef="#ctx0" brushRef="#br0">240 1 27012,'-22'0'-4,"0"0"1,8 0 0,-1 0 2,10 0 1,-7 0-1,5 0 0,5 0 1,-18 0 0,18 0-2,-8 0 2,1 0 0,6 0 0,-9 0 0,5 0 0,4 0 0,-16 0 0,17 0 0,-8 0 0,0 0 0,8 0 0,-8 0 0,0 0 0,8 0 0,-8 0 0,30 0 0,-6 0 0,15 0 0,-12 0 0,-2 0 0,2 0 0,-5 0 0,2 0 0,3 0 0,3 0 0,1 0 0,1 0 0,0 0 0,0 0 0,-1 0 0,1 0 0,0 0 0,0 0 0,0 0 0,-1 0 0,1 0 0,0 0 0,0 0 0,-1 0 0,1 0 0,-7 0 0,-1 0 0,3 0 0,3 0 0,-6 0 0,1 0 0,2 0 0,2 0 0,-5 0 0,1 0 0,2 0 0,-5 0 0,2 0 0,3 0 0,3 0 0,2 0 0,-1 0 0,1 0 0,0 0 0,0 0 0,-1 0 0,1 0 0,0 0 0,0 0 0,0 0 0,-1 0 0,1 0 0,0 0 0,-8 0 0,1 0 0,2 0 0,2 0 0,3 0 0,0 0 0,0 0 0,-1 0 0,1 0 0,0 0 0,0 0 0,-1 0 0,1 0 0,0 0 0,0 0 0,0 0 0,-1 0 0,1 0 0,0 0 0,0 0 0,-1 0 0,-6 0 0,-1 0 0,3 0 0,3 0 0,1 0 0,1 0 0,0 0 0,0 0 0,0 0 0,-1 0 0,1 0 0,-7 0 0,-1 0 0,3 0 0,2 0 0,3 0 0,0 0 0,0 0 0,0 0 0,-1 0 0,1 0 0,0 0 0,0 0 0,7 0 0,0 0 0,-3 0 0,-1 0 0,-4 0 0,1 0 0,0 0 0,0 0 0,7 0 0,0 0 0,0 0 0,2 0 0,-7 0 0,5 0 0,-2 0 0,2 0 0,-5 0 0,8 0 0,-3 0 0,0 0 0,7 0 0,-4 0 0,-1 0 0,0 0 0,6 0 0,-6 0 0,1 0 0,-1 0 0,8 0 0,-5 0 0,2 0 0,0 0 0,-7 0 0,8 0 0,-1 0 0,-2 0 0,7 0 0,-7 0 0,2 0 0,0 0 0,1 0 0,4 0 0,-2 0 0,-3 0 0,-7 0 0,7 0 0,0 0 0,-2 0 0,5 0 0,-10 0 0,0 0 0,3 0 0,-1 0 0,5 0 0,-4 0 0,-1 0 0,-7 0 0,8 0 0,-3 0 0,0 0 0,2 0 0,-4 0 0,5 0 0,1 0 0,-4 0 0,5 0 0,0 0 0,0 0 0,-5 0 0,7 0 0,1 0 0,-3 0 0,4 0 0,-9 0 0,0 0 0,3 0 0,-6 0 0,8 0 0,0 0 0,0 0 0,-5 0 0,5 0 0,-3 0 0,-4 0 0,4 0 0,1 0 0,-1 0 0,1 0 0,4 0 0,-4 0 0,-1 0-1,0 0 1,8 0 0,-5 0 0,2 0 0,1 0 0,-8 0 0,5 0 0,-1 0-1,1 0 1,-5 0 0,8 0 0,-1 0-1,-2 0 1,5 0 0,-8 0 0,3 0-1,5 0 1,-6 0 0,1 0 0,0 0-1,0 0 1,0 0-1,5 0 1,-5 0-1,-3 0 0,8 0 1,-5 0-1,2 0 0,0 0 1,-7 0-1,5 0 1,0 0-1,0 0 0,-8 0 0,6 0 1,-3 0-1,0 0 0,2 0 0,-4 0 0,2 0 0,-2 0 0,-3 0 0,-2 0 1,2 0-1,5 0 0,-5 0 0,5 0 0,-5 0 0,-2 0 0,0 0 0,0 0 0,-1 0 0,1 0 0,7 0 0,0 0 0,-2 0-1,-3 0 0,-2 0 0,2 0 0,3 0-5,2 0 0,0 0 1,-5 0-1,3 0-2,2 0 1,2 0 0,-4 0 0,4 0-2,3 0 1,-5 0-1,5 0 1,0 0-1,0 0 1,-5 0 0,7 0-1,3 0 2,2 0 0,-5 0 0,0 0 0,3 0 0,2 0 1,-4 0-1,-1 0 1,3 0-1,2 0 1,-3 0 0,1 0-1,2 0-1,-2 0 1,0 0-1,4 0 1,1 0-2,-1 0 1,3 0-1,3 0 1,1 0-1,-1 0 0,-1 0 0,1 0 1,4 0 0,3 0 0,-8 0 1,5 0-1,0 0 0,5 0 1,-2 0 0,0 0 0,-3 0-1,-5 0 0,8 0 0,0 0 1,2 0-2,0 0 0,-10 0 0,5 0 0,-2 0 0,0 0 0,0 0 1,-5 0-1,2 0 1,3 0 1,0 0-1,-8 0 1,1 0-1,0 0 1,2 0-1,2 0 1,3 0-2,-3 0 1,1 0 0,-1 0 0,3 0-1,-3 0 0,8 0 0,-1 0 1,3 0-1,1 0 1,-9 0 0,8 0 0,3 0 0,2 0 1,2 0-1,0 0 1,1 0-2,-1 0 1,8 0-1,-1 0 1,-2 0-1,-2 0 0,5 0 0,-1 0 0,1 0 0,2 0 0,-7 0 0,4 0 0,-4 0-1,-3 0 0,3 0 0,2 0 0,1 0-1,-9 0 0,4 0 0,-8 0 0,5 0-1,2 0 1,-7 0 0,-2 0 0,-1 0 0,1 0 1,2 0-1,7 0 1,1 0-1,-1 0 0,-7 0 0,0 0 0,3 0-1,2 0 1,2 0 0,-2 0 0,-3 0 0,-2 0 0,-7 0 1,7 0-1,0 0 1,-2 0 0,5 0 0,-8 0 0,2 0 0,6 0 0,-5 0 0,-1 0 1,-2 0 0,-4 0 0,4 0 0,-2 0 1,-3 0 0,-2 0 0,-2 0 0,-1 0 1,1 0 0,-1 0 1,1 0-1,2 0 1,2 0 0,3 0 0,0 0 0,-7 0 1,-1 0-1,1 0 0,-1 0 1,1 0-1,2 0 0,5 0 0,-5 0 0,4 0 0,-4 0 0,-2 0 1,-1 0-1,1 0 1,0 0 0,-1 0 0,1 0 0,-1 0 0,3 0 0,5 0 1,-5 0 0,5 0 0,-5 0-1,-3 0 1,1 0-1,-1 0 1,1 0-1,0 0 0,6 0 0,1 0 0,0 0 0,2 0 0,-4 0 0,6 0 0,1 0 0,0 0 0,-6 0 1,8 0-1,0 0 0,-2 0 1,5 0 0,-8 0-1,2 0 0,6 0 1,-1 0-1,1 0 1,-5 0-1,-3 0 0,7 0 0,-4 0 0,0 0 0,-6 0 1,4 0-1,-4 0 1,-1 0-1,-3 0 1,-3 0 0,1 0 0,0 0-1,-1 0 1,8 0 0,0 0-1,-3 0 0,-2 0 0,-2 0 1,-1 0-1,3 0 0,5 0 0,-8 0 1,3 0-1,-7 0 0,0 0 1,2 0-1,0 0 1,-2 0-1,-3 0 1,-7 0 0,5 0 0,0 0 0,0 0 0,-5 0 0,5 0 0,0 0 0,-1 0 0,-3 0 0,6 0 0,0 0-1,-2 0 1,7 0-1,-7 0 1,2 0-1,1 0 0,-1 0 1,7 0-1,-1 0 0,-6 0 1,5 0 0,-5 0 0,5 0 0,3 0 0,0 0 0,-1 0 0,-2 0 0,-4 0 1,4 0-1,-5 0 1,3 0-1,-3 0 0,3 0 0,-8 0 1,3 0-1,5 0 0,-1 0 0,1 0 0,-5 0 0,-3 0 0,8 0 0,-3 0 0,3 0 0,-3 0 0,6 0 0,-6 0 1,5 0-1,3 0 1,-1 0-1,-2 0 1,-2 0-1,-3 0 1,1 0 0,4 0 0,-3 0 0,-1 0 0,-8 0 0,5 0 0,-1 0-1,1 0 1,-7 0 0,2 0 0,-5 0-1,-2 0 1,0 0 0,0 0 0,-1 0-1,1 0 1,0 0-1,0 0 1,-1 0-1,1 0 1,2 0 0,3 0-1,2 0 1,-2 0 0,-3 0 0,-2 0 0,2 0 0,5 0 0,-5 0 1,5 0-1,-2 0 1,2 0 0,-5 0 0,5 0 0,-2 0 0,2 0 0,-5 0 0,7 0 0,-2 0 0,0 0 0,8 0 0,-6 0 1,1 0-2,-1 0 1,5 0 0,-4 0 0,-1 0-1,1 0 1,4 0 0,-5 0 0,1 0-1,-1 0 1,6 0-1,-6 0 1,1 0 0,-1 0 0,0 0 0,-4 0 0,2 0 0,-2 0 0,4 0 1,-2 0-1,-2 0 0,-3 0 1,5 0 0,2 0 0,1 0-1,-1 0 1,1 0 0,-6 0 0,6 0-1,2 0 1,2 0-1,5 0 1,-2 0-1,-3 0 0,3 0 0,9 0 0,3 0-1,-2 0 1,-1 0 0,0 0 0,3 0-1,-2 0 1,4 0 0,0 0 0,0 0 0,0 0 0,1 0 0,-3 0 0,4 0-1,1 0 1,-3 0 0,-7 0 0,2 0-1,3 0 0,7 0 1,-7 0-1,-3 0 0,-2 0 0,-2 0 1,0 0-1,-1 0 0,1 0 0,-1 0 0,1 0 0,-3 0 0,-5 0 1,3 0-1,-8 0 1,1 0-1,-1 0 0,-2 0 1,-4 0-1,1 0-1,3 0 0,0 0 1,-7 0-1,0 0 0,0 0 0,-1 0-1,1 0 1,-7 0 0,-1 0 0,3 0 0,-5 0 0,3 0-3,2 0 1,2 0-1,3 0 1,0 0 0,-1 0 0,1 0 3,0 0 0,0 0 0,-1 0 0,1 0 1,0 0-1,0 0 1,0 0 1,-1 0 0,1 0 0,2 0-1,5 0 1,-5 0 0,6 0-1,-6 0 1,-3 0 0,9 0 0,1 0 0,0 0 0,1 0 0,-3 0 0,-7 0 0,2 0-1,5 0 1,-5 0 0,5 0 0,-5 0-1,-2 0 1,0 0-1,0 0 1,-1 0-2,1 0 1,0 0 0,0 0-1,0 0 1,-1 0 0,1 0-1,0 0 1,0 0 0,-1 0-1,1 0 1,0 0 0,0 0 0,0 0 1,-8 0 0,1 0 0,2 0-1,2 0 1,-5 0 0,1 0 0,2 0 0,2 0 0,3 0 1,0 0-1,0 0 0,-8 0 1,1 0-1,2 0 0,2 0 1,3 0 0,-1 0 0,1 0-1,0 0 1,2 0 0,3 0 0,2 0-1,-3 0 1,1 0 0,0 0 0,2 0-1,-3 0 1,6 0-1,-1 0 1,1 0-1,-1 0 0,5 0 0,-4 0 1,-1 0-1,1 0-1,4 0 1,-4 0 0,1 0 0,6 0 0,-7 0 0,-1 0 0,-2 0-1,0 0 1,7 0 0,-7 0 0,-2 0 0,-3 0 0,0 0 0,3 0 0,2 0 0,-2 0 0,-3 0 0,-2 0 0,-1 0-1,1 0 0,0 0 0,0 0 0,0 0 1,7 0-1,0 0 1,-3 0 0,-2 0 0,-2 0 0,0 0-1,0 0 1,0 0 0,-1 0 0,1 0-1,0 0 1,7 0 0,0 0 0,-2 0-1,-3 0 1,-2 0 0,-1 0 0,1 0-1,0 0 1,0 0 0,2 0-1,2 0 0,4 0 1,-1 0 0,-5 0-1,2 0 0,3 0 1,0 0 0,-4 0-1,1 0 0,3 0 1,3 0 0,-6 0-1,3 0 0,-2 0 1,0 0-1,-1 0 1,3 0-1,-2 0 1,-3 0-1,0 0 1,3 0-1,2 0 1,0 0-1,-7 0 1,0 0-1,-1 0 1,1 0-1,0 0 1,0 0-1,-1 0 1,1 0-1,0 0 1,0 0-1,-1 0 1,1 0 0,0 0-1,0 0 0,0 0 1,-1 0 0,1 0 0,0 0 0,0 0 0,-1 0 0,1 0 0,0 0 0,0 0 0,0 0 0,-1 0 0,1 0-1,0 0 1,0 0 0,-1 0-1,1 0 1,0 0 0,0 0-2,0 0 1,-1 0-1,1 0 1,0 0 0,0 0 0,-8 0 0,1 0 0,-8 0 0,7 0 0,-6 0 1,6 0 0,-6 0-3,6 0 2,-9 0 1,14 0 0,-7 0 1,10 0 0,-7 0 1,-1 0-1,3 0 0,-5 0 0,3 0-1,2 0 1,2 0 0,3 0 0,0 0 1,-1 0-1,1 0 0,-7 0 1,-1 0-1,3 0 1,2 0-1,3 0 0,0 0 1,0 0 0,0 0-1,-1 0 1,1 0 0,0 0 0,0 0-1,-1 0 1,1 0 0,0 0-1,0 0 1,0 0 0,-1 0-1,1 0 1,0 0-1,0 0 1,-1 0 0,1 0 0,0 0-1,0 0 0,0 0 1,-1 0-1,1 0 1,-7 0-1,-1 0 1,-7 0-1,8 0 1,-8 0-1,8 0 1,-1 0-1,8 0 1,0 0-1,0 0 1,-1 0-1,1 0 0,0 0 1,-8 0-1,1 0 0,2 0 1,2 0-1,3 0 0,0 0 1,-1 0-1,1 0 0,0 0 0,0 0 0,0 0 0,-1 0 1,1 0-1,0 0 0,-8 0 1,1 0-1,2 0 1,-5 0-1,3 0 0,1 0 0,-3 0 0,1 0 0,1 0 0,6 0 0,1 0-1,0 0 1,-8 0-1,1 0 0,-1 0 1,1 0-1,0 0 0,-11 0-3,6 0 4,0 0 0,-5 0 0,9 0 0,-7 0 0,8 0 0,-8 0-1,8 0 1,-8 0-2,7 0 1,1 0-1,7 0 1,-1 0 1,-6 0 0,-1 0 0,-6 0-1,6 0 1,-6 0-1,6 0-1,-9 0 1,14 0 1,-7 0 0,10 0-1,0 0 1,-10 0 0,7 0 0,-4 0 0,-3 0 0,2 0 1,-6 0-1,6 0 1,-6 0 0,6 0-1,3 0 0,-5 0 0,3 0 0,-1 0 0,8 0 0,-8 0 1,1 0-2,2 0 0,-5 0-1,2 0 1,1 0 0,7 0 1,-8 0-1,1 0 0,2 0 0,-5 0 0,2 0 1,-6 0-1,6 0 1,1 0-1,6 0 1,-6 0-2,-1 0 1,-9 0 0,15 0 1,-16 0-2,11 0 2,-10 0 0,7 0-1,-5 0-10,-4 0 12,-13 0 0,5 0 0,-14 0 0,19 0 0,-10 0 0,8 0 0,-8 0 0,-19 0 0,-7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30T03:54:34.405"/>
    </inkml:context>
    <inkml:brush xml:id="br0">
      <inkml:brushProperty name="width" value="0.2" units="cm"/>
      <inkml:brushProperty name="height" value="0.2" units="cm"/>
      <inkml:brushProperty name="color" value="#004F8B"/>
    </inkml:brush>
  </inkml:definitions>
  <inkml:trace contextRef="#ctx0" brushRef="#br0">240 1 27012,'-22'0'-4,"0"0"1,8 0 0,-1 0 2,10 0 1,-7 0-1,5 0 0,5 0 1,-18 0 0,18 0-2,-8 0 2,1 0 0,6 0 0,-9 0 0,5 0 0,4 0 0,-16 0 0,17 0 0,-8 0 0,0 0 0,8 0 0,-8 0 0,0 0 0,8 0 0,-8 0 0,30 0 0,-6 0 0,15 0 0,-12 0 0,-2 0 0,2 0 0,-5 0 0,2 0 0,3 0 0,3 0 0,1 0 0,1 0 0,0 0 0,0 0 0,-1 0 0,1 0 0,0 0 0,0 0 0,0 0 0,-1 0 0,1 0 0,0 0 0,0 0 0,-1 0 0,1 0 0,-7 0 0,-1 0 0,3 0 0,3 0 0,-6 0 0,1 0 0,2 0 0,2 0 0,-5 0 0,1 0 0,2 0 0,-5 0 0,2 0 0,3 0 0,3 0 0,2 0 0,-1 0 0,1 0 0,0 0 0,0 0 0,-1 0 0,1 0 0,0 0 0,0 0 0,0 0 0,-1 0 0,1 0 0,0 0 0,-8 0 0,1 0 0,2 0 0,2 0 0,3 0 0,0 0 0,0 0 0,-1 0 0,1 0 0,0 0 0,0 0 0,-1 0 0,1 0 0,0 0 0,0 0 0,0 0 0,-1 0 0,1 0 0,0 0 0,0 0 0,-1 0 0,-6 0 0,-1 0 0,3 0 0,3 0 0,1 0 0,1 0 0,0 0 0,0 0 0,0 0 0,-1 0 0,1 0 0,-7 0 0,-1 0 0,3 0 0,2 0 0,3 0 0,0 0 0,0 0 0,0 0 0,-1 0 0,1 0 0,0 0 0,0 0 0,7 0 0,0 0 0,-3 0 0,-1 0 0,-4 0 0,1 0 0,0 0 0,0 0 0,7 0 0,0 0 0,0 0 0,2 0 0,-7 0 0,5 0 0,-2 0 0,2 0 0,-5 0 0,8 0 0,-3 0 0,0 0 0,7 0 0,-4 0 0,-1 0 0,0 0 0,6 0 0,-6 0 0,1 0 0,-1 0 0,8 0 0,-5 0 0,2 0 0,0 0 0,-7 0 0,8 0 0,-1 0 0,-2 0 0,7 0 0,-7 0 0,2 0 0,0 0 0,1 0 0,4 0 0,-2 0 0,-3 0 0,-7 0 0,7 0 0,0 0 0,-2 0 0,5 0 0,-10 0 0,0 0 0,3 0 0,-1 0 0,5 0 0,-4 0 0,-1 0 0,-7 0 0,8 0 0,-3 0 0,0 0 0,2 0 0,-4 0 0,5 0 0,1 0 0,-4 0 0,5 0 0,0 0 0,0 0 0,-5 0 0,7 0 0,1 0 0,-3 0 0,4 0 0,-9 0 0,0 0 0,3 0 0,-6 0 0,8 0 0,0 0 0,0 0 0,-5 0 0,5 0 0,-3 0 0,-4 0 0,4 0 0,1 0 0,-1 0 0,1 0 0,4 0 0,-4 0 0,-1 0-1,0 0 1,8 0 0,-5 0 0,2 0 0,1 0 0,-8 0 0,5 0 0,-1 0-1,1 0 1,-5 0 0,8 0 0,-1 0-1,-2 0 1,5 0 0,-8 0 0,3 0-1,5 0 1,-6 0 0,1 0 0,0 0-1,0 0 1,0 0-1,5 0 1,-5 0-1,-3 0 0,8 0 1,-5 0-1,2 0 0,0 0 1,-7 0-1,5 0 1,0 0-1,0 0 0,-8 0 0,6 0 1,-3 0-1,0 0 0,2 0 0,-4 0 0,2 0 0,-2 0 0,-3 0 0,-2 0 1,2 0-1,5 0 0,-5 0 0,5 0 0,-5 0 0,-2 0 0,0 0 0,0 0 0,-1 0 0,1 0 0,7 0 0,0 0 0,-2 0-1,-3 0 0,-2 0 0,2 0 0,3 0-5,2 0 0,0 0 1,-5 0-1,3 0-2,2 0 1,2 0 0,-4 0 0,4 0-2,3 0 1,-5 0-1,5 0 1,0 0-1,0 0 1,-5 0 0,7 0-1,3 0 2,2 0 0,-5 0 0,0 0 0,3 0 0,2 0 1,-4 0-1,-1 0 1,3 0-1,2 0 1,-3 0 0,1 0-1,2 0-1,-2 0 1,0 0-1,4 0 1,1 0-2,-1 0 1,3 0-1,3 0 1,1 0-1,-1 0 0,-1 0 0,1 0 1,4 0 0,3 0 0,-8 0 1,5 0-1,0 0 0,5 0 1,-2 0 0,0 0 0,-3 0-1,-5 0 0,8 0 0,0 0 1,2 0-2,0 0 0,-10 0 0,5 0 0,-2 0 0,0 0 0,0 0 1,-5 0-1,2 0 1,3 0 1,0 0-1,-8 0 1,1 0-1,0 0 1,2 0-1,2 0 1,3 0-2,-3 0 1,1 0 0,-1 0 0,3 0-1,-3 0 0,8 0 0,-1 0 1,3 0-1,1 0 1,-9 0 0,8 0 0,3 0 0,2 0 1,2 0-1,0 0 1,1 0-2,-1 0 1,8 0-1,-1 0 1,-2 0-1,-2 0 0,5 0 0,-1 0 0,1 0 0,2 0 0,-7 0 0,4 0 0,-4 0-1,-3 0 0,3 0 0,2 0 0,1 0-1,-9 0 0,4 0 0,-8 0 0,5 0-1,2 0 1,-7 0 0,-2 0 0,-1 0 0,1 0 1,2 0-1,7 0 1,1 0-1,-1 0 0,-7 0 0,0 0 0,3 0-1,2 0 1,2 0 0,-2 0 0,-3 0 0,-2 0 0,-7 0 1,7 0-1,0 0 1,-2 0 0,5 0 0,-8 0 0,2 0 0,6 0 0,-5 0 0,-1 0 1,-2 0 0,-4 0 0,4 0 0,-2 0 1,-3 0 0,-2 0 0,-2 0 0,-1 0 1,1 0 0,-1 0 1,1 0-1,2 0 1,2 0 0,3 0 0,0 0 0,-7 0 1,-1 0-1,1 0 0,-1 0 1,1 0-1,2 0 0,5 0 0,-5 0 0,4 0 0,-4 0 0,-2 0 1,-1 0-1,1 0 1,0 0 0,-1 0 0,1 0 0,-1 0 0,3 0 0,5 0 1,-5 0 0,5 0 0,-5 0-1,-3 0 1,1 0-1,-1 0 1,1 0-1,0 0 0,6 0 0,1 0 0,0 0 0,2 0 0,-4 0 0,6 0 0,1 0 0,0 0 0,-6 0 1,8 0-1,0 0 0,-2 0 1,5 0 0,-8 0-1,2 0 0,6 0 1,-1 0-1,1 0 1,-5 0-1,-3 0 0,7 0 0,-4 0 0,0 0 0,-6 0 1,4 0-1,-4 0 1,-1 0-1,-3 0 1,-3 0 0,1 0 0,0 0-1,-1 0 1,8 0 0,0 0-1,-3 0 0,-2 0 0,-2 0 1,-1 0-1,3 0 0,5 0 0,-8 0 1,3 0-1,-7 0 0,0 0 1,2 0-1,0 0 1,-2 0-1,-3 0 1,-7 0 0,5 0 0,0 0 0,0 0 0,-5 0 0,5 0 0,0 0 0,-1 0 0,-3 0 0,6 0 0,0 0-1,-2 0 1,7 0-1,-7 0 1,2 0-1,1 0 0,-1 0 1,7 0-1,-1 0 0,-6 0 1,5 0 0,-5 0 0,5 0 0,3 0 0,0 0 0,-1 0 0,-2 0 0,-4 0 1,4 0-1,-5 0 1,3 0-1,-3 0 0,3 0 0,-8 0 1,3 0-1,5 0 0,-1 0 0,1 0 0,-5 0 0,-3 0 0,8 0 0,-3 0 0,3 0 0,-3 0 0,6 0 0,-6 0 1,5 0-1,3 0 1,-1 0-1,-2 0 1,-2 0-1,-3 0 1,1 0 0,4 0 0,-3 0 0,-1 0 0,-8 0 0,5 0 0,-1 0-1,1 0 1,-7 0 0,2 0 0,-5 0-1,-2 0 1,0 0 0,0 0 0,-1 0-1,1 0 1,0 0-1,0 0 1,-1 0-1,1 0 1,2 0 0,3 0-1,2 0 1,-2 0 0,-3 0 0,-2 0 0,2 0 0,5 0 0,-5 0 1,5 0-1,-2 0 1,2 0 0,-5 0 0,5 0 0,-2 0 0,2 0 0,-5 0 0,7 0 0,-2 0 0,0 0 0,8 0 0,-6 0 1,1 0-2,-1 0 1,5 0 0,-4 0 0,-1 0-1,1 0 1,4 0 0,-5 0 0,1 0-1,-1 0 1,6 0-1,-6 0 1,1 0 0,-1 0 0,0 0 0,-4 0 0,2 0 0,-2 0 0,4 0 1,-2 0-1,-2 0 0,-3 0 1,5 0 0,2 0 0,1 0-1,-1 0 1,1 0 0,-6 0 0,6 0-1,2 0 1,2 0-1,5 0 1,-2 0-1,-3 0 0,3 0 0,9 0 0,3 0-1,-2 0 1,-1 0 0,0 0 0,3 0-1,-2 0 1,4 0 0,0 0 0,0 0 0,0 0 0,1 0 0,-3 0 0,4 0-1,1 0 1,-3 0 0,-7 0 0,2 0-1,3 0 0,7 0 1,-7 0-1,-3 0 0,-2 0 0,-2 0 1,0 0-1,-1 0 0,1 0 0,-1 0 0,1 0 0,-3 0 0,-5 0 1,3 0-1,-8 0 1,1 0-1,-1 0 0,-2 0 1,-4 0-1,1 0-1,3 0 0,0 0 1,-7 0-1,0 0 0,0 0 0,-1 0-1,1 0 1,-7 0 0,-1 0 0,3 0 0,-5 0 0,3 0-3,2 0 1,2 0-1,3 0 1,0 0 0,-1 0 0,1 0 3,0 0 0,0 0 0,-1 0 0,1 0 1,0 0-1,0 0 1,0 0 1,-1 0 0,1 0 0,2 0-1,5 0 1,-5 0 0,6 0-1,-6 0 1,-3 0 0,9 0 0,1 0 0,0 0 0,1 0 0,-3 0 0,-7 0 0,2 0-1,5 0 1,-5 0 0,5 0 0,-5 0-1,-2 0 1,0 0-1,0 0 1,-1 0-2,1 0 1,0 0 0,0 0-1,0 0 1,-1 0 0,1 0-1,0 0 1,0 0 0,-1 0-1,1 0 1,0 0 0,0 0 0,0 0 1,-8 0 0,1 0 0,2 0-1,2 0 1,-5 0 0,1 0 0,2 0 0,2 0 0,3 0 1,0 0-1,0 0 0,-8 0 1,1 0-1,2 0 0,2 0 1,3 0 0,-1 0 0,1 0-1,0 0 1,2 0 0,3 0 0,2 0-1,-3 0 1,1 0 0,0 0 0,2 0-1,-3 0 1,6 0-1,-1 0 1,1 0-1,-1 0 0,5 0 0,-4 0 1,-1 0-1,1 0-1,4 0 1,-4 0 0,1 0 0,6 0 0,-7 0 0,-1 0 0,-2 0-1,0 0 1,7 0 0,-7 0 0,-2 0 0,-3 0 0,0 0 0,3 0 0,2 0 0,-2 0 0,-3 0 0,-2 0 0,-1 0-1,1 0 0,0 0 0,0 0 0,0 0 1,7 0-1,0 0 1,-3 0 0,-2 0 0,-2 0 0,0 0-1,0 0 1,0 0 0,-1 0 0,1 0-1,0 0 1,7 0 0,0 0 0,-2 0-1,-3 0 1,-2 0 0,-1 0 0,1 0-1,0 0 1,0 0 0,2 0-1,2 0 0,4 0 1,-1 0 0,-5 0-1,2 0 0,3 0 1,0 0 0,-4 0-1,1 0 0,3 0 1,3 0 0,-6 0-1,3 0 0,-2 0 1,0 0-1,-1 0 1,3 0-1,-2 0 1,-3 0-1,0 0 1,3 0-1,2 0 1,0 0-1,-7 0 1,0 0-1,-1 0 1,1 0-1,0 0 1,0 0-1,-1 0 1,1 0-1,0 0 1,0 0-1,-1 0 1,1 0 0,0 0-1,0 0 0,0 0 1,-1 0 0,1 0 0,0 0 0,0 0 0,-1 0 0,1 0 0,0 0 0,0 0 0,0 0 0,-1 0 0,1 0-1,0 0 1,0 0 0,-1 0-1,1 0 1,0 0 0,0 0-2,0 0 1,-1 0-1,1 0 1,0 0 0,0 0 0,-8 0 0,1 0 0,-8 0 0,7 0 0,-6 0 1,6 0 0,-6 0-3,6 0 2,-9 0 1,14 0 0,-7 0 1,10 0 0,-7 0 1,-1 0-1,3 0 0,-5 0 0,3 0-1,2 0 1,2 0 0,3 0 0,0 0 1,-1 0-1,1 0 0,-7 0 1,-1 0-1,3 0 1,2 0-1,3 0 0,0 0 1,0 0 0,0 0-1,-1 0 1,1 0 0,0 0 0,0 0-1,-1 0 1,1 0 0,0 0-1,0 0 1,0 0 0,-1 0-1,1 0 1,0 0-1,0 0 1,-1 0 0,1 0 0,0 0-1,0 0 0,0 0 1,-1 0-1,1 0 1,-7 0-1,-1 0 1,-7 0-1,8 0 1,-8 0-1,8 0 1,-1 0-1,8 0 1,0 0-1,0 0 1,-1 0-1,1 0 0,0 0 1,-8 0-1,1 0 0,2 0 1,2 0-1,3 0 0,0 0 1,-1 0-1,1 0 0,0 0 0,0 0 0,0 0 0,-1 0 1,1 0-1,0 0 0,-8 0 1,1 0-1,2 0 1,-5 0-1,3 0 0,1 0 0,-3 0 0,1 0 0,1 0 0,6 0 0,1 0-1,0 0 1,-8 0-1,1 0 0,-1 0 1,1 0-1,0 0 0,-11 0-3,6 0 4,0 0 0,-5 0 0,9 0 0,-7 0 0,8 0 0,-8 0-1,8 0 1,-8 0-2,7 0 1,1 0-1,7 0 1,-1 0 1,-6 0 0,-1 0 0,-6 0-1,6 0 1,-6 0-1,6 0-1,-9 0 1,14 0 1,-7 0 0,10 0-1,0 0 1,-10 0 0,7 0 0,-4 0 0,-3 0 0,2 0 1,-6 0-1,6 0 1,-6 0 0,6 0-1,3 0 0,-5 0 0,3 0 0,-1 0 0,8 0 0,-8 0 1,1 0-2,2 0 0,-5 0-1,2 0 1,1 0 0,7 0 1,-8 0-1,1 0 0,2 0 0,-5 0 0,2 0 1,-6 0-1,6 0 1,1 0-1,6 0 1,-6 0-2,-1 0 1,-9 0 0,15 0 1,-16 0-2,11 0 2,-10 0 0,7 0-1,-5 0-10,-4 0 12,-13 0 0,5 0 0,-14 0 0,19 0 0,-10 0 0,8 0 0,-8 0 0,-19 0 0,-7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30T03:54:34.405"/>
    </inkml:context>
    <inkml:brush xml:id="br0">
      <inkml:brushProperty name="width" value="0.2" units="cm"/>
      <inkml:brushProperty name="height" value="0.2" units="cm"/>
      <inkml:brushProperty name="color" value="#004F8B"/>
    </inkml:brush>
  </inkml:definitions>
  <inkml:trace contextRef="#ctx0" brushRef="#br0">240 1 27012,'-22'0'-4,"0"0"1,8 0 0,-1 0 2,10 0 1,-7 0-1,5 0 0,5 0 1,-18 0 0,18 0-2,-8 0 2,1 0 0,6 0 0,-9 0 0,5 0 0,4 0 0,-16 0 0,17 0 0,-8 0 0,0 0 0,8 0 0,-8 0 0,0 0 0,8 0 0,-8 0 0,30 0 0,-6 0 0,15 0 0,-12 0 0,-2 0 0,2 0 0,-5 0 0,2 0 0,3 0 0,3 0 0,1 0 0,1 0 0,0 0 0,0 0 0,-1 0 0,1 0 0,0 0 0,0 0 0,0 0 0,-1 0 0,1 0 0,0 0 0,0 0 0,-1 0 0,1 0 0,-7 0 0,-1 0 0,3 0 0,3 0 0,-6 0 0,1 0 0,2 0 0,2 0 0,-5 0 0,1 0 0,2 0 0,-5 0 0,2 0 0,3 0 0,3 0 0,2 0 0,-1 0 0,1 0 0,0 0 0,0 0 0,-1 0 0,1 0 0,0 0 0,0 0 0,0 0 0,-1 0 0,1 0 0,0 0 0,-8 0 0,1 0 0,2 0 0,2 0 0,3 0 0,0 0 0,0 0 0,-1 0 0,1 0 0,0 0 0,0 0 0,-1 0 0,1 0 0,0 0 0,0 0 0,0 0 0,-1 0 0,1 0 0,0 0 0,0 0 0,-1 0 0,-6 0 0,-1 0 0,3 0 0,3 0 0,1 0 0,1 0 0,0 0 0,0 0 0,0 0 0,-1 0 0,1 0 0,-7 0 0,-1 0 0,3 0 0,2 0 0,3 0 0,0 0 0,0 0 0,0 0 0,-1 0 0,1 0 0,0 0 0,0 0 0,7 0 0,0 0 0,-3 0 0,-1 0 0,-4 0 0,1 0 0,0 0 0,0 0 0,7 0 0,0 0 0,0 0 0,2 0 0,-7 0 0,5 0 0,-2 0 0,2 0 0,-5 0 0,8 0 0,-3 0 0,0 0 0,7 0 0,-4 0 0,-1 0 0,0 0 0,6 0 0,-6 0 0,1 0 0,-1 0 0,8 0 0,-5 0 0,2 0 0,0 0 0,-7 0 0,8 0 0,-1 0 0,-2 0 0,7 0 0,-7 0 0,2 0 0,0 0 0,1 0 0,4 0 0,-2 0 0,-3 0 0,-7 0 0,7 0 0,0 0 0,-2 0 0,5 0 0,-10 0 0,0 0 0,3 0 0,-1 0 0,5 0 0,-4 0 0,-1 0 0,-7 0 0,8 0 0,-3 0 0,0 0 0,2 0 0,-4 0 0,5 0 0,1 0 0,-4 0 0,5 0 0,0 0 0,0 0 0,-5 0 0,7 0 0,1 0 0,-3 0 0,4 0 0,-9 0 0,0 0 0,3 0 0,-6 0 0,8 0 0,0 0 0,0 0 0,-5 0 0,5 0 0,-3 0 0,-4 0 0,4 0 0,1 0 0,-1 0 0,1 0 0,4 0 0,-4 0 0,-1 0-1,0 0 1,8 0 0,-5 0 0,2 0 0,1 0 0,-8 0 0,5 0 0,-1 0-1,1 0 1,-5 0 0,8 0 0,-1 0-1,-2 0 1,5 0 0,-8 0 0,3 0-1,5 0 1,-6 0 0,1 0 0,0 0-1,0 0 1,0 0-1,5 0 1,-5 0-1,-3 0 0,8 0 1,-5 0-1,2 0 0,0 0 1,-7 0-1,5 0 1,0 0-1,0 0 0,-8 0 0,6 0 1,-3 0-1,0 0 0,2 0 0,-4 0 0,2 0 0,-2 0 0,-3 0 0,-2 0 1,2 0-1,5 0 0,-5 0 0,5 0 0,-5 0 0,-2 0 0,0 0 0,0 0 0,-1 0 0,1 0 0,7 0 0,0 0 0,-2 0-1,-3 0 0,-2 0 0,2 0 0,3 0-5,2 0 0,0 0 1,-5 0-1,3 0-2,2 0 1,2 0 0,-4 0 0,4 0-2,3 0 1,-5 0-1,5 0 1,0 0-1,0 0 1,-5 0 0,7 0-1,3 0 2,2 0 0,-5 0 0,0 0 0,3 0 0,2 0 1,-4 0-1,-1 0 1,3 0-1,2 0 1,-3 0 0,1 0-1,2 0-1,-2 0 1,0 0-1,4 0 1,1 0-2,-1 0 1,3 0-1,3 0 1,1 0-1,-1 0 0,-1 0 0,1 0 1,4 0 0,3 0 0,-8 0 1,5 0-1,0 0 0,5 0 1,-2 0 0,0 0 0,-3 0-1,-5 0 0,8 0 0,0 0 1,2 0-2,0 0 0,-10 0 0,5 0 0,-2 0 0,0 0 0,0 0 1,-5 0-1,2 0 1,3 0 1,0 0-1,-8 0 1,1 0-1,0 0 1,2 0-1,2 0 1,3 0-2,-3 0 1,1 0 0,-1 0 0,3 0-1,-3 0 0,8 0 0,-1 0 1,3 0-1,1 0 1,-9 0 0,8 0 0,3 0 0,2 0 1,2 0-1,0 0 1,1 0-2,-1 0 1,8 0-1,-1 0 1,-2 0-1,-2 0 0,5 0 0,-1 0 0,1 0 0,2 0 0,-7 0 0,4 0 0,-4 0-1,-3 0 0,3 0 0,2 0 0,1 0-1,-9 0 0,4 0 0,-8 0 0,5 0-1,2 0 1,-7 0 0,-2 0 0,-1 0 0,1 0 1,2 0-1,7 0 1,1 0-1,-1 0 0,-7 0 0,0 0 0,3 0-1,2 0 1,2 0 0,-2 0 0,-3 0 0,-2 0 0,-7 0 1,7 0-1,0 0 1,-2 0 0,5 0 0,-8 0 0,2 0 0,6 0 0,-5 0 0,-1 0 1,-2 0 0,-4 0 0,4 0 0,-2 0 1,-3 0 0,-2 0 0,-2 0 0,-1 0 1,1 0 0,-1 0 1,1 0-1,2 0 1,2 0 0,3 0 0,0 0 0,-7 0 1,-1 0-1,1 0 0,-1 0 1,1 0-1,2 0 0,5 0 0,-5 0 0,4 0 0,-4 0 0,-2 0 1,-1 0-1,1 0 1,0 0 0,-1 0 0,1 0 0,-1 0 0,3 0 0,5 0 1,-5 0 0,5 0 0,-5 0-1,-3 0 1,1 0-1,-1 0 1,1 0-1,0 0 0,6 0 0,1 0 0,0 0 0,2 0 0,-4 0 0,6 0 0,1 0 0,0 0 0,-6 0 1,8 0-1,0 0 0,-2 0 1,5 0 0,-8 0-1,2 0 0,6 0 1,-1 0-1,1 0 1,-5 0-1,-3 0 0,7 0 0,-4 0 0,0 0 0,-6 0 1,4 0-1,-4 0 1,-1 0-1,-3 0 1,-3 0 0,1 0 0,0 0-1,-1 0 1,8 0 0,0 0-1,-3 0 0,-2 0 0,-2 0 1,-1 0-1,3 0 0,5 0 0,-8 0 1,3 0-1,-7 0 0,0 0 1,2 0-1,0 0 1,-2 0-1,-3 0 1,-7 0 0,5 0 0,0 0 0,0 0 0,-5 0 0,5 0 0,0 0 0,-1 0 0,-3 0 0,6 0 0,0 0-1,-2 0 1,7 0-1,-7 0 1,2 0-1,1 0 0,-1 0 1,7 0-1,-1 0 0,-6 0 1,5 0 0,-5 0 0,5 0 0,3 0 0,0 0 0,-1 0 0,-2 0 0,-4 0 1,4 0-1,-5 0 1,3 0-1,-3 0 0,3 0 0,-8 0 1,3 0-1,5 0 0,-1 0 0,1 0 0,-5 0 0,-3 0 0,8 0 0,-3 0 0,3 0 0,-3 0 0,6 0 0,-6 0 1,5 0-1,3 0 1,-1 0-1,-2 0 1,-2 0-1,-3 0 1,1 0 0,4 0 0,-3 0 0,-1 0 0,-8 0 0,5 0 0,-1 0-1,1 0 1,-7 0 0,2 0 0,-5 0-1,-2 0 1,0 0 0,0 0 0,-1 0-1,1 0 1,0 0-1,0 0 1,-1 0-1,1 0 1,2 0 0,3 0-1,2 0 1,-2 0 0,-3 0 0,-2 0 0,2 0 0,5 0 0,-5 0 1,5 0-1,-2 0 1,2 0 0,-5 0 0,5 0 0,-2 0 0,2 0 0,-5 0 0,7 0 0,-2 0 0,0 0 0,8 0 0,-6 0 1,1 0-2,-1 0 1,5 0 0,-4 0 0,-1 0-1,1 0 1,4 0 0,-5 0 0,1 0-1,-1 0 1,6 0-1,-6 0 1,1 0 0,-1 0 0,0 0 0,-4 0 0,2 0 0,-2 0 0,4 0 1,-2 0-1,-2 0 0,-3 0 1,5 0 0,2 0 0,1 0-1,-1 0 1,1 0 0,-6 0 0,6 0-1,2 0 1,2 0-1,5 0 1,-2 0-1,-3 0 0,3 0 0,9 0 0,3 0-1,-2 0 1,-1 0 0,0 0 0,3 0-1,-2 0 1,4 0 0,0 0 0,0 0 0,0 0 0,1 0 0,-3 0 0,4 0-1,1 0 1,-3 0 0,-7 0 0,2 0-1,3 0 0,7 0 1,-7 0-1,-3 0 0,-2 0 0,-2 0 1,0 0-1,-1 0 0,1 0 0,-1 0 0,1 0 0,-3 0 0,-5 0 1,3 0-1,-8 0 1,1 0-1,-1 0 0,-2 0 1,-4 0-1,1 0-1,3 0 0,0 0 1,-7 0-1,0 0 0,0 0 0,-1 0-1,1 0 1,-7 0 0,-1 0 0,3 0 0,-5 0 0,3 0-3,2 0 1,2 0-1,3 0 1,0 0 0,-1 0 0,1 0 3,0 0 0,0 0 0,-1 0 0,1 0 1,0 0-1,0 0 1,0 0 1,-1 0 0,1 0 0,2 0-1,5 0 1,-5 0 0,6 0-1,-6 0 1,-3 0 0,9 0 0,1 0 0,0 0 0,1 0 0,-3 0 0,-7 0 0,2 0-1,5 0 1,-5 0 0,5 0 0,-5 0-1,-2 0 1,0 0-1,0 0 1,-1 0-2,1 0 1,0 0 0,0 0-1,0 0 1,-1 0 0,1 0-1,0 0 1,0 0 0,-1 0-1,1 0 1,0 0 0,0 0 0,0 0 1,-8 0 0,1 0 0,2 0-1,2 0 1,-5 0 0,1 0 0,2 0 0,2 0 0,3 0 1,0 0-1,0 0 0,-8 0 1,1 0-1,2 0 0,2 0 1,3 0 0,-1 0 0,1 0-1,0 0 1,2 0 0,3 0 0,2 0-1,-3 0 1,1 0 0,0 0 0,2 0-1,-3 0 1,6 0-1,-1 0 1,1 0-1,-1 0 0,5 0 0,-4 0 1,-1 0-1,1 0-1,4 0 1,-4 0 0,1 0 0,6 0 0,-7 0 0,-1 0 0,-2 0-1,0 0 1,7 0 0,-7 0 0,-2 0 0,-3 0 0,0 0 0,3 0 0,2 0 0,-2 0 0,-3 0 0,-2 0 0,-1 0-1,1 0 0,0 0 0,0 0 0,0 0 1,7 0-1,0 0 1,-3 0 0,-2 0 0,-2 0 0,0 0-1,0 0 1,0 0 0,-1 0 0,1 0-1,0 0 1,7 0 0,0 0 0,-2 0-1,-3 0 1,-2 0 0,-1 0 0,1 0-1,0 0 1,0 0 0,2 0-1,2 0 0,4 0 1,-1 0 0,-5 0-1,2 0 0,3 0 1,0 0 0,-4 0-1,1 0 0,3 0 1,3 0 0,-6 0-1,3 0 0,-2 0 1,0 0-1,-1 0 1,3 0-1,-2 0 1,-3 0-1,0 0 1,3 0-1,2 0 1,0 0-1,-7 0 1,0 0-1,-1 0 1,1 0-1,0 0 1,0 0-1,-1 0 1,1 0-1,0 0 1,0 0-1,-1 0 1,1 0 0,0 0-1,0 0 0,0 0 1,-1 0 0,1 0 0,0 0 0,0 0 0,-1 0 0,1 0 0,0 0 0,0 0 0,0 0 0,-1 0 0,1 0-1,0 0 1,0 0 0,-1 0-1,1 0 1,0 0 0,0 0-2,0 0 1,-1 0-1,1 0 1,0 0 0,0 0 0,-8 0 0,1 0 0,-8 0 0,7 0 0,-6 0 1,6 0 0,-6 0-3,6 0 2,-9 0 1,14 0 0,-7 0 1,10 0 0,-7 0 1,-1 0-1,3 0 0,-5 0 0,3 0-1,2 0 1,2 0 0,3 0 0,0 0 1,-1 0-1,1 0 0,-7 0 1,-1 0-1,3 0 1,2 0-1,3 0 0,0 0 1,0 0 0,0 0-1,-1 0 1,1 0 0,0 0 0,0 0-1,-1 0 1,1 0 0,0 0-1,0 0 1,0 0 0,-1 0-1,1 0 1,0 0-1,0 0 1,-1 0 0,1 0 0,0 0-1,0 0 0,0 0 1,-1 0-1,1 0 1,-7 0-1,-1 0 1,-7 0-1,8 0 1,-8 0-1,8 0 1,-1 0-1,8 0 1,0 0-1,0 0 1,-1 0-1,1 0 0,0 0 1,-8 0-1,1 0 0,2 0 1,2 0-1,3 0 0,0 0 1,-1 0-1,1 0 0,0 0 0,0 0 0,0 0 0,-1 0 1,1 0-1,0 0 0,-8 0 1,1 0-1,2 0 1,-5 0-1,3 0 0,1 0 0,-3 0 0,1 0 0,1 0 0,6 0 0,1 0-1,0 0 1,-8 0-1,1 0 0,-1 0 1,1 0-1,0 0 0,-11 0-3,6 0 4,0 0 0,-5 0 0,9 0 0,-7 0 0,8 0 0,-8 0-1,8 0 1,-8 0-2,7 0 1,1 0-1,7 0 1,-1 0 1,-6 0 0,-1 0 0,-6 0-1,6 0 1,-6 0-1,6 0-1,-9 0 1,14 0 1,-7 0 0,10 0-1,0 0 1,-10 0 0,7 0 0,-4 0 0,-3 0 0,2 0 1,-6 0-1,6 0 1,-6 0 0,6 0-1,3 0 0,-5 0 0,3 0 0,-1 0 0,8 0 0,-8 0 1,1 0-2,2 0 0,-5 0-1,2 0 1,1 0 0,7 0 1,-8 0-1,1 0 0,2 0 0,-5 0 0,2 0 1,-6 0-1,6 0 1,1 0-1,6 0 1,-6 0-2,-1 0 1,-9 0 0,15 0 1,-16 0-2,11 0 2,-10 0 0,7 0-1,-5 0-10,-4 0 12,-13 0 0,5 0 0,-14 0 0,19 0 0,-10 0 0,8 0 0,-8 0 0,-19 0 0,-7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30T03:54:34.405"/>
    </inkml:context>
    <inkml:brush xml:id="br0">
      <inkml:brushProperty name="width" value="0.2" units="cm"/>
      <inkml:brushProperty name="height" value="0.2" units="cm"/>
      <inkml:brushProperty name="color" value="#004F8B"/>
    </inkml:brush>
  </inkml:definitions>
  <inkml:trace contextRef="#ctx0" brushRef="#br0">240 1 27012,'-22'0'-4,"0"0"1,8 0 0,-1 0 2,10 0 1,-7 0-1,5 0 0,5 0 1,-18 0 0,18 0-2,-8 0 2,1 0 0,6 0 0,-9 0 0,5 0 0,4 0 0,-16 0 0,17 0 0,-8 0 0,0 0 0,8 0 0,-8 0 0,0 0 0,8 0 0,-8 0 0,30 0 0,-6 0 0,15 0 0,-12 0 0,-2 0 0,2 0 0,-5 0 0,2 0 0,3 0 0,3 0 0,1 0 0,1 0 0,0 0 0,0 0 0,-1 0 0,1 0 0,0 0 0,0 0 0,0 0 0,-1 0 0,1 0 0,0 0 0,0 0 0,-1 0 0,1 0 0,-7 0 0,-1 0 0,3 0 0,3 0 0,-6 0 0,1 0 0,2 0 0,2 0 0,-5 0 0,1 0 0,2 0 0,-5 0 0,2 0 0,3 0 0,3 0 0,2 0 0,-1 0 0,1 0 0,0 0 0,0 0 0,-1 0 0,1 0 0,0 0 0,0 0 0,0 0 0,-1 0 0,1 0 0,0 0 0,-8 0 0,1 0 0,2 0 0,2 0 0,3 0 0,0 0 0,0 0 0,-1 0 0,1 0 0,0 0 0,0 0 0,-1 0 0,1 0 0,0 0 0,0 0 0,0 0 0,-1 0 0,1 0 0,0 0 0,0 0 0,-1 0 0,-6 0 0,-1 0 0,3 0 0,3 0 0,1 0 0,1 0 0,0 0 0,0 0 0,0 0 0,-1 0 0,1 0 0,-7 0 0,-1 0 0,3 0 0,2 0 0,3 0 0,0 0 0,0 0 0,0 0 0,-1 0 0,1 0 0,0 0 0,0 0 0,7 0 0,0 0 0,-3 0 0,-1 0 0,-4 0 0,1 0 0,0 0 0,0 0 0,7 0 0,0 0 0,0 0 0,2 0 0,-7 0 0,5 0 0,-2 0 0,2 0 0,-5 0 0,8 0 0,-3 0 0,0 0 0,7 0 0,-4 0 0,-1 0 0,0 0 0,6 0 0,-6 0 0,1 0 0,-1 0 0,8 0 0,-5 0 0,2 0 0,0 0 0,-7 0 0,8 0 0,-1 0 0,-2 0 0,7 0 0,-7 0 0,2 0 0,0 0 0,1 0 0,4 0 0,-2 0 0,-3 0 0,-7 0 0,7 0 0,0 0 0,-2 0 0,5 0 0,-10 0 0,0 0 0,3 0 0,-1 0 0,5 0 0,-4 0 0,-1 0 0,-7 0 0,8 0 0,-3 0 0,0 0 0,2 0 0,-4 0 0,5 0 0,1 0 0,-4 0 0,5 0 0,0 0 0,0 0 0,-5 0 0,7 0 0,1 0 0,-3 0 0,4 0 0,-9 0 0,0 0 0,3 0 0,-6 0 0,8 0 0,0 0 0,0 0 0,-5 0 0,5 0 0,-3 0 0,-4 0 0,4 0 0,1 0 0,-1 0 0,1 0 0,4 0 0,-4 0 0,-1 0-1,0 0 1,8 0 0,-5 0 0,2 0 0,1 0 0,-8 0 0,5 0 0,-1 0-1,1 0 1,-5 0 0,8 0 0,-1 0-1,-2 0 1,5 0 0,-8 0 0,3 0-1,5 0 1,-6 0 0,1 0 0,0 0-1,0 0 1,0 0-1,5 0 1,-5 0-1,-3 0 0,8 0 1,-5 0-1,2 0 0,0 0 1,-7 0-1,5 0 1,0 0-1,0 0 0,-8 0 0,6 0 1,-3 0-1,0 0 0,2 0 0,-4 0 0,2 0 0,-2 0 0,-3 0 0,-2 0 1,2 0-1,5 0 0,-5 0 0,5 0 0,-5 0 0,-2 0 0,0 0 0,0 0 0,-1 0 0,1 0 0,7 0 0,0 0 0,-2 0-1,-3 0 0,-2 0 0,2 0 0,3 0-5,2 0 0,0 0 1,-5 0-1,3 0-2,2 0 1,2 0 0,-4 0 0,4 0-2,3 0 1,-5 0-1,5 0 1,0 0-1,0 0 1,-5 0 0,7 0-1,3 0 2,2 0 0,-5 0 0,0 0 0,3 0 0,2 0 1,-4 0-1,-1 0 1,3 0-1,2 0 1,-3 0 0,1 0-1,2 0-1,-2 0 1,0 0-1,4 0 1,1 0-2,-1 0 1,3 0-1,3 0 1,1 0-1,-1 0 0,-1 0 0,1 0 1,4 0 0,3 0 0,-8 0 1,5 0-1,0 0 0,5 0 1,-2 0 0,0 0 0,-3 0-1,-5 0 0,8 0 0,0 0 1,2 0-2,0 0 0,-10 0 0,5 0 0,-2 0 0,0 0 0,0 0 1,-5 0-1,2 0 1,3 0 1,0 0-1,-8 0 1,1 0-1,0 0 1,2 0-1,2 0 1,3 0-2,-3 0 1,1 0 0,-1 0 0,3 0-1,-3 0 0,8 0 0,-1 0 1,3 0-1,1 0 1,-9 0 0,8 0 0,3 0 0,2 0 1,2 0-1,0 0 1,1 0-2,-1 0 1,8 0-1,-1 0 1,-2 0-1,-2 0 0,5 0 0,-1 0 0,1 0 0,2 0 0,-7 0 0,4 0 0,-4 0-1,-3 0 0,3 0 0,2 0 0,1 0-1,-9 0 0,4 0 0,-8 0 0,5 0-1,2 0 1,-7 0 0,-2 0 0,-1 0 0,1 0 1,2 0-1,7 0 1,1 0-1,-1 0 0,-7 0 0,0 0 0,3 0-1,2 0 1,2 0 0,-2 0 0,-3 0 0,-2 0 0,-7 0 1,7 0-1,0 0 1,-2 0 0,5 0 0,-8 0 0,2 0 0,6 0 0,-5 0 0,-1 0 1,-2 0 0,-4 0 0,4 0 0,-2 0 1,-3 0 0,-2 0 0,-2 0 0,-1 0 1,1 0 0,-1 0 1,1 0-1,2 0 1,2 0 0,3 0 0,0 0 0,-7 0 1,-1 0-1,1 0 0,-1 0 1,1 0-1,2 0 0,5 0 0,-5 0 0,4 0 0,-4 0 0,-2 0 1,-1 0-1,1 0 1,0 0 0,-1 0 0,1 0 0,-1 0 0,3 0 0,5 0 1,-5 0 0,5 0 0,-5 0-1,-3 0 1,1 0-1,-1 0 1,1 0-1,0 0 0,6 0 0,1 0 0,0 0 0,2 0 0,-4 0 0,6 0 0,1 0 0,0 0 0,-6 0 1,8 0-1,0 0 0,-2 0 1,5 0 0,-8 0-1,2 0 0,6 0 1,-1 0-1,1 0 1,-5 0-1,-3 0 0,7 0 0,-4 0 0,0 0 0,-6 0 1,4 0-1,-4 0 1,-1 0-1,-3 0 1,-3 0 0,1 0 0,0 0-1,-1 0 1,8 0 0,0 0-1,-3 0 0,-2 0 0,-2 0 1,-1 0-1,3 0 0,5 0 0,-8 0 1,3 0-1,-7 0 0,0 0 1,2 0-1,0 0 1,-2 0-1,-3 0 1,-7 0 0,5 0 0,0 0 0,0 0 0,-5 0 0,5 0 0,0 0 0,-1 0 0,-3 0 0,6 0 0,0 0-1,-2 0 1,7 0-1,-7 0 1,2 0-1,1 0 0,-1 0 1,7 0-1,-1 0 0,-6 0 1,5 0 0,-5 0 0,5 0 0,3 0 0,0 0 0,-1 0 0,-2 0 0,-4 0 1,4 0-1,-5 0 1,3 0-1,-3 0 0,3 0 0,-8 0 1,3 0-1,5 0 0,-1 0 0,1 0 0,-5 0 0,-3 0 0,8 0 0,-3 0 0,3 0 0,-3 0 0,6 0 0,-6 0 1,5 0-1,3 0 1,-1 0-1,-2 0 1,-2 0-1,-3 0 1,1 0 0,4 0 0,-3 0 0,-1 0 0,-8 0 0,5 0 0,-1 0-1,1 0 1,-7 0 0,2 0 0,-5 0-1,-2 0 1,0 0 0,0 0 0,-1 0-1,1 0 1,0 0-1,0 0 1,-1 0-1,1 0 1,2 0 0,3 0-1,2 0 1,-2 0 0,-3 0 0,-2 0 0,2 0 0,5 0 0,-5 0 1,5 0-1,-2 0 1,2 0 0,-5 0 0,5 0 0,-2 0 0,2 0 0,-5 0 0,7 0 0,-2 0 0,0 0 0,8 0 0,-6 0 1,1 0-2,-1 0 1,5 0 0,-4 0 0,-1 0-1,1 0 1,4 0 0,-5 0 0,1 0-1,-1 0 1,6 0-1,-6 0 1,1 0 0,-1 0 0,0 0 0,-4 0 0,2 0 0,-2 0 0,4 0 1,-2 0-1,-2 0 0,-3 0 1,5 0 0,2 0 0,1 0-1,-1 0 1,1 0 0,-6 0 0,6 0-1,2 0 1,2 0-1,5 0 1,-2 0-1,-3 0 0,3 0 0,9 0 0,3 0-1,-2 0 1,-1 0 0,0 0 0,3 0-1,-2 0 1,4 0 0,0 0 0,0 0 0,0 0 0,1 0 0,-3 0 0,4 0-1,1 0 1,-3 0 0,-7 0 0,2 0-1,3 0 0,7 0 1,-7 0-1,-3 0 0,-2 0 0,-2 0 1,0 0-1,-1 0 0,1 0 0,-1 0 0,1 0 0,-3 0 0,-5 0 1,3 0-1,-8 0 1,1 0-1,-1 0 0,-2 0 1,-4 0-1,1 0-1,3 0 0,0 0 1,-7 0-1,0 0 0,0 0 0,-1 0-1,1 0 1,-7 0 0,-1 0 0,3 0 0,-5 0 0,3 0-3,2 0 1,2 0-1,3 0 1,0 0 0,-1 0 0,1 0 3,0 0 0,0 0 0,-1 0 0,1 0 1,0 0-1,0 0 1,0 0 1,-1 0 0,1 0 0,2 0-1,5 0 1,-5 0 0,6 0-1,-6 0 1,-3 0 0,9 0 0,1 0 0,0 0 0,1 0 0,-3 0 0,-7 0 0,2 0-1,5 0 1,-5 0 0,5 0 0,-5 0-1,-2 0 1,0 0-1,0 0 1,-1 0-2,1 0 1,0 0 0,0 0-1,0 0 1,-1 0 0,1 0-1,0 0 1,0 0 0,-1 0-1,1 0 1,0 0 0,0 0 0,0 0 1,-8 0 0,1 0 0,2 0-1,2 0 1,-5 0 0,1 0 0,2 0 0,2 0 0,3 0 1,0 0-1,0 0 0,-8 0 1,1 0-1,2 0 0,2 0 1,3 0 0,-1 0 0,1 0-1,0 0 1,2 0 0,3 0 0,2 0-1,-3 0 1,1 0 0,0 0 0,2 0-1,-3 0 1,6 0-1,-1 0 1,1 0-1,-1 0 0,5 0 0,-4 0 1,-1 0-1,1 0-1,4 0 1,-4 0 0,1 0 0,6 0 0,-7 0 0,-1 0 0,-2 0-1,0 0 1,7 0 0,-7 0 0,-2 0 0,-3 0 0,0 0 0,3 0 0,2 0 0,-2 0 0,-3 0 0,-2 0 0,-1 0-1,1 0 0,0 0 0,0 0 0,0 0 1,7 0-1,0 0 1,-3 0 0,-2 0 0,-2 0 0,0 0-1,0 0 1,0 0 0,-1 0 0,1 0-1,0 0 1,7 0 0,0 0 0,-2 0-1,-3 0 1,-2 0 0,-1 0 0,1 0-1,0 0 1,0 0 0,2 0-1,2 0 0,4 0 1,-1 0 0,-5 0-1,2 0 0,3 0 1,0 0 0,-4 0-1,1 0 0,3 0 1,3 0 0,-6 0-1,3 0 0,-2 0 1,0 0-1,-1 0 1,3 0-1,-2 0 1,-3 0-1,0 0 1,3 0-1,2 0 1,0 0-1,-7 0 1,0 0-1,-1 0 1,1 0-1,0 0 1,0 0-1,-1 0 1,1 0-1,0 0 1,0 0-1,-1 0 1,1 0 0,0 0-1,0 0 0,0 0 1,-1 0 0,1 0 0,0 0 0,0 0 0,-1 0 0,1 0 0,0 0 0,0 0 0,0 0 0,-1 0 0,1 0-1,0 0 1,0 0 0,-1 0-1,1 0 1,0 0 0,0 0-2,0 0 1,-1 0-1,1 0 1,0 0 0,0 0 0,-8 0 0,1 0 0,-8 0 0,7 0 0,-6 0 1,6 0 0,-6 0-3,6 0 2,-9 0 1,14 0 0,-7 0 1,10 0 0,-7 0 1,-1 0-1,3 0 0,-5 0 0,3 0-1,2 0 1,2 0 0,3 0 0,0 0 1,-1 0-1,1 0 0,-7 0 1,-1 0-1,3 0 1,2 0-1,3 0 0,0 0 1,0 0 0,0 0-1,-1 0 1,1 0 0,0 0 0,0 0-1,-1 0 1,1 0 0,0 0-1,0 0 1,0 0 0,-1 0-1,1 0 1,0 0-1,0 0 1,-1 0 0,1 0 0,0 0-1,0 0 0,0 0 1,-1 0-1,1 0 1,-7 0-1,-1 0 1,-7 0-1,8 0 1,-8 0-1,8 0 1,-1 0-1,8 0 1,0 0-1,0 0 1,-1 0-1,1 0 0,0 0 1,-8 0-1,1 0 0,2 0 1,2 0-1,3 0 0,0 0 1,-1 0-1,1 0 0,0 0 0,0 0 0,0 0 0,-1 0 1,1 0-1,0 0 0,-8 0 1,1 0-1,2 0 1,-5 0-1,3 0 0,1 0 0,-3 0 0,1 0 0,1 0 0,6 0 0,1 0-1,0 0 1,-8 0-1,1 0 0,-1 0 1,1 0-1,0 0 0,-11 0-3,6 0 4,0 0 0,-5 0 0,9 0 0,-7 0 0,8 0 0,-8 0-1,8 0 1,-8 0-2,7 0 1,1 0-1,7 0 1,-1 0 1,-6 0 0,-1 0 0,-6 0-1,6 0 1,-6 0-1,6 0-1,-9 0 1,14 0 1,-7 0 0,10 0-1,0 0 1,-10 0 0,7 0 0,-4 0 0,-3 0 0,2 0 1,-6 0-1,6 0 1,-6 0 0,6 0-1,3 0 0,-5 0 0,3 0 0,-1 0 0,8 0 0,-8 0 1,1 0-2,2 0 0,-5 0-1,2 0 1,1 0 0,7 0 1,-8 0-1,1 0 0,2 0 0,-5 0 0,2 0 1,-6 0-1,6 0 1,1 0-1,6 0 1,-6 0-2,-1 0 1,-9 0 0,15 0 1,-16 0-2,11 0 2,-10 0 0,7 0-1,-5 0-10,-4 0 12,-13 0 0,5 0 0,-14 0 0,19 0 0,-10 0 0,8 0 0,-8 0 0,-19 0 0,-7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30T03:54:34.405"/>
    </inkml:context>
    <inkml:brush xml:id="br0">
      <inkml:brushProperty name="width" value="0.2" units="cm"/>
      <inkml:brushProperty name="height" value="0.2" units="cm"/>
      <inkml:brushProperty name="color" value="#004F8B"/>
    </inkml:brush>
  </inkml:definitions>
  <inkml:trace contextRef="#ctx0" brushRef="#br0">240 1 27012,'-22'0'-4,"0"0"1,8 0 0,-1 0 2,10 0 1,-7 0-1,5 0 0,5 0 1,-18 0 0,18 0-2,-8 0 2,1 0 0,6 0 0,-9 0 0,5 0 0,4 0 0,-16 0 0,17 0 0,-8 0 0,0 0 0,8 0 0,-8 0 0,0 0 0,8 0 0,-8 0 0,30 0 0,-6 0 0,15 0 0,-12 0 0,-2 0 0,2 0 0,-5 0 0,2 0 0,3 0 0,3 0 0,1 0 0,1 0 0,0 0 0,0 0 0,-1 0 0,1 0 0,0 0 0,0 0 0,0 0 0,-1 0 0,1 0 0,0 0 0,0 0 0,-1 0 0,1 0 0,-7 0 0,-1 0 0,3 0 0,3 0 0,-6 0 0,1 0 0,2 0 0,2 0 0,-5 0 0,1 0 0,2 0 0,-5 0 0,2 0 0,3 0 0,3 0 0,2 0 0,-1 0 0,1 0 0,0 0 0,0 0 0,-1 0 0,1 0 0,0 0 0,0 0 0,0 0 0,-1 0 0,1 0 0,0 0 0,-8 0 0,1 0 0,2 0 0,2 0 0,3 0 0,0 0 0,0 0 0,-1 0 0,1 0 0,0 0 0,0 0 0,-1 0 0,1 0 0,0 0 0,0 0 0,0 0 0,-1 0 0,1 0 0,0 0 0,0 0 0,-1 0 0,-6 0 0,-1 0 0,3 0 0,3 0 0,1 0 0,1 0 0,0 0 0,0 0 0,0 0 0,-1 0 0,1 0 0,-7 0 0,-1 0 0,3 0 0,2 0 0,3 0 0,0 0 0,0 0 0,0 0 0,-1 0 0,1 0 0,0 0 0,0 0 0,7 0 0,0 0 0,-3 0 0,-1 0 0,-4 0 0,1 0 0,0 0 0,0 0 0,7 0 0,0 0 0,0 0 0,2 0 0,-7 0 0,5 0 0,-2 0 0,2 0 0,-5 0 0,8 0 0,-3 0 0,0 0 0,7 0 0,-4 0 0,-1 0 0,0 0 0,6 0 0,-6 0 0,1 0 0,-1 0 0,8 0 0,-5 0 0,2 0 0,0 0 0,-7 0 0,8 0 0,-1 0 0,-2 0 0,7 0 0,-7 0 0,2 0 0,0 0 0,1 0 0,4 0 0,-2 0 0,-3 0 0,-7 0 0,7 0 0,0 0 0,-2 0 0,5 0 0,-10 0 0,0 0 0,3 0 0,-1 0 0,5 0 0,-4 0 0,-1 0 0,-7 0 0,8 0 0,-3 0 0,0 0 0,2 0 0,-4 0 0,5 0 0,1 0 0,-4 0 0,5 0 0,0 0 0,0 0 0,-5 0 0,7 0 0,1 0 0,-3 0 0,4 0 0,-9 0 0,0 0 0,3 0 0,-6 0 0,8 0 0,0 0 0,0 0 0,-5 0 0,5 0 0,-3 0 0,-4 0 0,4 0 0,1 0 0,-1 0 0,1 0 0,4 0 0,-4 0 0,-1 0-1,0 0 1,8 0 0,-5 0 0,2 0 0,1 0 0,-8 0 0,5 0 0,-1 0-1,1 0 1,-5 0 0,8 0 0,-1 0-1,-2 0 1,5 0 0,-8 0 0,3 0-1,5 0 1,-6 0 0,1 0 0,0 0-1,0 0 1,0 0-1,5 0 1,-5 0-1,-3 0 0,8 0 1,-5 0-1,2 0 0,0 0 1,-7 0-1,5 0 1,0 0-1,0 0 0,-8 0 0,6 0 1,-3 0-1,0 0 0,2 0 0,-4 0 0,2 0 0,-2 0 0,-3 0 0,-2 0 1,2 0-1,5 0 0,-5 0 0,5 0 0,-5 0 0,-2 0 0,0 0 0,0 0 0,-1 0 0,1 0 0,7 0 0,0 0 0,-2 0-1,-3 0 0,-2 0 0,2 0 0,3 0-5,2 0 0,0 0 1,-5 0-1,3 0-2,2 0 1,2 0 0,-4 0 0,4 0-2,3 0 1,-5 0-1,5 0 1,0 0-1,0 0 1,-5 0 0,7 0-1,3 0 2,2 0 0,-5 0 0,0 0 0,3 0 0,2 0 1,-4 0-1,-1 0 1,3 0-1,2 0 1,-3 0 0,1 0-1,2 0-1,-2 0 1,0 0-1,4 0 1,1 0-2,-1 0 1,3 0-1,3 0 1,1 0-1,-1 0 0,-1 0 0,1 0 1,4 0 0,3 0 0,-8 0 1,5 0-1,0 0 0,5 0 1,-2 0 0,0 0 0,-3 0-1,-5 0 0,8 0 0,0 0 1,2 0-2,0 0 0,-10 0 0,5 0 0,-2 0 0,0 0 0,0 0 1,-5 0-1,2 0 1,3 0 1,0 0-1,-8 0 1,1 0-1,0 0 1,2 0-1,2 0 1,3 0-2,-3 0 1,1 0 0,-1 0 0,3 0-1,-3 0 0,8 0 0,-1 0 1,3 0-1,1 0 1,-9 0 0,8 0 0,3 0 0,2 0 1,2 0-1,0 0 1,1 0-2,-1 0 1,8 0-1,-1 0 1,-2 0-1,-2 0 0,5 0 0,-1 0 0,1 0 0,2 0 0,-7 0 0,4 0 0,-4 0-1,-3 0 0,3 0 0,2 0 0,1 0-1,-9 0 0,4 0 0,-8 0 0,5 0-1,2 0 1,-7 0 0,-2 0 0,-1 0 0,1 0 1,2 0-1,7 0 1,1 0-1,-1 0 0,-7 0 0,0 0 0,3 0-1,2 0 1,2 0 0,-2 0 0,-3 0 0,-2 0 0,-7 0 1,7 0-1,0 0 1,-2 0 0,5 0 0,-8 0 0,2 0 0,6 0 0,-5 0 0,-1 0 1,-2 0 0,-4 0 0,4 0 0,-2 0 1,-3 0 0,-2 0 0,-2 0 0,-1 0 1,1 0 0,-1 0 1,1 0-1,2 0 1,2 0 0,3 0 0,0 0 0,-7 0 1,-1 0-1,1 0 0,-1 0 1,1 0-1,2 0 0,5 0 0,-5 0 0,4 0 0,-4 0 0,-2 0 1,-1 0-1,1 0 1,0 0 0,-1 0 0,1 0 0,-1 0 0,3 0 0,5 0 1,-5 0 0,5 0 0,-5 0-1,-3 0 1,1 0-1,-1 0 1,1 0-1,0 0 0,6 0 0,1 0 0,0 0 0,2 0 0,-4 0 0,6 0 0,1 0 0,0 0 0,-6 0 1,8 0-1,0 0 0,-2 0 1,5 0 0,-8 0-1,2 0 0,6 0 1,-1 0-1,1 0 1,-5 0-1,-3 0 0,7 0 0,-4 0 0,0 0 0,-6 0 1,4 0-1,-4 0 1,-1 0-1,-3 0 1,-3 0 0,1 0 0,0 0-1,-1 0 1,8 0 0,0 0-1,-3 0 0,-2 0 0,-2 0 1,-1 0-1,3 0 0,5 0 0,-8 0 1,3 0-1,-7 0 0,0 0 1,2 0-1,0 0 1,-2 0-1,-3 0 1,-7 0 0,5 0 0,0 0 0,0 0 0,-5 0 0,5 0 0,0 0 0,-1 0 0,-3 0 0,6 0 0,0 0-1,-2 0 1,7 0-1,-7 0 1,2 0-1,1 0 0,-1 0 1,7 0-1,-1 0 0,-6 0 1,5 0 0,-5 0 0,5 0 0,3 0 0,0 0 0,-1 0 0,-2 0 0,-4 0 1,4 0-1,-5 0 1,3 0-1,-3 0 0,3 0 0,-8 0 1,3 0-1,5 0 0,-1 0 0,1 0 0,-5 0 0,-3 0 0,8 0 0,-3 0 0,3 0 0,-3 0 0,6 0 0,-6 0 1,5 0-1,3 0 1,-1 0-1,-2 0 1,-2 0-1,-3 0 1,1 0 0,4 0 0,-3 0 0,-1 0 0,-8 0 0,5 0 0,-1 0-1,1 0 1,-7 0 0,2 0 0,-5 0-1,-2 0 1,0 0 0,0 0 0,-1 0-1,1 0 1,0 0-1,0 0 1,-1 0-1,1 0 1,2 0 0,3 0-1,2 0 1,-2 0 0,-3 0 0,-2 0 0,2 0 0,5 0 0,-5 0 1,5 0-1,-2 0 1,2 0 0,-5 0 0,5 0 0,-2 0 0,2 0 0,-5 0 0,7 0 0,-2 0 0,0 0 0,8 0 0,-6 0 1,1 0-2,-1 0 1,5 0 0,-4 0 0,-1 0-1,1 0 1,4 0 0,-5 0 0,1 0-1,-1 0 1,6 0-1,-6 0 1,1 0 0,-1 0 0,0 0 0,-4 0 0,2 0 0,-2 0 0,4 0 1,-2 0-1,-2 0 0,-3 0 1,5 0 0,2 0 0,1 0-1,-1 0 1,1 0 0,-6 0 0,6 0-1,2 0 1,2 0-1,5 0 1,-2 0-1,-3 0 0,3 0 0,9 0 0,3 0-1,-2 0 1,-1 0 0,0 0 0,3 0-1,-2 0 1,4 0 0,0 0 0,0 0 0,0 0 0,1 0 0,-3 0 0,4 0-1,1 0 1,-3 0 0,-7 0 0,2 0-1,3 0 0,7 0 1,-7 0-1,-3 0 0,-2 0 0,-2 0 1,0 0-1,-1 0 0,1 0 0,-1 0 0,1 0 0,-3 0 0,-5 0 1,3 0-1,-8 0 1,1 0-1,-1 0 0,-2 0 1,-4 0-1,1 0-1,3 0 0,0 0 1,-7 0-1,0 0 0,0 0 0,-1 0-1,1 0 1,-7 0 0,-1 0 0,3 0 0,-5 0 0,3 0-3,2 0 1,2 0-1,3 0 1,0 0 0,-1 0 0,1 0 3,0 0 0,0 0 0,-1 0 0,1 0 1,0 0-1,0 0 1,0 0 1,-1 0 0,1 0 0,2 0-1,5 0 1,-5 0 0,6 0-1,-6 0 1,-3 0 0,9 0 0,1 0 0,0 0 0,1 0 0,-3 0 0,-7 0 0,2 0-1,5 0 1,-5 0 0,5 0 0,-5 0-1,-2 0 1,0 0-1,0 0 1,-1 0-2,1 0 1,0 0 0,0 0-1,0 0 1,-1 0 0,1 0-1,0 0 1,0 0 0,-1 0-1,1 0 1,0 0 0,0 0 0,0 0 1,-8 0 0,1 0 0,2 0-1,2 0 1,-5 0 0,1 0 0,2 0 0,2 0 0,3 0 1,0 0-1,0 0 0,-8 0 1,1 0-1,2 0 0,2 0 1,3 0 0,-1 0 0,1 0-1,0 0 1,2 0 0,3 0 0,2 0-1,-3 0 1,1 0 0,0 0 0,2 0-1,-3 0 1,6 0-1,-1 0 1,1 0-1,-1 0 0,5 0 0,-4 0 1,-1 0-1,1 0-1,4 0 1,-4 0 0,1 0 0,6 0 0,-7 0 0,-1 0 0,-2 0-1,0 0 1,7 0 0,-7 0 0,-2 0 0,-3 0 0,0 0 0,3 0 0,2 0 0,-2 0 0,-3 0 0,-2 0 0,-1 0-1,1 0 0,0 0 0,0 0 0,0 0 1,7 0-1,0 0 1,-3 0 0,-2 0 0,-2 0 0,0 0-1,0 0 1,0 0 0,-1 0 0,1 0-1,0 0 1,7 0 0,0 0 0,-2 0-1,-3 0 1,-2 0 0,-1 0 0,1 0-1,0 0 1,0 0 0,2 0-1,2 0 0,4 0 1,-1 0 0,-5 0-1,2 0 0,3 0 1,0 0 0,-4 0-1,1 0 0,3 0 1,3 0 0,-6 0-1,3 0 0,-2 0 1,0 0-1,-1 0 1,3 0-1,-2 0 1,-3 0-1,0 0 1,3 0-1,2 0 1,0 0-1,-7 0 1,0 0-1,-1 0 1,1 0-1,0 0 1,0 0-1,-1 0 1,1 0-1,0 0 1,0 0-1,-1 0 1,1 0 0,0 0-1,0 0 0,0 0 1,-1 0 0,1 0 0,0 0 0,0 0 0,-1 0 0,1 0 0,0 0 0,0 0 0,0 0 0,-1 0 0,1 0-1,0 0 1,0 0 0,-1 0-1,1 0 1,0 0 0,0 0-2,0 0 1,-1 0-1,1 0 1,0 0 0,0 0 0,-8 0 0,1 0 0,-8 0 0,7 0 0,-6 0 1,6 0 0,-6 0-3,6 0 2,-9 0 1,14 0 0,-7 0 1,10 0 0,-7 0 1,-1 0-1,3 0 0,-5 0 0,3 0-1,2 0 1,2 0 0,3 0 0,0 0 1,-1 0-1,1 0 0,-7 0 1,-1 0-1,3 0 1,2 0-1,3 0 0,0 0 1,0 0 0,0 0-1,-1 0 1,1 0 0,0 0 0,0 0-1,-1 0 1,1 0 0,0 0-1,0 0 1,0 0 0,-1 0-1,1 0 1,0 0-1,0 0 1,-1 0 0,1 0 0,0 0-1,0 0 0,0 0 1,-1 0-1,1 0 1,-7 0-1,-1 0 1,-7 0-1,8 0 1,-8 0-1,8 0 1,-1 0-1,8 0 1,0 0-1,0 0 1,-1 0-1,1 0 0,0 0 1,-8 0-1,1 0 0,2 0 1,2 0-1,3 0 0,0 0 1,-1 0-1,1 0 0,0 0 0,0 0 0,0 0 0,-1 0 1,1 0-1,0 0 0,-8 0 1,1 0-1,2 0 1,-5 0-1,3 0 0,1 0 0,-3 0 0,1 0 0,1 0 0,6 0 0,1 0-1,0 0 1,-8 0-1,1 0 0,-1 0 1,1 0-1,0 0 0,-11 0-3,6 0 4,0 0 0,-5 0 0,9 0 0,-7 0 0,8 0 0,-8 0-1,8 0 1,-8 0-2,7 0 1,1 0-1,7 0 1,-1 0 1,-6 0 0,-1 0 0,-6 0-1,6 0 1,-6 0-1,6 0-1,-9 0 1,14 0 1,-7 0 0,10 0-1,0 0 1,-10 0 0,7 0 0,-4 0 0,-3 0 0,2 0 1,-6 0-1,6 0 1,-6 0 0,6 0-1,3 0 0,-5 0 0,3 0 0,-1 0 0,8 0 0,-8 0 1,1 0-2,2 0 0,-5 0-1,2 0 1,1 0 0,7 0 1,-8 0-1,1 0 0,2 0 0,-5 0 0,2 0 1,-6 0-1,6 0 1,1 0-1,6 0 1,-6 0-2,-1 0 1,-9 0 0,15 0 1,-16 0-2,11 0 2,-10 0 0,7 0-1,-5 0-10,-4 0 12,-13 0 0,5 0 0,-14 0 0,19 0 0,-10 0 0,8 0 0,-8 0 0,-19 0 0,-7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30T03:54:34.405"/>
    </inkml:context>
    <inkml:brush xml:id="br0">
      <inkml:brushProperty name="width" value="0.2" units="cm"/>
      <inkml:brushProperty name="height" value="0.2" units="cm"/>
      <inkml:brushProperty name="color" value="#004F8B"/>
    </inkml:brush>
  </inkml:definitions>
  <inkml:trace contextRef="#ctx0" brushRef="#br0">240 1 27012,'-22'0'-4,"0"0"1,8 0 0,-1 0 2,10 0 1,-7 0-1,5 0 0,5 0 1,-18 0 0,18 0-2,-8 0 2,1 0 0,6 0 0,-9 0 0,5 0 0,4 0 0,-16 0 0,17 0 0,-8 0 0,0 0 0,8 0 0,-8 0 0,0 0 0,8 0 0,-8 0 0,30 0 0,-6 0 0,15 0 0,-12 0 0,-2 0 0,2 0 0,-5 0 0,2 0 0,3 0 0,3 0 0,1 0 0,1 0 0,0 0 0,0 0 0,-1 0 0,1 0 0,0 0 0,0 0 0,0 0 0,-1 0 0,1 0 0,0 0 0,0 0 0,-1 0 0,1 0 0,-7 0 0,-1 0 0,3 0 0,3 0 0,-6 0 0,1 0 0,2 0 0,2 0 0,-5 0 0,1 0 0,2 0 0,-5 0 0,2 0 0,3 0 0,3 0 0,2 0 0,-1 0 0,1 0 0,0 0 0,0 0 0,-1 0 0,1 0 0,0 0 0,0 0 0,0 0 0,-1 0 0,1 0 0,0 0 0,-8 0 0,1 0 0,2 0 0,2 0 0,3 0 0,0 0 0,0 0 0,-1 0 0,1 0 0,0 0 0,0 0 0,-1 0 0,1 0 0,0 0 0,0 0 0,0 0 0,-1 0 0,1 0 0,0 0 0,0 0 0,-1 0 0,-6 0 0,-1 0 0,3 0 0,3 0 0,1 0 0,1 0 0,0 0 0,0 0 0,0 0 0,-1 0 0,1 0 0,-7 0 0,-1 0 0,3 0 0,2 0 0,3 0 0,0 0 0,0 0 0,0 0 0,-1 0 0,1 0 0,0 0 0,0 0 0,7 0 0,0 0 0,-3 0 0,-1 0 0,-4 0 0,1 0 0,0 0 0,0 0 0,7 0 0,0 0 0,0 0 0,2 0 0,-7 0 0,5 0 0,-2 0 0,2 0 0,-5 0 0,8 0 0,-3 0 0,0 0 0,7 0 0,-4 0 0,-1 0 0,0 0 0,6 0 0,-6 0 0,1 0 0,-1 0 0,8 0 0,-5 0 0,2 0 0,0 0 0,-7 0 0,8 0 0,-1 0 0,-2 0 0,7 0 0,-7 0 0,2 0 0,0 0 0,1 0 0,4 0 0,-2 0 0,-3 0 0,-7 0 0,7 0 0,0 0 0,-2 0 0,5 0 0,-10 0 0,0 0 0,3 0 0,-1 0 0,5 0 0,-4 0 0,-1 0 0,-7 0 0,8 0 0,-3 0 0,0 0 0,2 0 0,-4 0 0,5 0 0,1 0 0,-4 0 0,5 0 0,0 0 0,0 0 0,-5 0 0,7 0 0,1 0 0,-3 0 0,4 0 0,-9 0 0,0 0 0,3 0 0,-6 0 0,8 0 0,0 0 0,0 0 0,-5 0 0,5 0 0,-3 0 0,-4 0 0,4 0 0,1 0 0,-1 0 0,1 0 0,4 0 0,-4 0 0,-1 0-1,0 0 1,8 0 0,-5 0 0,2 0 0,1 0 0,-8 0 0,5 0 0,-1 0-1,1 0 1,-5 0 0,8 0 0,-1 0-1,-2 0 1,5 0 0,-8 0 0,3 0-1,5 0 1,-6 0 0,1 0 0,0 0-1,0 0 1,0 0-1,5 0 1,-5 0-1,-3 0 0,8 0 1,-5 0-1,2 0 0,0 0 1,-7 0-1,5 0 1,0 0-1,0 0 0,-8 0 0,6 0 1,-3 0-1,0 0 0,2 0 0,-4 0 0,2 0 0,-2 0 0,-3 0 0,-2 0 1,2 0-1,5 0 0,-5 0 0,5 0 0,-5 0 0,-2 0 0,0 0 0,0 0 0,-1 0 0,1 0 0,7 0 0,0 0 0,-2 0-1,-3 0 0,-2 0 0,2 0 0,3 0-5,2 0 0,0 0 1,-5 0-1,3 0-2,2 0 1,2 0 0,-4 0 0,4 0-2,3 0 1,-5 0-1,5 0 1,0 0-1,0 0 1,-5 0 0,7 0-1,3 0 2,2 0 0,-5 0 0,0 0 0,3 0 0,2 0 1,-4 0-1,-1 0 1,3 0-1,2 0 1,-3 0 0,1 0-1,2 0-1,-2 0 1,0 0-1,4 0 1,1 0-2,-1 0 1,3 0-1,3 0 1,1 0-1,-1 0 0,-1 0 0,1 0 1,4 0 0,3 0 0,-8 0 1,5 0-1,0 0 0,5 0 1,-2 0 0,0 0 0,-3 0-1,-5 0 0,8 0 0,0 0 1,2 0-2,0 0 0,-10 0 0,5 0 0,-2 0 0,0 0 0,0 0 1,-5 0-1,2 0 1,3 0 1,0 0-1,-8 0 1,1 0-1,0 0 1,2 0-1,2 0 1,3 0-2,-3 0 1,1 0 0,-1 0 0,3 0-1,-3 0 0,8 0 0,-1 0 1,3 0-1,1 0 1,-9 0 0,8 0 0,3 0 0,2 0 1,2 0-1,0 0 1,1 0-2,-1 0 1,8 0-1,-1 0 1,-2 0-1,-2 0 0,5 0 0,-1 0 0,1 0 0,2 0 0,-7 0 0,4 0 0,-4 0-1,-3 0 0,3 0 0,2 0 0,1 0-1,-9 0 0,4 0 0,-8 0 0,5 0-1,2 0 1,-7 0 0,-2 0 0,-1 0 0,1 0 1,2 0-1,7 0 1,1 0-1,-1 0 0,-7 0 0,0 0 0,3 0-1,2 0 1,2 0 0,-2 0 0,-3 0 0,-2 0 0,-7 0 1,7 0-1,0 0 1,-2 0 0,5 0 0,-8 0 0,2 0 0,6 0 0,-5 0 0,-1 0 1,-2 0 0,-4 0 0,4 0 0,-2 0 1,-3 0 0,-2 0 0,-2 0 0,-1 0 1,1 0 0,-1 0 1,1 0-1,2 0 1,2 0 0,3 0 0,0 0 0,-7 0 1,-1 0-1,1 0 0,-1 0 1,1 0-1,2 0 0,5 0 0,-5 0 0,4 0 0,-4 0 0,-2 0 1,-1 0-1,1 0 1,0 0 0,-1 0 0,1 0 0,-1 0 0,3 0 0,5 0 1,-5 0 0,5 0 0,-5 0-1,-3 0 1,1 0-1,-1 0 1,1 0-1,0 0 0,6 0 0,1 0 0,0 0 0,2 0 0,-4 0 0,6 0 0,1 0 0,0 0 0,-6 0 1,8 0-1,0 0 0,-2 0 1,5 0 0,-8 0-1,2 0 0,6 0 1,-1 0-1,1 0 1,-5 0-1,-3 0 0,7 0 0,-4 0 0,0 0 0,-6 0 1,4 0-1,-4 0 1,-1 0-1,-3 0 1,-3 0 0,1 0 0,0 0-1,-1 0 1,8 0 0,0 0-1,-3 0 0,-2 0 0,-2 0 1,-1 0-1,3 0 0,5 0 0,-8 0 1,3 0-1,-7 0 0,0 0 1,2 0-1,0 0 1,-2 0-1,-3 0 1,-7 0 0,5 0 0,0 0 0,0 0 0,-5 0 0,5 0 0,0 0 0,-1 0 0,-3 0 0,6 0 0,0 0-1,-2 0 1,7 0-1,-7 0 1,2 0-1,1 0 0,-1 0 1,7 0-1,-1 0 0,-6 0 1,5 0 0,-5 0 0,5 0 0,3 0 0,0 0 0,-1 0 0,-2 0 0,-4 0 1,4 0-1,-5 0 1,3 0-1,-3 0 0,3 0 0,-8 0 1,3 0-1,5 0 0,-1 0 0,1 0 0,-5 0 0,-3 0 0,8 0 0,-3 0 0,3 0 0,-3 0 0,6 0 0,-6 0 1,5 0-1,3 0 1,-1 0-1,-2 0 1,-2 0-1,-3 0 1,1 0 0,4 0 0,-3 0 0,-1 0 0,-8 0 0,5 0 0,-1 0-1,1 0 1,-7 0 0,2 0 0,-5 0-1,-2 0 1,0 0 0,0 0 0,-1 0-1,1 0 1,0 0-1,0 0 1,-1 0-1,1 0 1,2 0 0,3 0-1,2 0 1,-2 0 0,-3 0 0,-2 0 0,2 0 0,5 0 0,-5 0 1,5 0-1,-2 0 1,2 0 0,-5 0 0,5 0 0,-2 0 0,2 0 0,-5 0 0,7 0 0,-2 0 0,0 0 0,8 0 0,-6 0 1,1 0-2,-1 0 1,5 0 0,-4 0 0,-1 0-1,1 0 1,4 0 0,-5 0 0,1 0-1,-1 0 1,6 0-1,-6 0 1,1 0 0,-1 0 0,0 0 0,-4 0 0,2 0 0,-2 0 0,4 0 1,-2 0-1,-2 0 0,-3 0 1,5 0 0,2 0 0,1 0-1,-1 0 1,1 0 0,-6 0 0,6 0-1,2 0 1,2 0-1,5 0 1,-2 0-1,-3 0 0,3 0 0,9 0 0,3 0-1,-2 0 1,-1 0 0,0 0 0,3 0-1,-2 0 1,4 0 0,0 0 0,0 0 0,0 0 0,1 0 0,-3 0 0,4 0-1,1 0 1,-3 0 0,-7 0 0,2 0-1,3 0 0,7 0 1,-7 0-1,-3 0 0,-2 0 0,-2 0 1,0 0-1,-1 0 0,1 0 0,-1 0 0,1 0 0,-3 0 0,-5 0 1,3 0-1,-8 0 1,1 0-1,-1 0 0,-2 0 1,-4 0-1,1 0-1,3 0 0,0 0 1,-7 0-1,0 0 0,0 0 0,-1 0-1,1 0 1,-7 0 0,-1 0 0,3 0 0,-5 0 0,3 0-3,2 0 1,2 0-1,3 0 1,0 0 0,-1 0 0,1 0 3,0 0 0,0 0 0,-1 0 0,1 0 1,0 0-1,0 0 1,0 0 1,-1 0 0,1 0 0,2 0-1,5 0 1,-5 0 0,6 0-1,-6 0 1,-3 0 0,9 0 0,1 0 0,0 0 0,1 0 0,-3 0 0,-7 0 0,2 0-1,5 0 1,-5 0 0,5 0 0,-5 0-1,-2 0 1,0 0-1,0 0 1,-1 0-2,1 0 1,0 0 0,0 0-1,0 0 1,-1 0 0,1 0-1,0 0 1,0 0 0,-1 0-1,1 0 1,0 0 0,0 0 0,0 0 1,-8 0 0,1 0 0,2 0-1,2 0 1,-5 0 0,1 0 0,2 0 0,2 0 0,3 0 1,0 0-1,0 0 0,-8 0 1,1 0-1,2 0 0,2 0 1,3 0 0,-1 0 0,1 0-1,0 0 1,2 0 0,3 0 0,2 0-1,-3 0 1,1 0 0,0 0 0,2 0-1,-3 0 1,6 0-1,-1 0 1,1 0-1,-1 0 0,5 0 0,-4 0 1,-1 0-1,1 0-1,4 0 1,-4 0 0,1 0 0,6 0 0,-7 0 0,-1 0 0,-2 0-1,0 0 1,7 0 0,-7 0 0,-2 0 0,-3 0 0,0 0 0,3 0 0,2 0 0,-2 0 0,-3 0 0,-2 0 0,-1 0-1,1 0 0,0 0 0,0 0 0,0 0 1,7 0-1,0 0 1,-3 0 0,-2 0 0,-2 0 0,0 0-1,0 0 1,0 0 0,-1 0 0,1 0-1,0 0 1,7 0 0,0 0 0,-2 0-1,-3 0 1,-2 0 0,-1 0 0,1 0-1,0 0 1,0 0 0,2 0-1,2 0 0,4 0 1,-1 0 0,-5 0-1,2 0 0,3 0 1,0 0 0,-4 0-1,1 0 0,3 0 1,3 0 0,-6 0-1,3 0 0,-2 0 1,0 0-1,-1 0 1,3 0-1,-2 0 1,-3 0-1,0 0 1,3 0-1,2 0 1,0 0-1,-7 0 1,0 0-1,-1 0 1,1 0-1,0 0 1,0 0-1,-1 0 1,1 0-1,0 0 1,0 0-1,-1 0 1,1 0 0,0 0-1,0 0 0,0 0 1,-1 0 0,1 0 0,0 0 0,0 0 0,-1 0 0,1 0 0,0 0 0,0 0 0,0 0 0,-1 0 0,1 0-1,0 0 1,0 0 0,-1 0-1,1 0 1,0 0 0,0 0-2,0 0 1,-1 0-1,1 0 1,0 0 0,0 0 0,-8 0 0,1 0 0,-8 0 0,7 0 0,-6 0 1,6 0 0,-6 0-3,6 0 2,-9 0 1,14 0 0,-7 0 1,10 0 0,-7 0 1,-1 0-1,3 0 0,-5 0 0,3 0-1,2 0 1,2 0 0,3 0 0,0 0 1,-1 0-1,1 0 0,-7 0 1,-1 0-1,3 0 1,2 0-1,3 0 0,0 0 1,0 0 0,0 0-1,-1 0 1,1 0 0,0 0 0,0 0-1,-1 0 1,1 0 0,0 0-1,0 0 1,0 0 0,-1 0-1,1 0 1,0 0-1,0 0 1,-1 0 0,1 0 0,0 0-1,0 0 0,0 0 1,-1 0-1,1 0 1,-7 0-1,-1 0 1,-7 0-1,8 0 1,-8 0-1,8 0 1,-1 0-1,8 0 1,0 0-1,0 0 1,-1 0-1,1 0 0,0 0 1,-8 0-1,1 0 0,2 0 1,2 0-1,3 0 0,0 0 1,-1 0-1,1 0 0,0 0 0,0 0 0,0 0 0,-1 0 1,1 0-1,0 0 0,-8 0 1,1 0-1,2 0 1,-5 0-1,3 0 0,1 0 0,-3 0 0,1 0 0,1 0 0,6 0 0,1 0-1,0 0 1,-8 0-1,1 0 0,-1 0 1,1 0-1,0 0 0,-11 0-3,6 0 4,0 0 0,-5 0 0,9 0 0,-7 0 0,8 0 0,-8 0-1,8 0 1,-8 0-2,7 0 1,1 0-1,7 0 1,-1 0 1,-6 0 0,-1 0 0,-6 0-1,6 0 1,-6 0-1,6 0-1,-9 0 1,14 0 1,-7 0 0,10 0-1,0 0 1,-10 0 0,7 0 0,-4 0 0,-3 0 0,2 0 1,-6 0-1,6 0 1,-6 0 0,6 0-1,3 0 0,-5 0 0,3 0 0,-1 0 0,8 0 0,-8 0 1,1 0-2,2 0 0,-5 0-1,2 0 1,1 0 0,7 0 1,-8 0-1,1 0 0,2 0 0,-5 0 0,2 0 1,-6 0-1,6 0 1,1 0-1,6 0 1,-6 0-2,-1 0 1,-9 0 0,15 0 1,-16 0-2,11 0 2,-10 0 0,7 0-1,-5 0-10,-4 0 12,-13 0 0,5 0 0,-14 0 0,19 0 0,-10 0 0,8 0 0,-8 0 0,-19 0 0,-7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30T03:54:34.405"/>
    </inkml:context>
    <inkml:brush xml:id="br0">
      <inkml:brushProperty name="width" value="0.2" units="cm"/>
      <inkml:brushProperty name="height" value="0.2" units="cm"/>
      <inkml:brushProperty name="color" value="#004F8B"/>
    </inkml:brush>
  </inkml:definitions>
  <inkml:trace contextRef="#ctx0" brushRef="#br0">240 1 27012,'-22'0'-4,"0"0"1,8 0 0,-1 0 2,10 0 1,-7 0-1,5 0 0,5 0 1,-18 0 0,18 0-2,-8 0 2,1 0 0,6 0 0,-9 0 0,5 0 0,4 0 0,-16 0 0,17 0 0,-8 0 0,0 0 0,8 0 0,-8 0 0,0 0 0,8 0 0,-8 0 0,30 0 0,-6 0 0,15 0 0,-12 0 0,-2 0 0,2 0 0,-5 0 0,2 0 0,3 0 0,3 0 0,1 0 0,1 0 0,0 0 0,0 0 0,-1 0 0,1 0 0,0 0 0,0 0 0,0 0 0,-1 0 0,1 0 0,0 0 0,0 0 0,-1 0 0,1 0 0,-7 0 0,-1 0 0,3 0 0,3 0 0,-6 0 0,1 0 0,2 0 0,2 0 0,-5 0 0,1 0 0,2 0 0,-5 0 0,2 0 0,3 0 0,3 0 0,2 0 0,-1 0 0,1 0 0,0 0 0,0 0 0,-1 0 0,1 0 0,0 0 0,0 0 0,0 0 0,-1 0 0,1 0 0,0 0 0,-8 0 0,1 0 0,2 0 0,2 0 0,3 0 0,0 0 0,0 0 0,-1 0 0,1 0 0,0 0 0,0 0 0,-1 0 0,1 0 0,0 0 0,0 0 0,0 0 0,-1 0 0,1 0 0,0 0 0,0 0 0,-1 0 0,-6 0 0,-1 0 0,3 0 0,3 0 0,1 0 0,1 0 0,0 0 0,0 0 0,0 0 0,-1 0 0,1 0 0,-7 0 0,-1 0 0,3 0 0,2 0 0,3 0 0,0 0 0,0 0 0,0 0 0,-1 0 0,1 0 0,0 0 0,0 0 0,7 0 0,0 0 0,-3 0 0,-1 0 0,-4 0 0,1 0 0,0 0 0,0 0 0,7 0 0,0 0 0,0 0 0,2 0 0,-7 0 0,5 0 0,-2 0 0,2 0 0,-5 0 0,8 0 0,-3 0 0,0 0 0,7 0 0,-4 0 0,-1 0 0,0 0 0,6 0 0,-6 0 0,1 0 0,-1 0 0,8 0 0,-5 0 0,2 0 0,0 0 0,-7 0 0,8 0 0,-1 0 0,-2 0 0,7 0 0,-7 0 0,2 0 0,0 0 0,1 0 0,4 0 0,-2 0 0,-3 0 0,-7 0 0,7 0 0,0 0 0,-2 0 0,5 0 0,-10 0 0,0 0 0,3 0 0,-1 0 0,5 0 0,-4 0 0,-1 0 0,-7 0 0,8 0 0,-3 0 0,0 0 0,2 0 0,-4 0 0,5 0 0,1 0 0,-4 0 0,5 0 0,0 0 0,0 0 0,-5 0 0,7 0 0,1 0 0,-3 0 0,4 0 0,-9 0 0,0 0 0,3 0 0,-6 0 0,8 0 0,0 0 0,0 0 0,-5 0 0,5 0 0,-3 0 0,-4 0 0,4 0 0,1 0 0,-1 0 0,1 0 0,4 0 0,-4 0 0,-1 0-1,0 0 1,8 0 0,-5 0 0,2 0 0,1 0 0,-8 0 0,5 0 0,-1 0-1,1 0 1,-5 0 0,8 0 0,-1 0-1,-2 0 1,5 0 0,-8 0 0,3 0-1,5 0 1,-6 0 0,1 0 0,0 0-1,0 0 1,0 0-1,5 0 1,-5 0-1,-3 0 0,8 0 1,-5 0-1,2 0 0,0 0 1,-7 0-1,5 0 1,0 0-1,0 0 0,-8 0 0,6 0 1,-3 0-1,0 0 0,2 0 0,-4 0 0,2 0 0,-2 0 0,-3 0 0,-2 0 1,2 0-1,5 0 0,-5 0 0,5 0 0,-5 0 0,-2 0 0,0 0 0,0 0 0,-1 0 0,1 0 0,7 0 0,0 0 0,-2 0-1,-3 0 0,-2 0 0,2 0 0,3 0-5,2 0 0,0 0 1,-5 0-1,3 0-2,2 0 1,2 0 0,-4 0 0,4 0-2,3 0 1,-5 0-1,5 0 1,0 0-1,0 0 1,-5 0 0,7 0-1,3 0 2,2 0 0,-5 0 0,0 0 0,3 0 0,2 0 1,-4 0-1,-1 0 1,3 0-1,2 0 1,-3 0 0,1 0-1,2 0-1,-2 0 1,0 0-1,4 0 1,1 0-2,-1 0 1,3 0-1,3 0 1,1 0-1,-1 0 0,-1 0 0,1 0 1,4 0 0,3 0 0,-8 0 1,5 0-1,0 0 0,5 0 1,-2 0 0,0 0 0,-3 0-1,-5 0 0,8 0 0,0 0 1,2 0-2,0 0 0,-10 0 0,5 0 0,-2 0 0,0 0 0,0 0 1,-5 0-1,2 0 1,3 0 1,0 0-1,-8 0 1,1 0-1,0 0 1,2 0-1,2 0 1,3 0-2,-3 0 1,1 0 0,-1 0 0,3 0-1,-3 0 0,8 0 0,-1 0 1,3 0-1,1 0 1,-9 0 0,8 0 0,3 0 0,2 0 1,2 0-1,0 0 1,1 0-2,-1 0 1,8 0-1,-1 0 1,-2 0-1,-2 0 0,5 0 0,-1 0 0,1 0 0,2 0 0,-7 0 0,4 0 0,-4 0-1,-3 0 0,3 0 0,2 0 0,1 0-1,-9 0 0,4 0 0,-8 0 0,5 0-1,2 0 1,-7 0 0,-2 0 0,-1 0 0,1 0 1,2 0-1,7 0 1,1 0-1,-1 0 0,-7 0 0,0 0 0,3 0-1,2 0 1,2 0 0,-2 0 0,-3 0 0,-2 0 0,-7 0 1,7 0-1,0 0 1,-2 0 0,5 0 0,-8 0 0,2 0 0,6 0 0,-5 0 0,-1 0 1,-2 0 0,-4 0 0,4 0 0,-2 0 1,-3 0 0,-2 0 0,-2 0 0,-1 0 1,1 0 0,-1 0 1,1 0-1,2 0 1,2 0 0,3 0 0,0 0 0,-7 0 1,-1 0-1,1 0 0,-1 0 1,1 0-1,2 0 0,5 0 0,-5 0 0,4 0 0,-4 0 0,-2 0 1,-1 0-1,1 0 1,0 0 0,-1 0 0,1 0 0,-1 0 0,3 0 0,5 0 1,-5 0 0,5 0 0,-5 0-1,-3 0 1,1 0-1,-1 0 1,1 0-1,0 0 0,6 0 0,1 0 0,0 0 0,2 0 0,-4 0 0,6 0 0,1 0 0,0 0 0,-6 0 1,8 0-1,0 0 0,-2 0 1,5 0 0,-8 0-1,2 0 0,6 0 1,-1 0-1,1 0 1,-5 0-1,-3 0 0,7 0 0,-4 0 0,0 0 0,-6 0 1,4 0-1,-4 0 1,-1 0-1,-3 0 1,-3 0 0,1 0 0,0 0-1,-1 0 1,8 0 0,0 0-1,-3 0 0,-2 0 0,-2 0 1,-1 0-1,3 0 0,5 0 0,-8 0 1,3 0-1,-7 0 0,0 0 1,2 0-1,0 0 1,-2 0-1,-3 0 1,-7 0 0,5 0 0,0 0 0,0 0 0,-5 0 0,5 0 0,0 0 0,-1 0 0,-3 0 0,6 0 0,0 0-1,-2 0 1,7 0-1,-7 0 1,2 0-1,1 0 0,-1 0 1,7 0-1,-1 0 0,-6 0 1,5 0 0,-5 0 0,5 0 0,3 0 0,0 0 0,-1 0 0,-2 0 0,-4 0 1,4 0-1,-5 0 1,3 0-1,-3 0 0,3 0 0,-8 0 1,3 0-1,5 0 0,-1 0 0,1 0 0,-5 0 0,-3 0 0,8 0 0,-3 0 0,3 0 0,-3 0 0,6 0 0,-6 0 1,5 0-1,3 0 1,-1 0-1,-2 0 1,-2 0-1,-3 0 1,1 0 0,4 0 0,-3 0 0,-1 0 0,-8 0 0,5 0 0,-1 0-1,1 0 1,-7 0 0,2 0 0,-5 0-1,-2 0 1,0 0 0,0 0 0,-1 0-1,1 0 1,0 0-1,0 0 1,-1 0-1,1 0 1,2 0 0,3 0-1,2 0 1,-2 0 0,-3 0 0,-2 0 0,2 0 0,5 0 0,-5 0 1,5 0-1,-2 0 1,2 0 0,-5 0 0,5 0 0,-2 0 0,2 0 0,-5 0 0,7 0 0,-2 0 0,0 0 0,8 0 0,-6 0 1,1 0-2,-1 0 1,5 0 0,-4 0 0,-1 0-1,1 0 1,4 0 0,-5 0 0,1 0-1,-1 0 1,6 0-1,-6 0 1,1 0 0,-1 0 0,0 0 0,-4 0 0,2 0 0,-2 0 0,4 0 1,-2 0-1,-2 0 0,-3 0 1,5 0 0,2 0 0,1 0-1,-1 0 1,1 0 0,-6 0 0,6 0-1,2 0 1,2 0-1,5 0 1,-2 0-1,-3 0 0,3 0 0,9 0 0,3 0-1,-2 0 1,-1 0 0,0 0 0,3 0-1,-2 0 1,4 0 0,0 0 0,0 0 0,0 0 0,1 0 0,-3 0 0,4 0-1,1 0 1,-3 0 0,-7 0 0,2 0-1,3 0 0,7 0 1,-7 0-1,-3 0 0,-2 0 0,-2 0 1,0 0-1,-1 0 0,1 0 0,-1 0 0,1 0 0,-3 0 0,-5 0 1,3 0-1,-8 0 1,1 0-1,-1 0 0,-2 0 1,-4 0-1,1 0-1,3 0 0,0 0 1,-7 0-1,0 0 0,0 0 0,-1 0-1,1 0 1,-7 0 0,-1 0 0,3 0 0,-5 0 0,3 0-3,2 0 1,2 0-1,3 0 1,0 0 0,-1 0 0,1 0 3,0 0 0,0 0 0,-1 0 0,1 0 1,0 0-1,0 0 1,0 0 1,-1 0 0,1 0 0,2 0-1,5 0 1,-5 0 0,6 0-1,-6 0 1,-3 0 0,9 0 0,1 0 0,0 0 0,1 0 0,-3 0 0,-7 0 0,2 0-1,5 0 1,-5 0 0,5 0 0,-5 0-1,-2 0 1,0 0-1,0 0 1,-1 0-2,1 0 1,0 0 0,0 0-1,0 0 1,-1 0 0,1 0-1,0 0 1,0 0 0,-1 0-1,1 0 1,0 0 0,0 0 0,0 0 1,-8 0 0,1 0 0,2 0-1,2 0 1,-5 0 0,1 0 0,2 0 0,2 0 0,3 0 1,0 0-1,0 0 0,-8 0 1,1 0-1,2 0 0,2 0 1,3 0 0,-1 0 0,1 0-1,0 0 1,2 0 0,3 0 0,2 0-1,-3 0 1,1 0 0,0 0 0,2 0-1,-3 0 1,6 0-1,-1 0 1,1 0-1,-1 0 0,5 0 0,-4 0 1,-1 0-1,1 0-1,4 0 1,-4 0 0,1 0 0,6 0 0,-7 0 0,-1 0 0,-2 0-1,0 0 1,7 0 0,-7 0 0,-2 0 0,-3 0 0,0 0 0,3 0 0,2 0 0,-2 0 0,-3 0 0,-2 0 0,-1 0-1,1 0 0,0 0 0,0 0 0,0 0 1,7 0-1,0 0 1,-3 0 0,-2 0 0,-2 0 0,0 0-1,0 0 1,0 0 0,-1 0 0,1 0-1,0 0 1,7 0 0,0 0 0,-2 0-1,-3 0 1,-2 0 0,-1 0 0,1 0-1,0 0 1,0 0 0,2 0-1,2 0 0,4 0 1,-1 0 0,-5 0-1,2 0 0,3 0 1,0 0 0,-4 0-1,1 0 0,3 0 1,3 0 0,-6 0-1,3 0 0,-2 0 1,0 0-1,-1 0 1,3 0-1,-2 0 1,-3 0-1,0 0 1,3 0-1,2 0 1,0 0-1,-7 0 1,0 0-1,-1 0 1,1 0-1,0 0 1,0 0-1,-1 0 1,1 0-1,0 0 1,0 0-1,-1 0 1,1 0 0,0 0-1,0 0 0,0 0 1,-1 0 0,1 0 0,0 0 0,0 0 0,-1 0 0,1 0 0,0 0 0,0 0 0,0 0 0,-1 0 0,1 0-1,0 0 1,0 0 0,-1 0-1,1 0 1,0 0 0,0 0-2,0 0 1,-1 0-1,1 0 1,0 0 0,0 0 0,-8 0 0,1 0 0,-8 0 0,7 0 0,-6 0 1,6 0 0,-6 0-3,6 0 2,-9 0 1,14 0 0,-7 0 1,10 0 0,-7 0 1,-1 0-1,3 0 0,-5 0 0,3 0-1,2 0 1,2 0 0,3 0 0,0 0 1,-1 0-1,1 0 0,-7 0 1,-1 0-1,3 0 1,2 0-1,3 0 0,0 0 1,0 0 0,0 0-1,-1 0 1,1 0 0,0 0 0,0 0-1,-1 0 1,1 0 0,0 0-1,0 0 1,0 0 0,-1 0-1,1 0 1,0 0-1,0 0 1,-1 0 0,1 0 0,0 0-1,0 0 0,0 0 1,-1 0-1,1 0 1,-7 0-1,-1 0 1,-7 0-1,8 0 1,-8 0-1,8 0 1,-1 0-1,8 0 1,0 0-1,0 0 1,-1 0-1,1 0 0,0 0 1,-8 0-1,1 0 0,2 0 1,2 0-1,3 0 0,0 0 1,-1 0-1,1 0 0,0 0 0,0 0 0,0 0 0,-1 0 1,1 0-1,0 0 0,-8 0 1,1 0-1,2 0 1,-5 0-1,3 0 0,1 0 0,-3 0 0,1 0 0,1 0 0,6 0 0,1 0-1,0 0 1,-8 0-1,1 0 0,-1 0 1,1 0-1,0 0 0,-11 0-3,6 0 4,0 0 0,-5 0 0,9 0 0,-7 0 0,8 0 0,-8 0-1,8 0 1,-8 0-2,7 0 1,1 0-1,7 0 1,-1 0 1,-6 0 0,-1 0 0,-6 0-1,6 0 1,-6 0-1,6 0-1,-9 0 1,14 0 1,-7 0 0,10 0-1,0 0 1,-10 0 0,7 0 0,-4 0 0,-3 0 0,2 0 1,-6 0-1,6 0 1,-6 0 0,6 0-1,3 0 0,-5 0 0,3 0 0,-1 0 0,8 0 0,-8 0 1,1 0-2,2 0 0,-5 0-1,2 0 1,1 0 0,7 0 1,-8 0-1,1 0 0,2 0 0,-5 0 0,2 0 1,-6 0-1,6 0 1,1 0-1,6 0 1,-6 0-2,-1 0 1,-9 0 0,15 0 1,-16 0-2,11 0 2,-10 0 0,7 0-1,-5 0-10,-4 0 12,-13 0 0,5 0 0,-14 0 0,19 0 0,-10 0 0,8 0 0,-8 0 0,-19 0 0,-7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30T03:54:34.405"/>
    </inkml:context>
    <inkml:brush xml:id="br0">
      <inkml:brushProperty name="width" value="0.2" units="cm"/>
      <inkml:brushProperty name="height" value="0.2" units="cm"/>
      <inkml:brushProperty name="color" value="#004F8B"/>
    </inkml:brush>
  </inkml:definitions>
  <inkml:trace contextRef="#ctx0" brushRef="#br0">240 1 27012,'-22'0'-4,"0"0"1,8 0 0,-1 0 2,10 0 1,-7 0-1,5 0 0,5 0 1,-18 0 0,18 0-2,-8 0 2,1 0 0,6 0 0,-9 0 0,5 0 0,4 0 0,-16 0 0,17 0 0,-8 0 0,0 0 0,8 0 0,-8 0 0,0 0 0,8 0 0,-8 0 0,30 0 0,-6 0 0,15 0 0,-12 0 0,-2 0 0,2 0 0,-5 0 0,2 0 0,3 0 0,3 0 0,1 0 0,1 0 0,0 0 0,0 0 0,-1 0 0,1 0 0,0 0 0,0 0 0,0 0 0,-1 0 0,1 0 0,0 0 0,0 0 0,-1 0 0,1 0 0,-7 0 0,-1 0 0,3 0 0,3 0 0,-6 0 0,1 0 0,2 0 0,2 0 0,-5 0 0,1 0 0,2 0 0,-5 0 0,2 0 0,3 0 0,3 0 0,2 0 0,-1 0 0,1 0 0,0 0 0,0 0 0,-1 0 0,1 0 0,0 0 0,0 0 0,0 0 0,-1 0 0,1 0 0,0 0 0,-8 0 0,1 0 0,2 0 0,2 0 0,3 0 0,0 0 0,0 0 0,-1 0 0,1 0 0,0 0 0,0 0 0,-1 0 0,1 0 0,0 0 0,0 0 0,0 0 0,-1 0 0,1 0 0,0 0 0,0 0 0,-1 0 0,-6 0 0,-1 0 0,3 0 0,3 0 0,1 0 0,1 0 0,0 0 0,0 0 0,0 0 0,-1 0 0,1 0 0,-7 0 0,-1 0 0,3 0 0,2 0 0,3 0 0,0 0 0,0 0 0,0 0 0,-1 0 0,1 0 0,0 0 0,0 0 0,7 0 0,0 0 0,-3 0 0,-1 0 0,-4 0 0,1 0 0,0 0 0,0 0 0,7 0 0,0 0 0,0 0 0,2 0 0,-7 0 0,5 0 0,-2 0 0,2 0 0,-5 0 0,8 0 0,-3 0 0,0 0 0,7 0 0,-4 0 0,-1 0 0,0 0 0,6 0 0,-6 0 0,1 0 0,-1 0 0,8 0 0,-5 0 0,2 0 0,0 0 0,-7 0 0,8 0 0,-1 0 0,-2 0 0,7 0 0,-7 0 0,2 0 0,0 0 0,1 0 0,4 0 0,-2 0 0,-3 0 0,-7 0 0,7 0 0,0 0 0,-2 0 0,5 0 0,-10 0 0,0 0 0,3 0 0,-1 0 0,5 0 0,-4 0 0,-1 0 0,-7 0 0,8 0 0,-3 0 0,0 0 0,2 0 0,-4 0 0,5 0 0,1 0 0,-4 0 0,5 0 0,0 0 0,0 0 0,-5 0 0,7 0 0,1 0 0,-3 0 0,4 0 0,-9 0 0,0 0 0,3 0 0,-6 0 0,8 0 0,0 0 0,0 0 0,-5 0 0,5 0 0,-3 0 0,-4 0 0,4 0 0,1 0 0,-1 0 0,1 0 0,4 0 0,-4 0 0,-1 0-1,0 0 1,8 0 0,-5 0 0,2 0 0,1 0 0,-8 0 0,5 0 0,-1 0-1,1 0 1,-5 0 0,8 0 0,-1 0-1,-2 0 1,5 0 0,-8 0 0,3 0-1,5 0 1,-6 0 0,1 0 0,0 0-1,0 0 1,0 0-1,5 0 1,-5 0-1,-3 0 0,8 0 1,-5 0-1,2 0 0,0 0 1,-7 0-1,5 0 1,0 0-1,0 0 0,-8 0 0,6 0 1,-3 0-1,0 0 0,2 0 0,-4 0 0,2 0 0,-2 0 0,-3 0 0,-2 0 1,2 0-1,5 0 0,-5 0 0,5 0 0,-5 0 0,-2 0 0,0 0 0,0 0 0,-1 0 0,1 0 0,7 0 0,0 0 0,-2 0-1,-3 0 0,-2 0 0,2 0 0,3 0-5,2 0 0,0 0 1,-5 0-1,3 0-2,2 0 1,2 0 0,-4 0 0,4 0-2,3 0 1,-5 0-1,5 0 1,0 0-1,0 0 1,-5 0 0,7 0-1,3 0 2,2 0 0,-5 0 0,0 0 0,3 0 0,2 0 1,-4 0-1,-1 0 1,3 0-1,2 0 1,-3 0 0,1 0-1,2 0-1,-2 0 1,0 0-1,4 0 1,1 0-2,-1 0 1,3 0-1,3 0 1,1 0-1,-1 0 0,-1 0 0,1 0 1,4 0 0,3 0 0,-8 0 1,5 0-1,0 0 0,5 0 1,-2 0 0,0 0 0,-3 0-1,-5 0 0,8 0 0,0 0 1,2 0-2,0 0 0,-10 0 0,5 0 0,-2 0 0,0 0 0,0 0 1,-5 0-1,2 0 1,3 0 1,0 0-1,-8 0 1,1 0-1,0 0 1,2 0-1,2 0 1,3 0-2,-3 0 1,1 0 0,-1 0 0,3 0-1,-3 0 0,8 0 0,-1 0 1,3 0-1,1 0 1,-9 0 0,8 0 0,3 0 0,2 0 1,2 0-1,0 0 1,1 0-2,-1 0 1,8 0-1,-1 0 1,-2 0-1,-2 0 0,5 0 0,-1 0 0,1 0 0,2 0 0,-7 0 0,4 0 0,-4 0-1,-3 0 0,3 0 0,2 0 0,1 0-1,-9 0 0,4 0 0,-8 0 0,5 0-1,2 0 1,-7 0 0,-2 0 0,-1 0 0,1 0 1,2 0-1,7 0 1,1 0-1,-1 0 0,-7 0 0,0 0 0,3 0-1,2 0 1,2 0 0,-2 0 0,-3 0 0,-2 0 0,-7 0 1,7 0-1,0 0 1,-2 0 0,5 0 0,-8 0 0,2 0 0,6 0 0,-5 0 0,-1 0 1,-2 0 0,-4 0 0,4 0 0,-2 0 1,-3 0 0,-2 0 0,-2 0 0,-1 0 1,1 0 0,-1 0 1,1 0-1,2 0 1,2 0 0,3 0 0,0 0 0,-7 0 1,-1 0-1,1 0 0,-1 0 1,1 0-1,2 0 0,5 0 0,-5 0 0,4 0 0,-4 0 0,-2 0 1,-1 0-1,1 0 1,0 0 0,-1 0 0,1 0 0,-1 0 0,3 0 0,5 0 1,-5 0 0,5 0 0,-5 0-1,-3 0 1,1 0-1,-1 0 1,1 0-1,0 0 0,6 0 0,1 0 0,0 0 0,2 0 0,-4 0 0,6 0 0,1 0 0,0 0 0,-6 0 1,8 0-1,0 0 0,-2 0 1,5 0 0,-8 0-1,2 0 0,6 0 1,-1 0-1,1 0 1,-5 0-1,-3 0 0,7 0 0,-4 0 0,0 0 0,-6 0 1,4 0-1,-4 0 1,-1 0-1,-3 0 1,-3 0 0,1 0 0,0 0-1,-1 0 1,8 0 0,0 0-1,-3 0 0,-2 0 0,-2 0 1,-1 0-1,3 0 0,5 0 0,-8 0 1,3 0-1,-7 0 0,0 0 1,2 0-1,0 0 1,-2 0-1,-3 0 1,-7 0 0,5 0 0,0 0 0,0 0 0,-5 0 0,5 0 0,0 0 0,-1 0 0,-3 0 0,6 0 0,0 0-1,-2 0 1,7 0-1,-7 0 1,2 0-1,1 0 0,-1 0 1,7 0-1,-1 0 0,-6 0 1,5 0 0,-5 0 0,5 0 0,3 0 0,0 0 0,-1 0 0,-2 0 0,-4 0 1,4 0-1,-5 0 1,3 0-1,-3 0 0,3 0 0,-8 0 1,3 0-1,5 0 0,-1 0 0,1 0 0,-5 0 0,-3 0 0,8 0 0,-3 0 0,3 0 0,-3 0 0,6 0 0,-6 0 1,5 0-1,3 0 1,-1 0-1,-2 0 1,-2 0-1,-3 0 1,1 0 0,4 0 0,-3 0 0,-1 0 0,-8 0 0,5 0 0,-1 0-1,1 0 1,-7 0 0,2 0 0,-5 0-1,-2 0 1,0 0 0,0 0 0,-1 0-1,1 0 1,0 0-1,0 0 1,-1 0-1,1 0 1,2 0 0,3 0-1,2 0 1,-2 0 0,-3 0 0,-2 0 0,2 0 0,5 0 0,-5 0 1,5 0-1,-2 0 1,2 0 0,-5 0 0,5 0 0,-2 0 0,2 0 0,-5 0 0,7 0 0,-2 0 0,0 0 0,8 0 0,-6 0 1,1 0-2,-1 0 1,5 0 0,-4 0 0,-1 0-1,1 0 1,4 0 0,-5 0 0,1 0-1,-1 0 1,6 0-1,-6 0 1,1 0 0,-1 0 0,0 0 0,-4 0 0,2 0 0,-2 0 0,4 0 1,-2 0-1,-2 0 0,-3 0 1,5 0 0,2 0 0,1 0-1,-1 0 1,1 0 0,-6 0 0,6 0-1,2 0 1,2 0-1,5 0 1,-2 0-1,-3 0 0,3 0 0,9 0 0,3 0-1,-2 0 1,-1 0 0,0 0 0,3 0-1,-2 0 1,4 0 0,0 0 0,0 0 0,0 0 0,1 0 0,-3 0 0,4 0-1,1 0 1,-3 0 0,-7 0 0,2 0-1,3 0 0,7 0 1,-7 0-1,-3 0 0,-2 0 0,-2 0 1,0 0-1,-1 0 0,1 0 0,-1 0 0,1 0 0,-3 0 0,-5 0 1,3 0-1,-8 0 1,1 0-1,-1 0 0,-2 0 1,-4 0-1,1 0-1,3 0 0,0 0 1,-7 0-1,0 0 0,0 0 0,-1 0-1,1 0 1,-7 0 0,-1 0 0,3 0 0,-5 0 0,3 0-3,2 0 1,2 0-1,3 0 1,0 0 0,-1 0 0,1 0 3,0 0 0,0 0 0,-1 0 0,1 0 1,0 0-1,0 0 1,0 0 1,-1 0 0,1 0 0,2 0-1,5 0 1,-5 0 0,6 0-1,-6 0 1,-3 0 0,9 0 0,1 0 0,0 0 0,1 0 0,-3 0 0,-7 0 0,2 0-1,5 0 1,-5 0 0,5 0 0,-5 0-1,-2 0 1,0 0-1,0 0 1,-1 0-2,1 0 1,0 0 0,0 0-1,0 0 1,-1 0 0,1 0-1,0 0 1,0 0 0,-1 0-1,1 0 1,0 0 0,0 0 0,0 0 1,-8 0 0,1 0 0,2 0-1,2 0 1,-5 0 0,1 0 0,2 0 0,2 0 0,3 0 1,0 0-1,0 0 0,-8 0 1,1 0-1,2 0 0,2 0 1,3 0 0,-1 0 0,1 0-1,0 0 1,2 0 0,3 0 0,2 0-1,-3 0 1,1 0 0,0 0 0,2 0-1,-3 0 1,6 0-1,-1 0 1,1 0-1,-1 0 0,5 0 0,-4 0 1,-1 0-1,1 0-1,4 0 1,-4 0 0,1 0 0,6 0 0,-7 0 0,-1 0 0,-2 0-1,0 0 1,7 0 0,-7 0 0,-2 0 0,-3 0 0,0 0 0,3 0 0,2 0 0,-2 0 0,-3 0 0,-2 0 0,-1 0-1,1 0 0,0 0 0,0 0 0,0 0 1,7 0-1,0 0 1,-3 0 0,-2 0 0,-2 0 0,0 0-1,0 0 1,0 0 0,-1 0 0,1 0-1,0 0 1,7 0 0,0 0 0,-2 0-1,-3 0 1,-2 0 0,-1 0 0,1 0-1,0 0 1,0 0 0,2 0-1,2 0 0,4 0 1,-1 0 0,-5 0-1,2 0 0,3 0 1,0 0 0,-4 0-1,1 0 0,3 0 1,3 0 0,-6 0-1,3 0 0,-2 0 1,0 0-1,-1 0 1,3 0-1,-2 0 1,-3 0-1,0 0 1,3 0-1,2 0 1,0 0-1,-7 0 1,0 0-1,-1 0 1,1 0-1,0 0 1,0 0-1,-1 0 1,1 0-1,0 0 1,0 0-1,-1 0 1,1 0 0,0 0-1,0 0 0,0 0 1,-1 0 0,1 0 0,0 0 0,0 0 0,-1 0 0,1 0 0,0 0 0,0 0 0,0 0 0,-1 0 0,1 0-1,0 0 1,0 0 0,-1 0-1,1 0 1,0 0 0,0 0-2,0 0 1,-1 0-1,1 0 1,0 0 0,0 0 0,-8 0 0,1 0 0,-8 0 0,7 0 0,-6 0 1,6 0 0,-6 0-3,6 0 2,-9 0 1,14 0 0,-7 0 1,10 0 0,-7 0 1,-1 0-1,3 0 0,-5 0 0,3 0-1,2 0 1,2 0 0,3 0 0,0 0 1,-1 0-1,1 0 0,-7 0 1,-1 0-1,3 0 1,2 0-1,3 0 0,0 0 1,0 0 0,0 0-1,-1 0 1,1 0 0,0 0 0,0 0-1,-1 0 1,1 0 0,0 0-1,0 0 1,0 0 0,-1 0-1,1 0 1,0 0-1,0 0 1,-1 0 0,1 0 0,0 0-1,0 0 0,0 0 1,-1 0-1,1 0 1,-7 0-1,-1 0 1,-7 0-1,8 0 1,-8 0-1,8 0 1,-1 0-1,8 0 1,0 0-1,0 0 1,-1 0-1,1 0 0,0 0 1,-8 0-1,1 0 0,2 0 1,2 0-1,3 0 0,0 0 1,-1 0-1,1 0 0,0 0 0,0 0 0,0 0 0,-1 0 1,1 0-1,0 0 0,-8 0 1,1 0-1,2 0 1,-5 0-1,3 0 0,1 0 0,-3 0 0,1 0 0,1 0 0,6 0 0,1 0-1,0 0 1,-8 0-1,1 0 0,-1 0 1,1 0-1,0 0 0,-11 0-3,6 0 4,0 0 0,-5 0 0,9 0 0,-7 0 0,8 0 0,-8 0-1,8 0 1,-8 0-2,7 0 1,1 0-1,7 0 1,-1 0 1,-6 0 0,-1 0 0,-6 0-1,6 0 1,-6 0-1,6 0-1,-9 0 1,14 0 1,-7 0 0,10 0-1,0 0 1,-10 0 0,7 0 0,-4 0 0,-3 0 0,2 0 1,-6 0-1,6 0 1,-6 0 0,6 0-1,3 0 0,-5 0 0,3 0 0,-1 0 0,8 0 0,-8 0 1,1 0-2,2 0 0,-5 0-1,2 0 1,1 0 0,7 0 1,-8 0-1,1 0 0,2 0 0,-5 0 0,2 0 1,-6 0-1,6 0 1,1 0-1,6 0 1,-6 0-2,-1 0 1,-9 0 0,15 0 1,-16 0-2,11 0 2,-10 0 0,7 0-1,-5 0-10,-4 0 12,-13 0 0,5 0 0,-14 0 0,19 0 0,-10 0 0,8 0 0,-8 0 0,-19 0 0,-7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30T03:54:34.405"/>
    </inkml:context>
    <inkml:brush xml:id="br0">
      <inkml:brushProperty name="width" value="0.2" units="cm"/>
      <inkml:brushProperty name="height" value="0.2" units="cm"/>
      <inkml:brushProperty name="color" value="#004F8B"/>
    </inkml:brush>
  </inkml:definitions>
  <inkml:trace contextRef="#ctx0" brushRef="#br0">240 1 27012,'-22'0'-4,"0"0"1,8 0 0,-1 0 2,10 0 1,-7 0-1,5 0 0,5 0 1,-18 0 0,18 0-2,-8 0 2,1 0 0,6 0 0,-9 0 0,5 0 0,4 0 0,-16 0 0,17 0 0,-8 0 0,0 0 0,8 0 0,-8 0 0,0 0 0,8 0 0,-8 0 0,30 0 0,-6 0 0,15 0 0,-12 0 0,-2 0 0,2 0 0,-5 0 0,2 0 0,3 0 0,3 0 0,1 0 0,1 0 0,0 0 0,0 0 0,-1 0 0,1 0 0,0 0 0,0 0 0,0 0 0,-1 0 0,1 0 0,0 0 0,0 0 0,-1 0 0,1 0 0,-7 0 0,-1 0 0,3 0 0,3 0 0,-6 0 0,1 0 0,2 0 0,2 0 0,-5 0 0,1 0 0,2 0 0,-5 0 0,2 0 0,3 0 0,3 0 0,2 0 0,-1 0 0,1 0 0,0 0 0,0 0 0,-1 0 0,1 0 0,0 0 0,0 0 0,0 0 0,-1 0 0,1 0 0,0 0 0,-8 0 0,1 0 0,2 0 0,2 0 0,3 0 0,0 0 0,0 0 0,-1 0 0,1 0 0,0 0 0,0 0 0,-1 0 0,1 0 0,0 0 0,0 0 0,0 0 0,-1 0 0,1 0 0,0 0 0,0 0 0,-1 0 0,-6 0 0,-1 0 0,3 0 0,3 0 0,1 0 0,1 0 0,0 0 0,0 0 0,0 0 0,-1 0 0,1 0 0,-7 0 0,-1 0 0,3 0 0,2 0 0,3 0 0,0 0 0,0 0 0,0 0 0,-1 0 0,1 0 0,0 0 0,0 0 0,7 0 0,0 0 0,-3 0 0,-1 0 0,-4 0 0,1 0 0,0 0 0,0 0 0,7 0 0,0 0 0,0 0 0,2 0 0,-7 0 0,5 0 0,-2 0 0,2 0 0,-5 0 0,8 0 0,-3 0 0,0 0 0,7 0 0,-4 0 0,-1 0 0,0 0 0,6 0 0,-6 0 0,1 0 0,-1 0 0,8 0 0,-5 0 0,2 0 0,0 0 0,-7 0 0,8 0 0,-1 0 0,-2 0 0,7 0 0,-7 0 0,2 0 0,0 0 0,1 0 0,4 0 0,-2 0 0,-3 0 0,-7 0 0,7 0 0,0 0 0,-2 0 0,5 0 0,-10 0 0,0 0 0,3 0 0,-1 0 0,5 0 0,-4 0 0,-1 0 0,-7 0 0,8 0 0,-3 0 0,0 0 0,2 0 0,-4 0 0,5 0 0,1 0 0,-4 0 0,5 0 0,0 0 0,0 0 0,-5 0 0,7 0 0,1 0 0,-3 0 0,4 0 0,-9 0 0,0 0 0,3 0 0,-6 0 0,8 0 0,0 0 0,0 0 0,-5 0 0,5 0 0,-3 0 0,-4 0 0,4 0 0,1 0 0,-1 0 0,1 0 0,4 0 0,-4 0 0,-1 0-1,0 0 1,8 0 0,-5 0 0,2 0 0,1 0 0,-8 0 0,5 0 0,-1 0-1,1 0 1,-5 0 0,8 0 0,-1 0-1,-2 0 1,5 0 0,-8 0 0,3 0-1,5 0 1,-6 0 0,1 0 0,0 0-1,0 0 1,0 0-1,5 0 1,-5 0-1,-3 0 0,8 0 1,-5 0-1,2 0 0,0 0 1,-7 0-1,5 0 1,0 0-1,0 0 0,-8 0 0,6 0 1,-3 0-1,0 0 0,2 0 0,-4 0 0,2 0 0,-2 0 0,-3 0 0,-2 0 1,2 0-1,5 0 0,-5 0 0,5 0 0,-5 0 0,-2 0 0,0 0 0,0 0 0,-1 0 0,1 0 0,7 0 0,0 0 0,-2 0-1,-3 0 0,-2 0 0,2 0 0,3 0-5,2 0 0,0 0 1,-5 0-1,3 0-2,2 0 1,2 0 0,-4 0 0,4 0-2,3 0 1,-5 0-1,5 0 1,0 0-1,0 0 1,-5 0 0,7 0-1,3 0 2,2 0 0,-5 0 0,0 0 0,3 0 0,2 0 1,-4 0-1,-1 0 1,3 0-1,2 0 1,-3 0 0,1 0-1,2 0-1,-2 0 1,0 0-1,4 0 1,1 0-2,-1 0 1,3 0-1,3 0 1,1 0-1,-1 0 0,-1 0 0,1 0 1,4 0 0,3 0 0,-8 0 1,5 0-1,0 0 0,5 0 1,-2 0 0,0 0 0,-3 0-1,-5 0 0,8 0 0,0 0 1,2 0-2,0 0 0,-10 0 0,5 0 0,-2 0 0,0 0 0,0 0 1,-5 0-1,2 0 1,3 0 1,0 0-1,-8 0 1,1 0-1,0 0 1,2 0-1,2 0 1,3 0-2,-3 0 1,1 0 0,-1 0 0,3 0-1,-3 0 0,8 0 0,-1 0 1,3 0-1,1 0 1,-9 0 0,8 0 0,3 0 0,2 0 1,2 0-1,0 0 1,1 0-2,-1 0 1,8 0-1,-1 0 1,-2 0-1,-2 0 0,5 0 0,-1 0 0,1 0 0,2 0 0,-7 0 0,4 0 0,-4 0-1,-3 0 0,3 0 0,2 0 0,1 0-1,-9 0 0,4 0 0,-8 0 0,5 0-1,2 0 1,-7 0 0,-2 0 0,-1 0 0,1 0 1,2 0-1,7 0 1,1 0-1,-1 0 0,-7 0 0,0 0 0,3 0-1,2 0 1,2 0 0,-2 0 0,-3 0 0,-2 0 0,-7 0 1,7 0-1,0 0 1,-2 0 0,5 0 0,-8 0 0,2 0 0,6 0 0,-5 0 0,-1 0 1,-2 0 0,-4 0 0,4 0 0,-2 0 1,-3 0 0,-2 0 0,-2 0 0,-1 0 1,1 0 0,-1 0 1,1 0-1,2 0 1,2 0 0,3 0 0,0 0 0,-7 0 1,-1 0-1,1 0 0,-1 0 1,1 0-1,2 0 0,5 0 0,-5 0 0,4 0 0,-4 0 0,-2 0 1,-1 0-1,1 0 1,0 0 0,-1 0 0,1 0 0,-1 0 0,3 0 0,5 0 1,-5 0 0,5 0 0,-5 0-1,-3 0 1,1 0-1,-1 0 1,1 0-1,0 0 0,6 0 0,1 0 0,0 0 0,2 0 0,-4 0 0,6 0 0,1 0 0,0 0 0,-6 0 1,8 0-1,0 0 0,-2 0 1,5 0 0,-8 0-1,2 0 0,6 0 1,-1 0-1,1 0 1,-5 0-1,-3 0 0,7 0 0,-4 0 0,0 0 0,-6 0 1,4 0-1,-4 0 1,-1 0-1,-3 0 1,-3 0 0,1 0 0,0 0-1,-1 0 1,8 0 0,0 0-1,-3 0 0,-2 0 0,-2 0 1,-1 0-1,3 0 0,5 0 0,-8 0 1,3 0-1,-7 0 0,0 0 1,2 0-1,0 0 1,-2 0-1,-3 0 1,-7 0 0,5 0 0,0 0 0,0 0 0,-5 0 0,5 0 0,0 0 0,-1 0 0,-3 0 0,6 0 0,0 0-1,-2 0 1,7 0-1,-7 0 1,2 0-1,1 0 0,-1 0 1,7 0-1,-1 0 0,-6 0 1,5 0 0,-5 0 0,5 0 0,3 0 0,0 0 0,-1 0 0,-2 0 0,-4 0 1,4 0-1,-5 0 1,3 0-1,-3 0 0,3 0 0,-8 0 1,3 0-1,5 0 0,-1 0 0,1 0 0,-5 0 0,-3 0 0,8 0 0,-3 0 0,3 0 0,-3 0 0,6 0 0,-6 0 1,5 0-1,3 0 1,-1 0-1,-2 0 1,-2 0-1,-3 0 1,1 0 0,4 0 0,-3 0 0,-1 0 0,-8 0 0,5 0 0,-1 0-1,1 0 1,-7 0 0,2 0 0,-5 0-1,-2 0 1,0 0 0,0 0 0,-1 0-1,1 0 1,0 0-1,0 0 1,-1 0-1,1 0 1,2 0 0,3 0-1,2 0 1,-2 0 0,-3 0 0,-2 0 0,2 0 0,5 0 0,-5 0 1,5 0-1,-2 0 1,2 0 0,-5 0 0,5 0 0,-2 0 0,2 0 0,-5 0 0,7 0 0,-2 0 0,0 0 0,8 0 0,-6 0 1,1 0-2,-1 0 1,5 0 0,-4 0 0,-1 0-1,1 0 1,4 0 0,-5 0 0,1 0-1,-1 0 1,6 0-1,-6 0 1,1 0 0,-1 0 0,0 0 0,-4 0 0,2 0 0,-2 0 0,4 0 1,-2 0-1,-2 0 0,-3 0 1,5 0 0,2 0 0,1 0-1,-1 0 1,1 0 0,-6 0 0,6 0-1,2 0 1,2 0-1,5 0 1,-2 0-1,-3 0 0,3 0 0,9 0 0,3 0-1,-2 0 1,-1 0 0,0 0 0,3 0-1,-2 0 1,4 0 0,0 0 0,0 0 0,0 0 0,1 0 0,-3 0 0,4 0-1,1 0 1,-3 0 0,-7 0 0,2 0-1,3 0 0,7 0 1,-7 0-1,-3 0 0,-2 0 0,-2 0 1,0 0-1,-1 0 0,1 0 0,-1 0 0,1 0 0,-3 0 0,-5 0 1,3 0-1,-8 0 1,1 0-1,-1 0 0,-2 0 1,-4 0-1,1 0-1,3 0 0,0 0 1,-7 0-1,0 0 0,0 0 0,-1 0-1,1 0 1,-7 0 0,-1 0 0,3 0 0,-5 0 0,3 0-3,2 0 1,2 0-1,3 0 1,0 0 0,-1 0 0,1 0 3,0 0 0,0 0 0,-1 0 0,1 0 1,0 0-1,0 0 1,0 0 1,-1 0 0,1 0 0,2 0-1,5 0 1,-5 0 0,6 0-1,-6 0 1,-3 0 0,9 0 0,1 0 0,0 0 0,1 0 0,-3 0 0,-7 0 0,2 0-1,5 0 1,-5 0 0,5 0 0,-5 0-1,-2 0 1,0 0-1,0 0 1,-1 0-2,1 0 1,0 0 0,0 0-1,0 0 1,-1 0 0,1 0-1,0 0 1,0 0 0,-1 0-1,1 0 1,0 0 0,0 0 0,0 0 1,-8 0 0,1 0 0,2 0-1,2 0 1,-5 0 0,1 0 0,2 0 0,2 0 0,3 0 1,0 0-1,0 0 0,-8 0 1,1 0-1,2 0 0,2 0 1,3 0 0,-1 0 0,1 0-1,0 0 1,2 0 0,3 0 0,2 0-1,-3 0 1,1 0 0,0 0 0,2 0-1,-3 0 1,6 0-1,-1 0 1,1 0-1,-1 0 0,5 0 0,-4 0 1,-1 0-1,1 0-1,4 0 1,-4 0 0,1 0 0,6 0 0,-7 0 0,-1 0 0,-2 0-1,0 0 1,7 0 0,-7 0 0,-2 0 0,-3 0 0,0 0 0,3 0 0,2 0 0,-2 0 0,-3 0 0,-2 0 0,-1 0-1,1 0 0,0 0 0,0 0 0,0 0 1,7 0-1,0 0 1,-3 0 0,-2 0 0,-2 0 0,0 0-1,0 0 1,0 0 0,-1 0 0,1 0-1,0 0 1,7 0 0,0 0 0,-2 0-1,-3 0 1,-2 0 0,-1 0 0,1 0-1,0 0 1,0 0 0,2 0-1,2 0 0,4 0 1,-1 0 0,-5 0-1,2 0 0,3 0 1,0 0 0,-4 0-1,1 0 0,3 0 1,3 0 0,-6 0-1,3 0 0,-2 0 1,0 0-1,-1 0 1,3 0-1,-2 0 1,-3 0-1,0 0 1,3 0-1,2 0 1,0 0-1,-7 0 1,0 0-1,-1 0 1,1 0-1,0 0 1,0 0-1,-1 0 1,1 0-1,0 0 1,0 0-1,-1 0 1,1 0 0,0 0-1,0 0 0,0 0 1,-1 0 0,1 0 0,0 0 0,0 0 0,-1 0 0,1 0 0,0 0 0,0 0 0,0 0 0,-1 0 0,1 0-1,0 0 1,0 0 0,-1 0-1,1 0 1,0 0 0,0 0-2,0 0 1,-1 0-1,1 0 1,0 0 0,0 0 0,-8 0 0,1 0 0,-8 0 0,7 0 0,-6 0 1,6 0 0,-6 0-3,6 0 2,-9 0 1,14 0 0,-7 0 1,10 0 0,-7 0 1,-1 0-1,3 0 0,-5 0 0,3 0-1,2 0 1,2 0 0,3 0 0,0 0 1,-1 0-1,1 0 0,-7 0 1,-1 0-1,3 0 1,2 0-1,3 0 0,0 0 1,0 0 0,0 0-1,-1 0 1,1 0 0,0 0 0,0 0-1,-1 0 1,1 0 0,0 0-1,0 0 1,0 0 0,-1 0-1,1 0 1,0 0-1,0 0 1,-1 0 0,1 0 0,0 0-1,0 0 0,0 0 1,-1 0-1,1 0 1,-7 0-1,-1 0 1,-7 0-1,8 0 1,-8 0-1,8 0 1,-1 0-1,8 0 1,0 0-1,0 0 1,-1 0-1,1 0 0,0 0 1,-8 0-1,1 0 0,2 0 1,2 0-1,3 0 0,0 0 1,-1 0-1,1 0 0,0 0 0,0 0 0,0 0 0,-1 0 1,1 0-1,0 0 0,-8 0 1,1 0-1,2 0 1,-5 0-1,3 0 0,1 0 0,-3 0 0,1 0 0,1 0 0,6 0 0,1 0-1,0 0 1,-8 0-1,1 0 0,-1 0 1,1 0-1,0 0 0,-11 0-3,6 0 4,0 0 0,-5 0 0,9 0 0,-7 0 0,8 0 0,-8 0-1,8 0 1,-8 0-2,7 0 1,1 0-1,7 0 1,-1 0 1,-6 0 0,-1 0 0,-6 0-1,6 0 1,-6 0-1,6 0-1,-9 0 1,14 0 1,-7 0 0,10 0-1,0 0 1,-10 0 0,7 0 0,-4 0 0,-3 0 0,2 0 1,-6 0-1,6 0 1,-6 0 0,6 0-1,3 0 0,-5 0 0,3 0 0,-1 0 0,8 0 0,-8 0 1,1 0-2,2 0 0,-5 0-1,2 0 1,1 0 0,7 0 1,-8 0-1,1 0 0,2 0 0,-5 0 0,2 0 1,-6 0-1,6 0 1,1 0-1,6 0 1,-6 0-2,-1 0 1,-9 0 0,15 0 1,-16 0-2,11 0 2,-10 0 0,7 0-1,-5 0-10,-4 0 12,-13 0 0,5 0 0,-14 0 0,19 0 0,-10 0 0,8 0 0,-8 0 0,-19 0 0,-7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30T03:54:34.405"/>
    </inkml:context>
    <inkml:brush xml:id="br0">
      <inkml:brushProperty name="width" value="0.2" units="cm"/>
      <inkml:brushProperty name="height" value="0.2" units="cm"/>
      <inkml:brushProperty name="color" value="#004F8B"/>
    </inkml:brush>
  </inkml:definitions>
  <inkml:trace contextRef="#ctx0" brushRef="#br0">240 1 27012,'-22'0'-4,"0"0"1,8 0 0,-1 0 2,10 0 1,-7 0-1,5 0 0,5 0 1,-18 0 0,18 0-2,-8 0 2,1 0 0,6 0 0,-9 0 0,5 0 0,4 0 0,-16 0 0,17 0 0,-8 0 0,0 0 0,8 0 0,-8 0 0,0 0 0,8 0 0,-8 0 0,30 0 0,-6 0 0,15 0 0,-12 0 0,-2 0 0,2 0 0,-5 0 0,2 0 0,3 0 0,3 0 0,1 0 0,1 0 0,0 0 0,0 0 0,-1 0 0,1 0 0,0 0 0,0 0 0,0 0 0,-1 0 0,1 0 0,0 0 0,0 0 0,-1 0 0,1 0 0,-7 0 0,-1 0 0,3 0 0,3 0 0,-6 0 0,1 0 0,2 0 0,2 0 0,-5 0 0,1 0 0,2 0 0,-5 0 0,2 0 0,3 0 0,3 0 0,2 0 0,-1 0 0,1 0 0,0 0 0,0 0 0,-1 0 0,1 0 0,0 0 0,0 0 0,0 0 0,-1 0 0,1 0 0,0 0 0,-8 0 0,1 0 0,2 0 0,2 0 0,3 0 0,0 0 0,0 0 0,-1 0 0,1 0 0,0 0 0,0 0 0,-1 0 0,1 0 0,0 0 0,0 0 0,0 0 0,-1 0 0,1 0 0,0 0 0,0 0 0,-1 0 0,-6 0 0,-1 0 0,3 0 0,3 0 0,1 0 0,1 0 0,0 0 0,0 0 0,0 0 0,-1 0 0,1 0 0,-7 0 0,-1 0 0,3 0 0,2 0 0,3 0 0,0 0 0,0 0 0,0 0 0,-1 0 0,1 0 0,0 0 0,0 0 0,7 0 0,0 0 0,-3 0 0,-1 0 0,-4 0 0,1 0 0,0 0 0,0 0 0,7 0 0,0 0 0,0 0 0,2 0 0,-7 0 0,5 0 0,-2 0 0,2 0 0,-5 0 0,8 0 0,-3 0 0,0 0 0,7 0 0,-4 0 0,-1 0 0,0 0 0,6 0 0,-6 0 0,1 0 0,-1 0 0,8 0 0,-5 0 0,2 0 0,0 0 0,-7 0 0,8 0 0,-1 0 0,-2 0 0,7 0 0,-7 0 0,2 0 0,0 0 0,1 0 0,4 0 0,-2 0 0,-3 0 0,-7 0 0,7 0 0,0 0 0,-2 0 0,5 0 0,-10 0 0,0 0 0,3 0 0,-1 0 0,5 0 0,-4 0 0,-1 0 0,-7 0 0,8 0 0,-3 0 0,0 0 0,2 0 0,-4 0 0,5 0 0,1 0 0,-4 0 0,5 0 0,0 0 0,0 0 0,-5 0 0,7 0 0,1 0 0,-3 0 0,4 0 0,-9 0 0,0 0 0,3 0 0,-6 0 0,8 0 0,0 0 0,0 0 0,-5 0 0,5 0 0,-3 0 0,-4 0 0,4 0 0,1 0 0,-1 0 0,1 0 0,4 0 0,-4 0 0,-1 0-1,0 0 1,8 0 0,-5 0 0,2 0 0,1 0 0,-8 0 0,5 0 0,-1 0-1,1 0 1,-5 0 0,8 0 0,-1 0-1,-2 0 1,5 0 0,-8 0 0,3 0-1,5 0 1,-6 0 0,1 0 0,0 0-1,0 0 1,0 0-1,5 0 1,-5 0-1,-3 0 0,8 0 1,-5 0-1,2 0 0,0 0 1,-7 0-1,5 0 1,0 0-1,0 0 0,-8 0 0,6 0 1,-3 0-1,0 0 0,2 0 0,-4 0 0,2 0 0,-2 0 0,-3 0 0,-2 0 1,2 0-1,5 0 0,-5 0 0,5 0 0,-5 0 0,-2 0 0,0 0 0,0 0 0,-1 0 0,1 0 0,7 0 0,0 0 0,-2 0-1,-3 0 0,-2 0 0,2 0 0,3 0-5,2 0 0,0 0 1,-5 0-1,3 0-2,2 0 1,2 0 0,-4 0 0,4 0-2,3 0 1,-5 0-1,5 0 1,0 0-1,0 0 1,-5 0 0,7 0-1,3 0 2,2 0 0,-5 0 0,0 0 0,3 0 0,2 0 1,-4 0-1,-1 0 1,3 0-1,2 0 1,-3 0 0,1 0-1,2 0-1,-2 0 1,0 0-1,4 0 1,1 0-2,-1 0 1,3 0-1,3 0 1,1 0-1,-1 0 0,-1 0 0,1 0 1,4 0 0,3 0 0,-8 0 1,5 0-1,0 0 0,5 0 1,-2 0 0,0 0 0,-3 0-1,-5 0 0,8 0 0,0 0 1,2 0-2,0 0 0,-10 0 0,5 0 0,-2 0 0,0 0 0,0 0 1,-5 0-1,2 0 1,3 0 1,0 0-1,-8 0 1,1 0-1,0 0 1,2 0-1,2 0 1,3 0-2,-3 0 1,1 0 0,-1 0 0,3 0-1,-3 0 0,8 0 0,-1 0 1,3 0-1,1 0 1,-9 0 0,8 0 0,3 0 0,2 0 1,2 0-1,0 0 1,1 0-2,-1 0 1,8 0-1,-1 0 1,-2 0-1,-2 0 0,5 0 0,-1 0 0,1 0 0,2 0 0,-7 0 0,4 0 0,-4 0-1,-3 0 0,3 0 0,2 0 0,1 0-1,-9 0 0,4 0 0,-8 0 0,5 0-1,2 0 1,-7 0 0,-2 0 0,-1 0 0,1 0 1,2 0-1,7 0 1,1 0-1,-1 0 0,-7 0 0,0 0 0,3 0-1,2 0 1,2 0 0,-2 0 0,-3 0 0,-2 0 0,-7 0 1,7 0-1,0 0 1,-2 0 0,5 0 0,-8 0 0,2 0 0,6 0 0,-5 0 0,-1 0 1,-2 0 0,-4 0 0,4 0 0,-2 0 1,-3 0 0,-2 0 0,-2 0 0,-1 0 1,1 0 0,-1 0 1,1 0-1,2 0 1,2 0 0,3 0 0,0 0 0,-7 0 1,-1 0-1,1 0 0,-1 0 1,1 0-1,2 0 0,5 0 0,-5 0 0,4 0 0,-4 0 0,-2 0 1,-1 0-1,1 0 1,0 0 0,-1 0 0,1 0 0,-1 0 0,3 0 0,5 0 1,-5 0 0,5 0 0,-5 0-1,-3 0 1,1 0-1,-1 0 1,1 0-1,0 0 0,6 0 0,1 0 0,0 0 0,2 0 0,-4 0 0,6 0 0,1 0 0,0 0 0,-6 0 1,8 0-1,0 0 0,-2 0 1,5 0 0,-8 0-1,2 0 0,6 0 1,-1 0-1,1 0 1,-5 0-1,-3 0 0,7 0 0,-4 0 0,0 0 0,-6 0 1,4 0-1,-4 0 1,-1 0-1,-3 0 1,-3 0 0,1 0 0,0 0-1,-1 0 1,8 0 0,0 0-1,-3 0 0,-2 0 0,-2 0 1,-1 0-1,3 0 0,5 0 0,-8 0 1,3 0-1,-7 0 0,0 0 1,2 0-1,0 0 1,-2 0-1,-3 0 1,-7 0 0,5 0 0,0 0 0,0 0 0,-5 0 0,5 0 0,0 0 0,-1 0 0,-3 0 0,6 0 0,0 0-1,-2 0 1,7 0-1,-7 0 1,2 0-1,1 0 0,-1 0 1,7 0-1,-1 0 0,-6 0 1,5 0 0,-5 0 0,5 0 0,3 0 0,0 0 0,-1 0 0,-2 0 0,-4 0 1,4 0-1,-5 0 1,3 0-1,-3 0 0,3 0 0,-8 0 1,3 0-1,5 0 0,-1 0 0,1 0 0,-5 0 0,-3 0 0,8 0 0,-3 0 0,3 0 0,-3 0 0,6 0 0,-6 0 1,5 0-1,3 0 1,-1 0-1,-2 0 1,-2 0-1,-3 0 1,1 0 0,4 0 0,-3 0 0,-1 0 0,-8 0 0,5 0 0,-1 0-1,1 0 1,-7 0 0,2 0 0,-5 0-1,-2 0 1,0 0 0,0 0 0,-1 0-1,1 0 1,0 0-1,0 0 1,-1 0-1,1 0 1,2 0 0,3 0-1,2 0 1,-2 0 0,-3 0 0,-2 0 0,2 0 0,5 0 0,-5 0 1,5 0-1,-2 0 1,2 0 0,-5 0 0,5 0 0,-2 0 0,2 0 0,-5 0 0,7 0 0,-2 0 0,0 0 0,8 0 0,-6 0 1,1 0-2,-1 0 1,5 0 0,-4 0 0,-1 0-1,1 0 1,4 0 0,-5 0 0,1 0-1,-1 0 1,6 0-1,-6 0 1,1 0 0,-1 0 0,0 0 0,-4 0 0,2 0 0,-2 0 0,4 0 1,-2 0-1,-2 0 0,-3 0 1,5 0 0,2 0 0,1 0-1,-1 0 1,1 0 0,-6 0 0,6 0-1,2 0 1,2 0-1,5 0 1,-2 0-1,-3 0 0,3 0 0,9 0 0,3 0-1,-2 0 1,-1 0 0,0 0 0,3 0-1,-2 0 1,4 0 0,0 0 0,0 0 0,0 0 0,1 0 0,-3 0 0,4 0-1,1 0 1,-3 0 0,-7 0 0,2 0-1,3 0 0,7 0 1,-7 0-1,-3 0 0,-2 0 0,-2 0 1,0 0-1,-1 0 0,1 0 0,-1 0 0,1 0 0,-3 0 0,-5 0 1,3 0-1,-8 0 1,1 0-1,-1 0 0,-2 0 1,-4 0-1,1 0-1,3 0 0,0 0 1,-7 0-1,0 0 0,0 0 0,-1 0-1,1 0 1,-7 0 0,-1 0 0,3 0 0,-5 0 0,3 0-3,2 0 1,2 0-1,3 0 1,0 0 0,-1 0 0,1 0 3,0 0 0,0 0 0,-1 0 0,1 0 1,0 0-1,0 0 1,0 0 1,-1 0 0,1 0 0,2 0-1,5 0 1,-5 0 0,6 0-1,-6 0 1,-3 0 0,9 0 0,1 0 0,0 0 0,1 0 0,-3 0 0,-7 0 0,2 0-1,5 0 1,-5 0 0,5 0 0,-5 0-1,-2 0 1,0 0-1,0 0 1,-1 0-2,1 0 1,0 0 0,0 0-1,0 0 1,-1 0 0,1 0-1,0 0 1,0 0 0,-1 0-1,1 0 1,0 0 0,0 0 0,0 0 1,-8 0 0,1 0 0,2 0-1,2 0 1,-5 0 0,1 0 0,2 0 0,2 0 0,3 0 1,0 0-1,0 0 0,-8 0 1,1 0-1,2 0 0,2 0 1,3 0 0,-1 0 0,1 0-1,0 0 1,2 0 0,3 0 0,2 0-1,-3 0 1,1 0 0,0 0 0,2 0-1,-3 0 1,6 0-1,-1 0 1,1 0-1,-1 0 0,5 0 0,-4 0 1,-1 0-1,1 0-1,4 0 1,-4 0 0,1 0 0,6 0 0,-7 0 0,-1 0 0,-2 0-1,0 0 1,7 0 0,-7 0 0,-2 0 0,-3 0 0,0 0 0,3 0 0,2 0 0,-2 0 0,-3 0 0,-2 0 0,-1 0-1,1 0 0,0 0 0,0 0 0,0 0 1,7 0-1,0 0 1,-3 0 0,-2 0 0,-2 0 0,0 0-1,0 0 1,0 0 0,-1 0 0,1 0-1,0 0 1,7 0 0,0 0 0,-2 0-1,-3 0 1,-2 0 0,-1 0 0,1 0-1,0 0 1,0 0 0,2 0-1,2 0 0,4 0 1,-1 0 0,-5 0-1,2 0 0,3 0 1,0 0 0,-4 0-1,1 0 0,3 0 1,3 0 0,-6 0-1,3 0 0,-2 0 1,0 0-1,-1 0 1,3 0-1,-2 0 1,-3 0-1,0 0 1,3 0-1,2 0 1,0 0-1,-7 0 1,0 0-1,-1 0 1,1 0-1,0 0 1,0 0-1,-1 0 1,1 0-1,0 0 1,0 0-1,-1 0 1,1 0 0,0 0-1,0 0 0,0 0 1,-1 0 0,1 0 0,0 0 0,0 0 0,-1 0 0,1 0 0,0 0 0,0 0 0,0 0 0,-1 0 0,1 0-1,0 0 1,0 0 0,-1 0-1,1 0 1,0 0 0,0 0-2,0 0 1,-1 0-1,1 0 1,0 0 0,0 0 0,-8 0 0,1 0 0,-8 0 0,7 0 0,-6 0 1,6 0 0,-6 0-3,6 0 2,-9 0 1,14 0 0,-7 0 1,10 0 0,-7 0 1,-1 0-1,3 0 0,-5 0 0,3 0-1,2 0 1,2 0 0,3 0 0,0 0 1,-1 0-1,1 0 0,-7 0 1,-1 0-1,3 0 1,2 0-1,3 0 0,0 0 1,0 0 0,0 0-1,-1 0 1,1 0 0,0 0 0,0 0-1,-1 0 1,1 0 0,0 0-1,0 0 1,0 0 0,-1 0-1,1 0 1,0 0-1,0 0 1,-1 0 0,1 0 0,0 0-1,0 0 0,0 0 1,-1 0-1,1 0 1,-7 0-1,-1 0 1,-7 0-1,8 0 1,-8 0-1,8 0 1,-1 0-1,8 0 1,0 0-1,0 0 1,-1 0-1,1 0 0,0 0 1,-8 0-1,1 0 0,2 0 1,2 0-1,3 0 0,0 0 1,-1 0-1,1 0 0,0 0 0,0 0 0,0 0 0,-1 0 1,1 0-1,0 0 0,-8 0 1,1 0-1,2 0 1,-5 0-1,3 0 0,1 0 0,-3 0 0,1 0 0,1 0 0,6 0 0,1 0-1,0 0 1,-8 0-1,1 0 0,-1 0 1,1 0-1,0 0 0,-11 0-3,6 0 4,0 0 0,-5 0 0,9 0 0,-7 0 0,8 0 0,-8 0-1,8 0 1,-8 0-2,7 0 1,1 0-1,7 0 1,-1 0 1,-6 0 0,-1 0 0,-6 0-1,6 0 1,-6 0-1,6 0-1,-9 0 1,14 0 1,-7 0 0,10 0-1,0 0 1,-10 0 0,7 0 0,-4 0 0,-3 0 0,2 0 1,-6 0-1,6 0 1,-6 0 0,6 0-1,3 0 0,-5 0 0,3 0 0,-1 0 0,8 0 0,-8 0 1,1 0-2,2 0 0,-5 0-1,2 0 1,1 0 0,7 0 1,-8 0-1,1 0 0,2 0 0,-5 0 0,2 0 1,-6 0-1,6 0 1,1 0-1,6 0 1,-6 0-2,-1 0 1,-9 0 0,15 0 1,-16 0-2,11 0 2,-10 0 0,7 0-1,-5 0-10,-4 0 12,-13 0 0,5 0 0,-14 0 0,19 0 0,-10 0 0,8 0 0,-8 0 0,-19 0 0,-7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30T03:54:34.405"/>
    </inkml:context>
    <inkml:brush xml:id="br0">
      <inkml:brushProperty name="width" value="0.2" units="cm"/>
      <inkml:brushProperty name="height" value="0.2" units="cm"/>
      <inkml:brushProperty name="color" value="#004F8B"/>
    </inkml:brush>
  </inkml:definitions>
  <inkml:trace contextRef="#ctx0" brushRef="#br0">240 1 27012,'-22'0'-4,"0"0"1,8 0 0,-1 0 2,10 0 1,-7 0-1,5 0 0,5 0 1,-18 0 0,18 0-2,-8 0 2,1 0 0,6 0 0,-9 0 0,5 0 0,4 0 0,-16 0 0,17 0 0,-8 0 0,0 0 0,8 0 0,-8 0 0,0 0 0,8 0 0,-8 0 0,30 0 0,-6 0 0,15 0 0,-12 0 0,-2 0 0,2 0 0,-5 0 0,2 0 0,3 0 0,3 0 0,1 0 0,1 0 0,0 0 0,0 0 0,-1 0 0,1 0 0,0 0 0,0 0 0,0 0 0,-1 0 0,1 0 0,0 0 0,0 0 0,-1 0 0,1 0 0,-7 0 0,-1 0 0,3 0 0,3 0 0,-6 0 0,1 0 0,2 0 0,2 0 0,-5 0 0,1 0 0,2 0 0,-5 0 0,2 0 0,3 0 0,3 0 0,2 0 0,-1 0 0,1 0 0,0 0 0,0 0 0,-1 0 0,1 0 0,0 0 0,0 0 0,0 0 0,-1 0 0,1 0 0,0 0 0,-8 0 0,1 0 0,2 0 0,2 0 0,3 0 0,0 0 0,0 0 0,-1 0 0,1 0 0,0 0 0,0 0 0,-1 0 0,1 0 0,0 0 0,0 0 0,0 0 0,-1 0 0,1 0 0,0 0 0,0 0 0,-1 0 0,-6 0 0,-1 0 0,3 0 0,3 0 0,1 0 0,1 0 0,0 0 0,0 0 0,0 0 0,-1 0 0,1 0 0,-7 0 0,-1 0 0,3 0 0,2 0 0,3 0 0,0 0 0,0 0 0,0 0 0,-1 0 0,1 0 0,0 0 0,0 0 0,7 0 0,0 0 0,-3 0 0,-1 0 0,-4 0 0,1 0 0,0 0 0,0 0 0,7 0 0,0 0 0,0 0 0,2 0 0,-7 0 0,5 0 0,-2 0 0,2 0 0,-5 0 0,8 0 0,-3 0 0,0 0 0,7 0 0,-4 0 0,-1 0 0,0 0 0,6 0 0,-6 0 0,1 0 0,-1 0 0,8 0 0,-5 0 0,2 0 0,0 0 0,-7 0 0,8 0 0,-1 0 0,-2 0 0,7 0 0,-7 0 0,2 0 0,0 0 0,1 0 0,4 0 0,-2 0 0,-3 0 0,-7 0 0,7 0 0,0 0 0,-2 0 0,5 0 0,-10 0 0,0 0 0,3 0 0,-1 0 0,5 0 0,-4 0 0,-1 0 0,-7 0 0,8 0 0,-3 0 0,0 0 0,2 0 0,-4 0 0,5 0 0,1 0 0,-4 0 0,5 0 0,0 0 0,0 0 0,-5 0 0,7 0 0,1 0 0,-3 0 0,4 0 0,-9 0 0,0 0 0,3 0 0,-6 0 0,8 0 0,0 0 0,0 0 0,-5 0 0,5 0 0,-3 0 0,-4 0 0,4 0 0,1 0 0,-1 0 0,1 0 0,4 0 0,-4 0 0,-1 0-1,0 0 1,8 0 0,-5 0 0,2 0 0,1 0 0,-8 0 0,5 0 0,-1 0-1,1 0 1,-5 0 0,8 0 0,-1 0-1,-2 0 1,5 0 0,-8 0 0,3 0-1,5 0 1,-6 0 0,1 0 0,0 0-1,0 0 1,0 0-1,5 0 1,-5 0-1,-3 0 0,8 0 1,-5 0-1,2 0 0,0 0 1,-7 0-1,5 0 1,0 0-1,0 0 0,-8 0 0,6 0 1,-3 0-1,0 0 0,2 0 0,-4 0 0,2 0 0,-2 0 0,-3 0 0,-2 0 1,2 0-1,5 0 0,-5 0 0,5 0 0,-5 0 0,-2 0 0,0 0 0,0 0 0,-1 0 0,1 0 0,7 0 0,0 0 0,-2 0-1,-3 0 0,-2 0 0,2 0 0,3 0-5,2 0 0,0 0 1,-5 0-1,3 0-2,2 0 1,2 0 0,-4 0 0,4 0-2,3 0 1,-5 0-1,5 0 1,0 0-1,0 0 1,-5 0 0,7 0-1,3 0 2,2 0 0,-5 0 0,0 0 0,3 0 0,2 0 1,-4 0-1,-1 0 1,3 0-1,2 0 1,-3 0 0,1 0-1,2 0-1,-2 0 1,0 0-1,4 0 1,1 0-2,-1 0 1,3 0-1,3 0 1,1 0-1,-1 0 0,-1 0 0,1 0 1,4 0 0,3 0 0,-8 0 1,5 0-1,0 0 0,5 0 1,-2 0 0,0 0 0,-3 0-1,-5 0 0,8 0 0,0 0 1,2 0-2,0 0 0,-10 0 0,5 0 0,-2 0 0,0 0 0,0 0 1,-5 0-1,2 0 1,3 0 1,0 0-1,-8 0 1,1 0-1,0 0 1,2 0-1,2 0 1,3 0-2,-3 0 1,1 0 0,-1 0 0,3 0-1,-3 0 0,8 0 0,-1 0 1,3 0-1,1 0 1,-9 0 0,8 0 0,3 0 0,2 0 1,2 0-1,0 0 1,1 0-2,-1 0 1,8 0-1,-1 0 1,-2 0-1,-2 0 0,5 0 0,-1 0 0,1 0 0,2 0 0,-7 0 0,4 0 0,-4 0-1,-3 0 0,3 0 0,2 0 0,1 0-1,-9 0 0,4 0 0,-8 0 0,5 0-1,2 0 1,-7 0 0,-2 0 0,-1 0 0,1 0 1,2 0-1,7 0 1,1 0-1,-1 0 0,-7 0 0,0 0 0,3 0-1,2 0 1,2 0 0,-2 0 0,-3 0 0,-2 0 0,-7 0 1,7 0-1,0 0 1,-2 0 0,5 0 0,-8 0 0,2 0 0,6 0 0,-5 0 0,-1 0 1,-2 0 0,-4 0 0,4 0 0,-2 0 1,-3 0 0,-2 0 0,-2 0 0,-1 0 1,1 0 0,-1 0 1,1 0-1,2 0 1,2 0 0,3 0 0,0 0 0,-7 0 1,-1 0-1,1 0 0,-1 0 1,1 0-1,2 0 0,5 0 0,-5 0 0,4 0 0,-4 0 0,-2 0 1,-1 0-1,1 0 1,0 0 0,-1 0 0,1 0 0,-1 0 0,3 0 0,5 0 1,-5 0 0,5 0 0,-5 0-1,-3 0 1,1 0-1,-1 0 1,1 0-1,0 0 0,6 0 0,1 0 0,0 0 0,2 0 0,-4 0 0,6 0 0,1 0 0,0 0 0,-6 0 1,8 0-1,0 0 0,-2 0 1,5 0 0,-8 0-1,2 0 0,6 0 1,-1 0-1,1 0 1,-5 0-1,-3 0 0,7 0 0,-4 0 0,0 0 0,-6 0 1,4 0-1,-4 0 1,-1 0-1,-3 0 1,-3 0 0,1 0 0,0 0-1,-1 0 1,8 0 0,0 0-1,-3 0 0,-2 0 0,-2 0 1,-1 0-1,3 0 0,5 0 0,-8 0 1,3 0-1,-7 0 0,0 0 1,2 0-1,0 0 1,-2 0-1,-3 0 1,-7 0 0,5 0 0,0 0 0,0 0 0,-5 0 0,5 0 0,0 0 0,-1 0 0,-3 0 0,6 0 0,0 0-1,-2 0 1,7 0-1,-7 0 1,2 0-1,1 0 0,-1 0 1,7 0-1,-1 0 0,-6 0 1,5 0 0,-5 0 0,5 0 0,3 0 0,0 0 0,-1 0 0,-2 0 0,-4 0 1,4 0-1,-5 0 1,3 0-1,-3 0 0,3 0 0,-8 0 1,3 0-1,5 0 0,-1 0 0,1 0 0,-5 0 0,-3 0 0,8 0 0,-3 0 0,3 0 0,-3 0 0,6 0 0,-6 0 1,5 0-1,3 0 1,-1 0-1,-2 0 1,-2 0-1,-3 0 1,1 0 0,4 0 0,-3 0 0,-1 0 0,-8 0 0,5 0 0,-1 0-1,1 0 1,-7 0 0,2 0 0,-5 0-1,-2 0 1,0 0 0,0 0 0,-1 0-1,1 0 1,0 0-1,0 0 1,-1 0-1,1 0 1,2 0 0,3 0-1,2 0 1,-2 0 0,-3 0 0,-2 0 0,2 0 0,5 0 0,-5 0 1,5 0-1,-2 0 1,2 0 0,-5 0 0,5 0 0,-2 0 0,2 0 0,-5 0 0,7 0 0,-2 0 0,0 0 0,8 0 0,-6 0 1,1 0-2,-1 0 1,5 0 0,-4 0 0,-1 0-1,1 0 1,4 0 0,-5 0 0,1 0-1,-1 0 1,6 0-1,-6 0 1,1 0 0,-1 0 0,0 0 0,-4 0 0,2 0 0,-2 0 0,4 0 1,-2 0-1,-2 0 0,-3 0 1,5 0 0,2 0 0,1 0-1,-1 0 1,1 0 0,-6 0 0,6 0-1,2 0 1,2 0-1,5 0 1,-2 0-1,-3 0 0,3 0 0,9 0 0,3 0-1,-2 0 1,-1 0 0,0 0 0,3 0-1,-2 0 1,4 0 0,0 0 0,0 0 0,0 0 0,1 0 0,-3 0 0,4 0-1,1 0 1,-3 0 0,-7 0 0,2 0-1,3 0 0,7 0 1,-7 0-1,-3 0 0,-2 0 0,-2 0 1,0 0-1,-1 0 0,1 0 0,-1 0 0,1 0 0,-3 0 0,-5 0 1,3 0-1,-8 0 1,1 0-1,-1 0 0,-2 0 1,-4 0-1,1 0-1,3 0 0,0 0 1,-7 0-1,0 0 0,0 0 0,-1 0-1,1 0 1,-7 0 0,-1 0 0,3 0 0,-5 0 0,3 0-3,2 0 1,2 0-1,3 0 1,0 0 0,-1 0 0,1 0 3,0 0 0,0 0 0,-1 0 0,1 0 1,0 0-1,0 0 1,0 0 1,-1 0 0,1 0 0,2 0-1,5 0 1,-5 0 0,6 0-1,-6 0 1,-3 0 0,9 0 0,1 0 0,0 0 0,1 0 0,-3 0 0,-7 0 0,2 0-1,5 0 1,-5 0 0,5 0 0,-5 0-1,-2 0 1,0 0-1,0 0 1,-1 0-2,1 0 1,0 0 0,0 0-1,0 0 1,-1 0 0,1 0-1,0 0 1,0 0 0,-1 0-1,1 0 1,0 0 0,0 0 0,0 0 1,-8 0 0,1 0 0,2 0-1,2 0 1,-5 0 0,1 0 0,2 0 0,2 0 0,3 0 1,0 0-1,0 0 0,-8 0 1,1 0-1,2 0 0,2 0 1,3 0 0,-1 0 0,1 0-1,0 0 1,2 0 0,3 0 0,2 0-1,-3 0 1,1 0 0,0 0 0,2 0-1,-3 0 1,6 0-1,-1 0 1,1 0-1,-1 0 0,5 0 0,-4 0 1,-1 0-1,1 0-1,4 0 1,-4 0 0,1 0 0,6 0 0,-7 0 0,-1 0 0,-2 0-1,0 0 1,7 0 0,-7 0 0,-2 0 0,-3 0 0,0 0 0,3 0 0,2 0 0,-2 0 0,-3 0 0,-2 0 0,-1 0-1,1 0 0,0 0 0,0 0 0,0 0 1,7 0-1,0 0 1,-3 0 0,-2 0 0,-2 0 0,0 0-1,0 0 1,0 0 0,-1 0 0,1 0-1,0 0 1,7 0 0,0 0 0,-2 0-1,-3 0 1,-2 0 0,-1 0 0,1 0-1,0 0 1,0 0 0,2 0-1,2 0 0,4 0 1,-1 0 0,-5 0-1,2 0 0,3 0 1,0 0 0,-4 0-1,1 0 0,3 0 1,3 0 0,-6 0-1,3 0 0,-2 0 1,0 0-1,-1 0 1,3 0-1,-2 0 1,-3 0-1,0 0 1,3 0-1,2 0 1,0 0-1,-7 0 1,0 0-1,-1 0 1,1 0-1,0 0 1,0 0-1,-1 0 1,1 0-1,0 0 1,0 0-1,-1 0 1,1 0 0,0 0-1,0 0 0,0 0 1,-1 0 0,1 0 0,0 0 0,0 0 0,-1 0 0,1 0 0,0 0 0,0 0 0,0 0 0,-1 0 0,1 0-1,0 0 1,0 0 0,-1 0-1,1 0 1,0 0 0,0 0-2,0 0 1,-1 0-1,1 0 1,0 0 0,0 0 0,-8 0 0,1 0 0,-8 0 0,7 0 0,-6 0 1,6 0 0,-6 0-3,6 0 2,-9 0 1,14 0 0,-7 0 1,10 0 0,-7 0 1,-1 0-1,3 0 0,-5 0 0,3 0-1,2 0 1,2 0 0,3 0 0,0 0 1,-1 0-1,1 0 0,-7 0 1,-1 0-1,3 0 1,2 0-1,3 0 0,0 0 1,0 0 0,0 0-1,-1 0 1,1 0 0,0 0 0,0 0-1,-1 0 1,1 0 0,0 0-1,0 0 1,0 0 0,-1 0-1,1 0 1,0 0-1,0 0 1,-1 0 0,1 0 0,0 0-1,0 0 0,0 0 1,-1 0-1,1 0 1,-7 0-1,-1 0 1,-7 0-1,8 0 1,-8 0-1,8 0 1,-1 0-1,8 0 1,0 0-1,0 0 1,-1 0-1,1 0 0,0 0 1,-8 0-1,1 0 0,2 0 1,2 0-1,3 0 0,0 0 1,-1 0-1,1 0 0,0 0 0,0 0 0,0 0 0,-1 0 1,1 0-1,0 0 0,-8 0 1,1 0-1,2 0 1,-5 0-1,3 0 0,1 0 0,-3 0 0,1 0 0,1 0 0,6 0 0,1 0-1,0 0 1,-8 0-1,1 0 0,-1 0 1,1 0-1,0 0 0,-11 0-3,6 0 4,0 0 0,-5 0 0,9 0 0,-7 0 0,8 0 0,-8 0-1,8 0 1,-8 0-2,7 0 1,1 0-1,7 0 1,-1 0 1,-6 0 0,-1 0 0,-6 0-1,6 0 1,-6 0-1,6 0-1,-9 0 1,14 0 1,-7 0 0,10 0-1,0 0 1,-10 0 0,7 0 0,-4 0 0,-3 0 0,2 0 1,-6 0-1,6 0 1,-6 0 0,6 0-1,3 0 0,-5 0 0,3 0 0,-1 0 0,8 0 0,-8 0 1,1 0-2,2 0 0,-5 0-1,2 0 1,1 0 0,7 0 1,-8 0-1,1 0 0,2 0 0,-5 0 0,2 0 1,-6 0-1,6 0 1,1 0-1,6 0 1,-6 0-2,-1 0 1,-9 0 0,15 0 1,-16 0-2,11 0 2,-10 0 0,7 0-1,-5 0-10,-4 0 12,-13 0 0,5 0 0,-14 0 0,19 0 0,-10 0 0,8 0 0,-8 0 0,-19 0 0,-7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30T03:54:34.405"/>
    </inkml:context>
    <inkml:brush xml:id="br0">
      <inkml:brushProperty name="width" value="0.2" units="cm"/>
      <inkml:brushProperty name="height" value="0.2" units="cm"/>
      <inkml:brushProperty name="color" value="#004F8B"/>
    </inkml:brush>
  </inkml:definitions>
  <inkml:trace contextRef="#ctx0" brushRef="#br0">240 1 27012,'-22'0'-4,"0"0"1,8 0 0,-1 0 2,10 0 1,-7 0-1,5 0 0,5 0 1,-18 0 0,18 0-2,-8 0 2,1 0 0,6 0 0,-9 0 0,5 0 0,4 0 0,-16 0 0,17 0 0,-8 0 0,0 0 0,8 0 0,-8 0 0,0 0 0,8 0 0,-8 0 0,30 0 0,-6 0 0,15 0 0,-12 0 0,-2 0 0,2 0 0,-5 0 0,2 0 0,3 0 0,3 0 0,1 0 0,1 0 0,0 0 0,0 0 0,-1 0 0,1 0 0,0 0 0,0 0 0,0 0 0,-1 0 0,1 0 0,0 0 0,0 0 0,-1 0 0,1 0 0,-7 0 0,-1 0 0,3 0 0,3 0 0,-6 0 0,1 0 0,2 0 0,2 0 0,-5 0 0,1 0 0,2 0 0,-5 0 0,2 0 0,3 0 0,3 0 0,2 0 0,-1 0 0,1 0 0,0 0 0,0 0 0,-1 0 0,1 0 0,0 0 0,0 0 0,0 0 0,-1 0 0,1 0 0,0 0 0,-8 0 0,1 0 0,2 0 0,2 0 0,3 0 0,0 0 0,0 0 0,-1 0 0,1 0 0,0 0 0,0 0 0,-1 0 0,1 0 0,0 0 0,0 0 0,0 0 0,-1 0 0,1 0 0,0 0 0,0 0 0,-1 0 0,-6 0 0,-1 0 0,3 0 0,3 0 0,1 0 0,1 0 0,0 0 0,0 0 0,0 0 0,-1 0 0,1 0 0,-7 0 0,-1 0 0,3 0 0,2 0 0,3 0 0,0 0 0,0 0 0,0 0 0,-1 0 0,1 0 0,0 0 0,0 0 0,7 0 0,0 0 0,-3 0 0,-1 0 0,-4 0 0,1 0 0,0 0 0,0 0 0,7 0 0,0 0 0,0 0 0,2 0 0,-7 0 0,5 0 0,-2 0 0,2 0 0,-5 0 0,8 0 0,-3 0 0,0 0 0,7 0 0,-4 0 0,-1 0 0,0 0 0,6 0 0,-6 0 0,1 0 0,-1 0 0,8 0 0,-5 0 0,2 0 0,0 0 0,-7 0 0,8 0 0,-1 0 0,-2 0 0,7 0 0,-7 0 0,2 0 0,0 0 0,1 0 0,4 0 0,-2 0 0,-3 0 0,-7 0 0,7 0 0,0 0 0,-2 0 0,5 0 0,-10 0 0,0 0 0,3 0 0,-1 0 0,5 0 0,-4 0 0,-1 0 0,-7 0 0,8 0 0,-3 0 0,0 0 0,2 0 0,-4 0 0,5 0 0,1 0 0,-4 0 0,5 0 0,0 0 0,0 0 0,-5 0 0,7 0 0,1 0 0,-3 0 0,4 0 0,-9 0 0,0 0 0,3 0 0,-6 0 0,8 0 0,0 0 0,0 0 0,-5 0 0,5 0 0,-3 0 0,-4 0 0,4 0 0,1 0 0,-1 0 0,1 0 0,4 0 0,-4 0 0,-1 0-1,0 0 1,8 0 0,-5 0 0,2 0 0,1 0 0,-8 0 0,5 0 0,-1 0-1,1 0 1,-5 0 0,8 0 0,-1 0-1,-2 0 1,5 0 0,-8 0 0,3 0-1,5 0 1,-6 0 0,1 0 0,0 0-1,0 0 1,0 0-1,5 0 1,-5 0-1,-3 0 0,8 0 1,-5 0-1,2 0 0,0 0 1,-7 0-1,5 0 1,0 0-1,0 0 0,-8 0 0,6 0 1,-3 0-1,0 0 0,2 0 0,-4 0 0,2 0 0,-2 0 0,-3 0 0,-2 0 1,2 0-1,5 0 0,-5 0 0,5 0 0,-5 0 0,-2 0 0,0 0 0,0 0 0,-1 0 0,1 0 0,7 0 0,0 0 0,-2 0-1,-3 0 0,-2 0 0,2 0 0,3 0-5,2 0 0,0 0 1,-5 0-1,3 0-2,2 0 1,2 0 0,-4 0 0,4 0-2,3 0 1,-5 0-1,5 0 1,0 0-1,0 0 1,-5 0 0,7 0-1,3 0 2,2 0 0,-5 0 0,0 0 0,3 0 0,2 0 1,-4 0-1,-1 0 1,3 0-1,2 0 1,-3 0 0,1 0-1,2 0-1,-2 0 1,0 0-1,4 0 1,1 0-2,-1 0 1,3 0-1,3 0 1,1 0-1,-1 0 0,-1 0 0,1 0 1,4 0 0,3 0 0,-8 0 1,5 0-1,0 0 0,5 0 1,-2 0 0,0 0 0,-3 0-1,-5 0 0,8 0 0,0 0 1,2 0-2,0 0 0,-10 0 0,5 0 0,-2 0 0,0 0 0,0 0 1,-5 0-1,2 0 1,3 0 1,0 0-1,-8 0 1,1 0-1,0 0 1,2 0-1,2 0 1,3 0-2,-3 0 1,1 0 0,-1 0 0,3 0-1,-3 0 0,8 0 0,-1 0 1,3 0-1,1 0 1,-9 0 0,8 0 0,3 0 0,2 0 1,2 0-1,0 0 1,1 0-2,-1 0 1,8 0-1,-1 0 1,-2 0-1,-2 0 0,5 0 0,-1 0 0,1 0 0,2 0 0,-7 0 0,4 0 0,-4 0-1,-3 0 0,3 0 0,2 0 0,1 0-1,-9 0 0,4 0 0,-8 0 0,5 0-1,2 0 1,-7 0 0,-2 0 0,-1 0 0,1 0 1,2 0-1,7 0 1,1 0-1,-1 0 0,-7 0 0,0 0 0,3 0-1,2 0 1,2 0 0,-2 0 0,-3 0 0,-2 0 0,-7 0 1,7 0-1,0 0 1,-2 0 0,5 0 0,-8 0 0,2 0 0,6 0 0,-5 0 0,-1 0 1,-2 0 0,-4 0 0,4 0 0,-2 0 1,-3 0 0,-2 0 0,-2 0 0,-1 0 1,1 0 0,-1 0 1,1 0-1,2 0 1,2 0 0,3 0 0,0 0 0,-7 0 1,-1 0-1,1 0 0,-1 0 1,1 0-1,2 0 0,5 0 0,-5 0 0,4 0 0,-4 0 0,-2 0 1,-1 0-1,1 0 1,0 0 0,-1 0 0,1 0 0,-1 0 0,3 0 0,5 0 1,-5 0 0,5 0 0,-5 0-1,-3 0 1,1 0-1,-1 0 1,1 0-1,0 0 0,6 0 0,1 0 0,0 0 0,2 0 0,-4 0 0,6 0 0,1 0 0,0 0 0,-6 0 1,8 0-1,0 0 0,-2 0 1,5 0 0,-8 0-1,2 0 0,6 0 1,-1 0-1,1 0 1,-5 0-1,-3 0 0,7 0 0,-4 0 0,0 0 0,-6 0 1,4 0-1,-4 0 1,-1 0-1,-3 0 1,-3 0 0,1 0 0,0 0-1,-1 0 1,8 0 0,0 0-1,-3 0 0,-2 0 0,-2 0 1,-1 0-1,3 0 0,5 0 0,-8 0 1,3 0-1,-7 0 0,0 0 1,2 0-1,0 0 1,-2 0-1,-3 0 1,-7 0 0,5 0 0,0 0 0,0 0 0,-5 0 0,5 0 0,0 0 0,-1 0 0,-3 0 0,6 0 0,0 0-1,-2 0 1,7 0-1,-7 0 1,2 0-1,1 0 0,-1 0 1,7 0-1,-1 0 0,-6 0 1,5 0 0,-5 0 0,5 0 0,3 0 0,0 0 0,-1 0 0,-2 0 0,-4 0 1,4 0-1,-5 0 1,3 0-1,-3 0 0,3 0 0,-8 0 1,3 0-1,5 0 0,-1 0 0,1 0 0,-5 0 0,-3 0 0,8 0 0,-3 0 0,3 0 0,-3 0 0,6 0 0,-6 0 1,5 0-1,3 0 1,-1 0-1,-2 0 1,-2 0-1,-3 0 1,1 0 0,4 0 0,-3 0 0,-1 0 0,-8 0 0,5 0 0,-1 0-1,1 0 1,-7 0 0,2 0 0,-5 0-1,-2 0 1,0 0 0,0 0 0,-1 0-1,1 0 1,0 0-1,0 0 1,-1 0-1,1 0 1,2 0 0,3 0-1,2 0 1,-2 0 0,-3 0 0,-2 0 0,2 0 0,5 0 0,-5 0 1,5 0-1,-2 0 1,2 0 0,-5 0 0,5 0 0,-2 0 0,2 0 0,-5 0 0,7 0 0,-2 0 0,0 0 0,8 0 0,-6 0 1,1 0-2,-1 0 1,5 0 0,-4 0 0,-1 0-1,1 0 1,4 0 0,-5 0 0,1 0-1,-1 0 1,6 0-1,-6 0 1,1 0 0,-1 0 0,0 0 0,-4 0 0,2 0 0,-2 0 0,4 0 1,-2 0-1,-2 0 0,-3 0 1,5 0 0,2 0 0,1 0-1,-1 0 1,1 0 0,-6 0 0,6 0-1,2 0 1,2 0-1,5 0 1,-2 0-1,-3 0 0,3 0 0,9 0 0,3 0-1,-2 0 1,-1 0 0,0 0 0,3 0-1,-2 0 1,4 0 0,0 0 0,0 0 0,0 0 0,1 0 0,-3 0 0,4 0-1,1 0 1,-3 0 0,-7 0 0,2 0-1,3 0 0,7 0 1,-7 0-1,-3 0 0,-2 0 0,-2 0 1,0 0-1,-1 0 0,1 0 0,-1 0 0,1 0 0,-3 0 0,-5 0 1,3 0-1,-8 0 1,1 0-1,-1 0 0,-2 0 1,-4 0-1,1 0-1,3 0 0,0 0 1,-7 0-1,0 0 0,0 0 0,-1 0-1,1 0 1,-7 0 0,-1 0 0,3 0 0,-5 0 0,3 0-3,2 0 1,2 0-1,3 0 1,0 0 0,-1 0 0,1 0 3,0 0 0,0 0 0,-1 0 0,1 0 1,0 0-1,0 0 1,0 0 1,-1 0 0,1 0 0,2 0-1,5 0 1,-5 0 0,6 0-1,-6 0 1,-3 0 0,9 0 0,1 0 0,0 0 0,1 0 0,-3 0 0,-7 0 0,2 0-1,5 0 1,-5 0 0,5 0 0,-5 0-1,-2 0 1,0 0-1,0 0 1,-1 0-2,1 0 1,0 0 0,0 0-1,0 0 1,-1 0 0,1 0-1,0 0 1,0 0 0,-1 0-1,1 0 1,0 0 0,0 0 0,0 0 1,-8 0 0,1 0 0,2 0-1,2 0 1,-5 0 0,1 0 0,2 0 0,2 0 0,3 0 1,0 0-1,0 0 0,-8 0 1,1 0-1,2 0 0,2 0 1,3 0 0,-1 0 0,1 0-1,0 0 1,2 0 0,3 0 0,2 0-1,-3 0 1,1 0 0,0 0 0,2 0-1,-3 0 1,6 0-1,-1 0 1,1 0-1,-1 0 0,5 0 0,-4 0 1,-1 0-1,1 0-1,4 0 1,-4 0 0,1 0 0,6 0 0,-7 0 0,-1 0 0,-2 0-1,0 0 1,7 0 0,-7 0 0,-2 0 0,-3 0 0,0 0 0,3 0 0,2 0 0,-2 0 0,-3 0 0,-2 0 0,-1 0-1,1 0 0,0 0 0,0 0 0,0 0 1,7 0-1,0 0 1,-3 0 0,-2 0 0,-2 0 0,0 0-1,0 0 1,0 0 0,-1 0 0,1 0-1,0 0 1,7 0 0,0 0 0,-2 0-1,-3 0 1,-2 0 0,-1 0 0,1 0-1,0 0 1,0 0 0,2 0-1,2 0 0,4 0 1,-1 0 0,-5 0-1,2 0 0,3 0 1,0 0 0,-4 0-1,1 0 0,3 0 1,3 0 0,-6 0-1,3 0 0,-2 0 1,0 0-1,-1 0 1,3 0-1,-2 0 1,-3 0-1,0 0 1,3 0-1,2 0 1,0 0-1,-7 0 1,0 0-1,-1 0 1,1 0-1,0 0 1,0 0-1,-1 0 1,1 0-1,0 0 1,0 0-1,-1 0 1,1 0 0,0 0-1,0 0 0,0 0 1,-1 0 0,1 0 0,0 0 0,0 0 0,-1 0 0,1 0 0,0 0 0,0 0 0,0 0 0,-1 0 0,1 0-1,0 0 1,0 0 0,-1 0-1,1 0 1,0 0 0,0 0-2,0 0 1,-1 0-1,1 0 1,0 0 0,0 0 0,-8 0 0,1 0 0,-8 0 0,7 0 0,-6 0 1,6 0 0,-6 0-3,6 0 2,-9 0 1,14 0 0,-7 0 1,10 0 0,-7 0 1,-1 0-1,3 0 0,-5 0 0,3 0-1,2 0 1,2 0 0,3 0 0,0 0 1,-1 0-1,1 0 0,-7 0 1,-1 0-1,3 0 1,2 0-1,3 0 0,0 0 1,0 0 0,0 0-1,-1 0 1,1 0 0,0 0 0,0 0-1,-1 0 1,1 0 0,0 0-1,0 0 1,0 0 0,-1 0-1,1 0 1,0 0-1,0 0 1,-1 0 0,1 0 0,0 0-1,0 0 0,0 0 1,-1 0-1,1 0 1,-7 0-1,-1 0 1,-7 0-1,8 0 1,-8 0-1,8 0 1,-1 0-1,8 0 1,0 0-1,0 0 1,-1 0-1,1 0 0,0 0 1,-8 0-1,1 0 0,2 0 1,2 0-1,3 0 0,0 0 1,-1 0-1,1 0 0,0 0 0,0 0 0,0 0 0,-1 0 1,1 0-1,0 0 0,-8 0 1,1 0-1,2 0 1,-5 0-1,3 0 0,1 0 0,-3 0 0,1 0 0,1 0 0,6 0 0,1 0-1,0 0 1,-8 0-1,1 0 0,-1 0 1,1 0-1,0 0 0,-11 0-3,6 0 4,0 0 0,-5 0 0,9 0 0,-7 0 0,8 0 0,-8 0-1,8 0 1,-8 0-2,7 0 1,1 0-1,7 0 1,-1 0 1,-6 0 0,-1 0 0,-6 0-1,6 0 1,-6 0-1,6 0-1,-9 0 1,14 0 1,-7 0 0,10 0-1,0 0 1,-10 0 0,7 0 0,-4 0 0,-3 0 0,2 0 1,-6 0-1,6 0 1,-6 0 0,6 0-1,3 0 0,-5 0 0,3 0 0,-1 0 0,8 0 0,-8 0 1,1 0-2,2 0 0,-5 0-1,2 0 1,1 0 0,7 0 1,-8 0-1,1 0 0,2 0 0,-5 0 0,2 0 1,-6 0-1,6 0 1,1 0-1,6 0 1,-6 0-2,-1 0 1,-9 0 0,15 0 1,-16 0-2,11 0 2,-10 0 0,7 0-1,-5 0-10,-4 0 12,-13 0 0,5 0 0,-14 0 0,19 0 0,-10 0 0,8 0 0,-8 0 0,-19 0 0,-7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30T03:54:34.405"/>
    </inkml:context>
    <inkml:brush xml:id="br0">
      <inkml:brushProperty name="width" value="0.2" units="cm"/>
      <inkml:brushProperty name="height" value="0.2" units="cm"/>
      <inkml:brushProperty name="color" value="#004F8B"/>
    </inkml:brush>
  </inkml:definitions>
  <inkml:trace contextRef="#ctx0" brushRef="#br0">240 1 27012,'-22'0'-4,"0"0"1,8 0 0,-1 0 2,10 0 1,-7 0-1,5 0 0,5 0 1,-18 0 0,18 0-2,-8 0 2,1 0 0,6 0 0,-9 0 0,5 0 0,4 0 0,-16 0 0,17 0 0,-8 0 0,0 0 0,8 0 0,-8 0 0,0 0 0,8 0 0,-8 0 0,30 0 0,-6 0 0,15 0 0,-12 0 0,-2 0 0,2 0 0,-5 0 0,2 0 0,3 0 0,3 0 0,1 0 0,1 0 0,0 0 0,0 0 0,-1 0 0,1 0 0,0 0 0,0 0 0,0 0 0,-1 0 0,1 0 0,0 0 0,0 0 0,-1 0 0,1 0 0,-7 0 0,-1 0 0,3 0 0,3 0 0,-6 0 0,1 0 0,2 0 0,2 0 0,-5 0 0,1 0 0,2 0 0,-5 0 0,2 0 0,3 0 0,3 0 0,2 0 0,-1 0 0,1 0 0,0 0 0,0 0 0,-1 0 0,1 0 0,0 0 0,0 0 0,0 0 0,-1 0 0,1 0 0,0 0 0,-8 0 0,1 0 0,2 0 0,2 0 0,3 0 0,0 0 0,0 0 0,-1 0 0,1 0 0,0 0 0,0 0 0,-1 0 0,1 0 0,0 0 0,0 0 0,0 0 0,-1 0 0,1 0 0,0 0 0,0 0 0,-1 0 0,-6 0 0,-1 0 0,3 0 0,3 0 0,1 0 0,1 0 0,0 0 0,0 0 0,0 0 0,-1 0 0,1 0 0,-7 0 0,-1 0 0,3 0 0,2 0 0,3 0 0,0 0 0,0 0 0,0 0 0,-1 0 0,1 0 0,0 0 0,0 0 0,7 0 0,0 0 0,-3 0 0,-1 0 0,-4 0 0,1 0 0,0 0 0,0 0 0,7 0 0,0 0 0,0 0 0,2 0 0,-7 0 0,5 0 0,-2 0 0,2 0 0,-5 0 0,8 0 0,-3 0 0,0 0 0,7 0 0,-4 0 0,-1 0 0,0 0 0,6 0 0,-6 0 0,1 0 0,-1 0 0,8 0 0,-5 0 0,2 0 0,0 0 0,-7 0 0,8 0 0,-1 0 0,-2 0 0,7 0 0,-7 0 0,2 0 0,0 0 0,1 0 0,4 0 0,-2 0 0,-3 0 0,-7 0 0,7 0 0,0 0 0,-2 0 0,5 0 0,-10 0 0,0 0 0,3 0 0,-1 0 0,5 0 0,-4 0 0,-1 0 0,-7 0 0,8 0 0,-3 0 0,0 0 0,2 0 0,-4 0 0,5 0 0,1 0 0,-4 0 0,5 0 0,0 0 0,0 0 0,-5 0 0,7 0 0,1 0 0,-3 0 0,4 0 0,-9 0 0,0 0 0,3 0 0,-6 0 0,8 0 0,0 0 0,0 0 0,-5 0 0,5 0 0,-3 0 0,-4 0 0,4 0 0,1 0 0,-1 0 0,1 0 0,4 0 0,-4 0 0,-1 0-1,0 0 1,8 0 0,-5 0 0,2 0 0,1 0 0,-8 0 0,5 0 0,-1 0-1,1 0 1,-5 0 0,8 0 0,-1 0-1,-2 0 1,5 0 0,-8 0 0,3 0-1,5 0 1,-6 0 0,1 0 0,0 0-1,0 0 1,0 0-1,5 0 1,-5 0-1,-3 0 0,8 0 1,-5 0-1,2 0 0,0 0 1,-7 0-1,5 0 1,0 0-1,0 0 0,-8 0 0,6 0 1,-3 0-1,0 0 0,2 0 0,-4 0 0,2 0 0,-2 0 0,-3 0 0,-2 0 1,2 0-1,5 0 0,-5 0 0,5 0 0,-5 0 0,-2 0 0,0 0 0,0 0 0,-1 0 0,1 0 0,7 0 0,0 0 0,-2 0-1,-3 0 0,-2 0 0,2 0 0,3 0-5,2 0 0,0 0 1,-5 0-1,3 0-2,2 0 1,2 0 0,-4 0 0,4 0-2,3 0 1,-5 0-1,5 0 1,0 0-1,0 0 1,-5 0 0,7 0-1,3 0 2,2 0 0,-5 0 0,0 0 0,3 0 0,2 0 1,-4 0-1,-1 0 1,3 0-1,2 0 1,-3 0 0,1 0-1,2 0-1,-2 0 1,0 0-1,4 0 1,1 0-2,-1 0 1,3 0-1,3 0 1,1 0-1,-1 0 0,-1 0 0,1 0 1,4 0 0,3 0 0,-8 0 1,5 0-1,0 0 0,5 0 1,-2 0 0,0 0 0,-3 0-1,-5 0 0,8 0 0,0 0 1,2 0-2,0 0 0,-10 0 0,5 0 0,-2 0 0,0 0 0,0 0 1,-5 0-1,2 0 1,3 0 1,0 0-1,-8 0 1,1 0-1,0 0 1,2 0-1,2 0 1,3 0-2,-3 0 1,1 0 0,-1 0 0,3 0-1,-3 0 0,8 0 0,-1 0 1,3 0-1,1 0 1,-9 0 0,8 0 0,3 0 0,2 0 1,2 0-1,0 0 1,1 0-2,-1 0 1,8 0-1,-1 0 1,-2 0-1,-2 0 0,5 0 0,-1 0 0,1 0 0,2 0 0,-7 0 0,4 0 0,-4 0-1,-3 0 0,3 0 0,2 0 0,1 0-1,-9 0 0,4 0 0,-8 0 0,5 0-1,2 0 1,-7 0 0,-2 0 0,-1 0 0,1 0 1,2 0-1,7 0 1,1 0-1,-1 0 0,-7 0 0,0 0 0,3 0-1,2 0 1,2 0 0,-2 0 0,-3 0 0,-2 0 0,-7 0 1,7 0-1,0 0 1,-2 0 0,5 0 0,-8 0 0,2 0 0,6 0 0,-5 0 0,-1 0 1,-2 0 0,-4 0 0,4 0 0,-2 0 1,-3 0 0,-2 0 0,-2 0 0,-1 0 1,1 0 0,-1 0 1,1 0-1,2 0 1,2 0 0,3 0 0,0 0 0,-7 0 1,-1 0-1,1 0 0,-1 0 1,1 0-1,2 0 0,5 0 0,-5 0 0,4 0 0,-4 0 0,-2 0 1,-1 0-1,1 0 1,0 0 0,-1 0 0,1 0 0,-1 0 0,3 0 0,5 0 1,-5 0 0,5 0 0,-5 0-1,-3 0 1,1 0-1,-1 0 1,1 0-1,0 0 0,6 0 0,1 0 0,0 0 0,2 0 0,-4 0 0,6 0 0,1 0 0,0 0 0,-6 0 1,8 0-1,0 0 0,-2 0 1,5 0 0,-8 0-1,2 0 0,6 0 1,-1 0-1,1 0 1,-5 0-1,-3 0 0,7 0 0,-4 0 0,0 0 0,-6 0 1,4 0-1,-4 0 1,-1 0-1,-3 0 1,-3 0 0,1 0 0,0 0-1,-1 0 1,8 0 0,0 0-1,-3 0 0,-2 0 0,-2 0 1,-1 0-1,3 0 0,5 0 0,-8 0 1,3 0-1,-7 0 0,0 0 1,2 0-1,0 0 1,-2 0-1,-3 0 1,-7 0 0,5 0 0,0 0 0,0 0 0,-5 0 0,5 0 0,0 0 0,-1 0 0,-3 0 0,6 0 0,0 0-1,-2 0 1,7 0-1,-7 0 1,2 0-1,1 0 0,-1 0 1,7 0-1,-1 0 0,-6 0 1,5 0 0,-5 0 0,5 0 0,3 0 0,0 0 0,-1 0 0,-2 0 0,-4 0 1,4 0-1,-5 0 1,3 0-1,-3 0 0,3 0 0,-8 0 1,3 0-1,5 0 0,-1 0 0,1 0 0,-5 0 0,-3 0 0,8 0 0,-3 0 0,3 0 0,-3 0 0,6 0 0,-6 0 1,5 0-1,3 0 1,-1 0-1,-2 0 1,-2 0-1,-3 0 1,1 0 0,4 0 0,-3 0 0,-1 0 0,-8 0 0,5 0 0,-1 0-1,1 0 1,-7 0 0,2 0 0,-5 0-1,-2 0 1,0 0 0,0 0 0,-1 0-1,1 0 1,0 0-1,0 0 1,-1 0-1,1 0 1,2 0 0,3 0-1,2 0 1,-2 0 0,-3 0 0,-2 0 0,2 0 0,5 0 0,-5 0 1,5 0-1,-2 0 1,2 0 0,-5 0 0,5 0 0,-2 0 0,2 0 0,-5 0 0,7 0 0,-2 0 0,0 0 0,8 0 0,-6 0 1,1 0-2,-1 0 1,5 0 0,-4 0 0,-1 0-1,1 0 1,4 0 0,-5 0 0,1 0-1,-1 0 1,6 0-1,-6 0 1,1 0 0,-1 0 0,0 0 0,-4 0 0,2 0 0,-2 0 0,4 0 1,-2 0-1,-2 0 0,-3 0 1,5 0 0,2 0 0,1 0-1,-1 0 1,1 0 0,-6 0 0,6 0-1,2 0 1,2 0-1,5 0 1,-2 0-1,-3 0 0,3 0 0,9 0 0,3 0-1,-2 0 1,-1 0 0,0 0 0,3 0-1,-2 0 1,4 0 0,0 0 0,0 0 0,0 0 0,1 0 0,-3 0 0,4 0-1,1 0 1,-3 0 0,-7 0 0,2 0-1,3 0 0,7 0 1,-7 0-1,-3 0 0,-2 0 0,-2 0 1,0 0-1,-1 0 0,1 0 0,-1 0 0,1 0 0,-3 0 0,-5 0 1,3 0-1,-8 0 1,1 0-1,-1 0 0,-2 0 1,-4 0-1,1 0-1,3 0 0,0 0 1,-7 0-1,0 0 0,0 0 0,-1 0-1,1 0 1,-7 0 0,-1 0 0,3 0 0,-5 0 0,3 0-3,2 0 1,2 0-1,3 0 1,0 0 0,-1 0 0,1 0 3,0 0 0,0 0 0,-1 0 0,1 0 1,0 0-1,0 0 1,0 0 1,-1 0 0,1 0 0,2 0-1,5 0 1,-5 0 0,6 0-1,-6 0 1,-3 0 0,9 0 0,1 0 0,0 0 0,1 0 0,-3 0 0,-7 0 0,2 0-1,5 0 1,-5 0 0,5 0 0,-5 0-1,-2 0 1,0 0-1,0 0 1,-1 0-2,1 0 1,0 0 0,0 0-1,0 0 1,-1 0 0,1 0-1,0 0 1,0 0 0,-1 0-1,1 0 1,0 0 0,0 0 0,0 0 1,-8 0 0,1 0 0,2 0-1,2 0 1,-5 0 0,1 0 0,2 0 0,2 0 0,3 0 1,0 0-1,0 0 0,-8 0 1,1 0-1,2 0 0,2 0 1,3 0 0,-1 0 0,1 0-1,0 0 1,2 0 0,3 0 0,2 0-1,-3 0 1,1 0 0,0 0 0,2 0-1,-3 0 1,6 0-1,-1 0 1,1 0-1,-1 0 0,5 0 0,-4 0 1,-1 0-1,1 0-1,4 0 1,-4 0 0,1 0 0,6 0 0,-7 0 0,-1 0 0,-2 0-1,0 0 1,7 0 0,-7 0 0,-2 0 0,-3 0 0,0 0 0,3 0 0,2 0 0,-2 0 0,-3 0 0,-2 0 0,-1 0-1,1 0 0,0 0 0,0 0 0,0 0 1,7 0-1,0 0 1,-3 0 0,-2 0 0,-2 0 0,0 0-1,0 0 1,0 0 0,-1 0 0,1 0-1,0 0 1,7 0 0,0 0 0,-2 0-1,-3 0 1,-2 0 0,-1 0 0,1 0-1,0 0 1,0 0 0,2 0-1,2 0 0,4 0 1,-1 0 0,-5 0-1,2 0 0,3 0 1,0 0 0,-4 0-1,1 0 0,3 0 1,3 0 0,-6 0-1,3 0 0,-2 0 1,0 0-1,-1 0 1,3 0-1,-2 0 1,-3 0-1,0 0 1,3 0-1,2 0 1,0 0-1,-7 0 1,0 0-1,-1 0 1,1 0-1,0 0 1,0 0-1,-1 0 1,1 0-1,0 0 1,0 0-1,-1 0 1,1 0 0,0 0-1,0 0 0,0 0 1,-1 0 0,1 0 0,0 0 0,0 0 0,-1 0 0,1 0 0,0 0 0,0 0 0,0 0 0,-1 0 0,1 0-1,0 0 1,0 0 0,-1 0-1,1 0 1,0 0 0,0 0-2,0 0 1,-1 0-1,1 0 1,0 0 0,0 0 0,-8 0 0,1 0 0,-8 0 0,7 0 0,-6 0 1,6 0 0,-6 0-3,6 0 2,-9 0 1,14 0 0,-7 0 1,10 0 0,-7 0 1,-1 0-1,3 0 0,-5 0 0,3 0-1,2 0 1,2 0 0,3 0 0,0 0 1,-1 0-1,1 0 0,-7 0 1,-1 0-1,3 0 1,2 0-1,3 0 0,0 0 1,0 0 0,0 0-1,-1 0 1,1 0 0,0 0 0,0 0-1,-1 0 1,1 0 0,0 0-1,0 0 1,0 0 0,-1 0-1,1 0 1,0 0-1,0 0 1,-1 0 0,1 0 0,0 0-1,0 0 0,0 0 1,-1 0-1,1 0 1,-7 0-1,-1 0 1,-7 0-1,8 0 1,-8 0-1,8 0 1,-1 0-1,8 0 1,0 0-1,0 0 1,-1 0-1,1 0 0,0 0 1,-8 0-1,1 0 0,2 0 1,2 0-1,3 0 0,0 0 1,-1 0-1,1 0 0,0 0 0,0 0 0,0 0 0,-1 0 1,1 0-1,0 0 0,-8 0 1,1 0-1,2 0 1,-5 0-1,3 0 0,1 0 0,-3 0 0,1 0 0,1 0 0,6 0 0,1 0-1,0 0 1,-8 0-1,1 0 0,-1 0 1,1 0-1,0 0 0,-11 0-3,6 0 4,0 0 0,-5 0 0,9 0 0,-7 0 0,8 0 0,-8 0-1,8 0 1,-8 0-2,7 0 1,1 0-1,7 0 1,-1 0 1,-6 0 0,-1 0 0,-6 0-1,6 0 1,-6 0-1,6 0-1,-9 0 1,14 0 1,-7 0 0,10 0-1,0 0 1,-10 0 0,7 0 0,-4 0 0,-3 0 0,2 0 1,-6 0-1,6 0 1,-6 0 0,6 0-1,3 0 0,-5 0 0,3 0 0,-1 0 0,8 0 0,-8 0 1,1 0-2,2 0 0,-5 0-1,2 0 1,1 0 0,7 0 1,-8 0-1,1 0 0,2 0 0,-5 0 0,2 0 1,-6 0-1,6 0 1,1 0-1,6 0 1,-6 0-2,-1 0 1,-9 0 0,15 0 1,-16 0-2,11 0 2,-10 0 0,7 0-1,-5 0-10,-4 0 12,-13 0 0,5 0 0,-14 0 0,19 0 0,-10 0 0,8 0 0,-8 0 0,-19 0 0,-7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30T03:54:34.405"/>
    </inkml:context>
    <inkml:brush xml:id="br0">
      <inkml:brushProperty name="width" value="0.2" units="cm"/>
      <inkml:brushProperty name="height" value="0.2" units="cm"/>
      <inkml:brushProperty name="color" value="#004F8B"/>
    </inkml:brush>
  </inkml:definitions>
  <inkml:trace contextRef="#ctx0" brushRef="#br0">240 1 27012,'-22'0'-4,"0"0"1,8 0 0,-1 0 2,10 0 1,-7 0-1,5 0 0,5 0 1,-18 0 0,18 0-2,-8 0 2,1 0 0,6 0 0,-9 0 0,5 0 0,4 0 0,-16 0 0,17 0 0,-8 0 0,0 0 0,8 0 0,-8 0 0,0 0 0,8 0 0,-8 0 0,30 0 0,-6 0 0,15 0 0,-12 0 0,-2 0 0,2 0 0,-5 0 0,2 0 0,3 0 0,3 0 0,1 0 0,1 0 0,0 0 0,0 0 0,-1 0 0,1 0 0,0 0 0,0 0 0,0 0 0,-1 0 0,1 0 0,0 0 0,0 0 0,-1 0 0,1 0 0,-7 0 0,-1 0 0,3 0 0,3 0 0,-6 0 0,1 0 0,2 0 0,2 0 0,-5 0 0,1 0 0,2 0 0,-5 0 0,2 0 0,3 0 0,3 0 0,2 0 0,-1 0 0,1 0 0,0 0 0,0 0 0,-1 0 0,1 0 0,0 0 0,0 0 0,0 0 0,-1 0 0,1 0 0,0 0 0,-8 0 0,1 0 0,2 0 0,2 0 0,3 0 0,0 0 0,0 0 0,-1 0 0,1 0 0,0 0 0,0 0 0,-1 0 0,1 0 0,0 0 0,0 0 0,0 0 0,-1 0 0,1 0 0,0 0 0,0 0 0,-1 0 0,-6 0 0,-1 0 0,3 0 0,3 0 0,1 0 0,1 0 0,0 0 0,0 0 0,0 0 0,-1 0 0,1 0 0,-7 0 0,-1 0 0,3 0 0,2 0 0,3 0 0,0 0 0,0 0 0,0 0 0,-1 0 0,1 0 0,0 0 0,0 0 0,7 0 0,0 0 0,-3 0 0,-1 0 0,-4 0 0,1 0 0,0 0 0,0 0 0,7 0 0,0 0 0,0 0 0,2 0 0,-7 0 0,5 0 0,-2 0 0,2 0 0,-5 0 0,8 0 0,-3 0 0,0 0 0,7 0 0,-4 0 0,-1 0 0,0 0 0,6 0 0,-6 0 0,1 0 0,-1 0 0,8 0 0,-5 0 0,2 0 0,0 0 0,-7 0 0,8 0 0,-1 0 0,-2 0 0,7 0 0,-7 0 0,2 0 0,0 0 0,1 0 0,4 0 0,-2 0 0,-3 0 0,-7 0 0,7 0 0,0 0 0,-2 0 0,5 0 0,-10 0 0,0 0 0,3 0 0,-1 0 0,5 0 0,-4 0 0,-1 0 0,-7 0 0,8 0 0,-3 0 0,0 0 0,2 0 0,-4 0 0,5 0 0,1 0 0,-4 0 0,5 0 0,0 0 0,0 0 0,-5 0 0,7 0 0,1 0 0,-3 0 0,4 0 0,-9 0 0,0 0 0,3 0 0,-6 0 0,8 0 0,0 0 0,0 0 0,-5 0 0,5 0 0,-3 0 0,-4 0 0,4 0 0,1 0 0,-1 0 0,1 0 0,4 0 0,-4 0 0,-1 0-1,0 0 1,8 0 0,-5 0 0,2 0 0,1 0 0,-8 0 0,5 0 0,-1 0-1,1 0 1,-5 0 0,8 0 0,-1 0-1,-2 0 1,5 0 0,-8 0 0,3 0-1,5 0 1,-6 0 0,1 0 0,0 0-1,0 0 1,0 0-1,5 0 1,-5 0-1,-3 0 0,8 0 1,-5 0-1,2 0 0,0 0 1,-7 0-1,5 0 1,0 0-1,0 0 0,-8 0 0,6 0 1,-3 0-1,0 0 0,2 0 0,-4 0 0,2 0 0,-2 0 0,-3 0 0,-2 0 1,2 0-1,5 0 0,-5 0 0,5 0 0,-5 0 0,-2 0 0,0 0 0,0 0 0,-1 0 0,1 0 0,7 0 0,0 0 0,-2 0-1,-3 0 0,-2 0 0,2 0 0,3 0-5,2 0 0,0 0 1,-5 0-1,3 0-2,2 0 1,2 0 0,-4 0 0,4 0-2,3 0 1,-5 0-1,5 0 1,0 0-1,0 0 1,-5 0 0,7 0-1,3 0 2,2 0 0,-5 0 0,0 0 0,3 0 0,2 0 1,-4 0-1,-1 0 1,3 0-1,2 0 1,-3 0 0,1 0-1,2 0-1,-2 0 1,0 0-1,4 0 1,1 0-2,-1 0 1,3 0-1,3 0 1,1 0-1,-1 0 0,-1 0 0,1 0 1,4 0 0,3 0 0,-8 0 1,5 0-1,0 0 0,5 0 1,-2 0 0,0 0 0,-3 0-1,-5 0 0,8 0 0,0 0 1,2 0-2,0 0 0,-10 0 0,5 0 0,-2 0 0,0 0 0,0 0 1,-5 0-1,2 0 1,3 0 1,0 0-1,-8 0 1,1 0-1,0 0 1,2 0-1,2 0 1,3 0-2,-3 0 1,1 0 0,-1 0 0,3 0-1,-3 0 0,8 0 0,-1 0 1,3 0-1,1 0 1,-9 0 0,8 0 0,3 0 0,2 0 1,2 0-1,0 0 1,1 0-2,-1 0 1,8 0-1,-1 0 1,-2 0-1,-2 0 0,5 0 0,-1 0 0,1 0 0,2 0 0,-7 0 0,4 0 0,-4 0-1,-3 0 0,3 0 0,2 0 0,1 0-1,-9 0 0,4 0 0,-8 0 0,5 0-1,2 0 1,-7 0 0,-2 0 0,-1 0 0,1 0 1,2 0-1,7 0 1,1 0-1,-1 0 0,-7 0 0,0 0 0,3 0-1,2 0 1,2 0 0,-2 0 0,-3 0 0,-2 0 0,-7 0 1,7 0-1,0 0 1,-2 0 0,5 0 0,-8 0 0,2 0 0,6 0 0,-5 0 0,-1 0 1,-2 0 0,-4 0 0,4 0 0,-2 0 1,-3 0 0,-2 0 0,-2 0 0,-1 0 1,1 0 0,-1 0 1,1 0-1,2 0 1,2 0 0,3 0 0,0 0 0,-7 0 1,-1 0-1,1 0 0,-1 0 1,1 0-1,2 0 0,5 0 0,-5 0 0,4 0 0,-4 0 0,-2 0 1,-1 0-1,1 0 1,0 0 0,-1 0 0,1 0 0,-1 0 0,3 0 0,5 0 1,-5 0 0,5 0 0,-5 0-1,-3 0 1,1 0-1,-1 0 1,1 0-1,0 0 0,6 0 0,1 0 0,0 0 0,2 0 0,-4 0 0,6 0 0,1 0 0,0 0 0,-6 0 1,8 0-1,0 0 0,-2 0 1,5 0 0,-8 0-1,2 0 0,6 0 1,-1 0-1,1 0 1,-5 0-1,-3 0 0,7 0 0,-4 0 0,0 0 0,-6 0 1,4 0-1,-4 0 1,-1 0-1,-3 0 1,-3 0 0,1 0 0,0 0-1,-1 0 1,8 0 0,0 0-1,-3 0 0,-2 0 0,-2 0 1,-1 0-1,3 0 0,5 0 0,-8 0 1,3 0-1,-7 0 0,0 0 1,2 0-1,0 0 1,-2 0-1,-3 0 1,-7 0 0,5 0 0,0 0 0,0 0 0,-5 0 0,5 0 0,0 0 0,-1 0 0,-3 0 0,6 0 0,0 0-1,-2 0 1,7 0-1,-7 0 1,2 0-1,1 0 0,-1 0 1,7 0-1,-1 0 0,-6 0 1,5 0 0,-5 0 0,5 0 0,3 0 0,0 0 0,-1 0 0,-2 0 0,-4 0 1,4 0-1,-5 0 1,3 0-1,-3 0 0,3 0 0,-8 0 1,3 0-1,5 0 0,-1 0 0,1 0 0,-5 0 0,-3 0 0,8 0 0,-3 0 0,3 0 0,-3 0 0,6 0 0,-6 0 1,5 0-1,3 0 1,-1 0-1,-2 0 1,-2 0-1,-3 0 1,1 0 0,4 0 0,-3 0 0,-1 0 0,-8 0 0,5 0 0,-1 0-1,1 0 1,-7 0 0,2 0 0,-5 0-1,-2 0 1,0 0 0,0 0 0,-1 0-1,1 0 1,0 0-1,0 0 1,-1 0-1,1 0 1,2 0 0,3 0-1,2 0 1,-2 0 0,-3 0 0,-2 0 0,2 0 0,5 0 0,-5 0 1,5 0-1,-2 0 1,2 0 0,-5 0 0,5 0 0,-2 0 0,2 0 0,-5 0 0,7 0 0,-2 0 0,0 0 0,8 0 0,-6 0 1,1 0-2,-1 0 1,5 0 0,-4 0 0,-1 0-1,1 0 1,4 0 0,-5 0 0,1 0-1,-1 0 1,6 0-1,-6 0 1,1 0 0,-1 0 0,0 0 0,-4 0 0,2 0 0,-2 0 0,4 0 1,-2 0-1,-2 0 0,-3 0 1,5 0 0,2 0 0,1 0-1,-1 0 1,1 0 0,-6 0 0,6 0-1,2 0 1,2 0-1,5 0 1,-2 0-1,-3 0 0,3 0 0,9 0 0,3 0-1,-2 0 1,-1 0 0,0 0 0,3 0-1,-2 0 1,4 0 0,0 0 0,0 0 0,0 0 0,1 0 0,-3 0 0,4 0-1,1 0 1,-3 0 0,-7 0 0,2 0-1,3 0 0,7 0 1,-7 0-1,-3 0 0,-2 0 0,-2 0 1,0 0-1,-1 0 0,1 0 0,-1 0 0,1 0 0,-3 0 0,-5 0 1,3 0-1,-8 0 1,1 0-1,-1 0 0,-2 0 1,-4 0-1,1 0-1,3 0 0,0 0 1,-7 0-1,0 0 0,0 0 0,-1 0-1,1 0 1,-7 0 0,-1 0 0,3 0 0,-5 0 0,3 0-3,2 0 1,2 0-1,3 0 1,0 0 0,-1 0 0,1 0 3,0 0 0,0 0 0,-1 0 0,1 0 1,0 0-1,0 0 1,0 0 1,-1 0 0,1 0 0,2 0-1,5 0 1,-5 0 0,6 0-1,-6 0 1,-3 0 0,9 0 0,1 0 0,0 0 0,1 0 0,-3 0 0,-7 0 0,2 0-1,5 0 1,-5 0 0,5 0 0,-5 0-1,-2 0 1,0 0-1,0 0 1,-1 0-2,1 0 1,0 0 0,0 0-1,0 0 1,-1 0 0,1 0-1,0 0 1,0 0 0,-1 0-1,1 0 1,0 0 0,0 0 0,0 0 1,-8 0 0,1 0 0,2 0-1,2 0 1,-5 0 0,1 0 0,2 0 0,2 0 0,3 0 1,0 0-1,0 0 0,-8 0 1,1 0-1,2 0 0,2 0 1,3 0 0,-1 0 0,1 0-1,0 0 1,2 0 0,3 0 0,2 0-1,-3 0 1,1 0 0,0 0 0,2 0-1,-3 0 1,6 0-1,-1 0 1,1 0-1,-1 0 0,5 0 0,-4 0 1,-1 0-1,1 0-1,4 0 1,-4 0 0,1 0 0,6 0 0,-7 0 0,-1 0 0,-2 0-1,0 0 1,7 0 0,-7 0 0,-2 0 0,-3 0 0,0 0 0,3 0 0,2 0 0,-2 0 0,-3 0 0,-2 0 0,-1 0-1,1 0 0,0 0 0,0 0 0,0 0 1,7 0-1,0 0 1,-3 0 0,-2 0 0,-2 0 0,0 0-1,0 0 1,0 0 0,-1 0 0,1 0-1,0 0 1,7 0 0,0 0 0,-2 0-1,-3 0 1,-2 0 0,-1 0 0,1 0-1,0 0 1,0 0 0,2 0-1,2 0 0,4 0 1,-1 0 0,-5 0-1,2 0 0,3 0 1,0 0 0,-4 0-1,1 0 0,3 0 1,3 0 0,-6 0-1,3 0 0,-2 0 1,0 0-1,-1 0 1,3 0-1,-2 0 1,-3 0-1,0 0 1,3 0-1,2 0 1,0 0-1,-7 0 1,0 0-1,-1 0 1,1 0-1,0 0 1,0 0-1,-1 0 1,1 0-1,0 0 1,0 0-1,-1 0 1,1 0 0,0 0-1,0 0 0,0 0 1,-1 0 0,1 0 0,0 0 0,0 0 0,-1 0 0,1 0 0,0 0 0,0 0 0,0 0 0,-1 0 0,1 0-1,0 0 1,0 0 0,-1 0-1,1 0 1,0 0 0,0 0-2,0 0 1,-1 0-1,1 0 1,0 0 0,0 0 0,-8 0 0,1 0 0,-8 0 0,7 0 0,-6 0 1,6 0 0,-6 0-3,6 0 2,-9 0 1,14 0 0,-7 0 1,10 0 0,-7 0 1,-1 0-1,3 0 0,-5 0 0,3 0-1,2 0 1,2 0 0,3 0 0,0 0 1,-1 0-1,1 0 0,-7 0 1,-1 0-1,3 0 1,2 0-1,3 0 0,0 0 1,0 0 0,0 0-1,-1 0 1,1 0 0,0 0 0,0 0-1,-1 0 1,1 0 0,0 0-1,0 0 1,0 0 0,-1 0-1,1 0 1,0 0-1,0 0 1,-1 0 0,1 0 0,0 0-1,0 0 0,0 0 1,-1 0-1,1 0 1,-7 0-1,-1 0 1,-7 0-1,8 0 1,-8 0-1,8 0 1,-1 0-1,8 0 1,0 0-1,0 0 1,-1 0-1,1 0 0,0 0 1,-8 0-1,1 0 0,2 0 1,2 0-1,3 0 0,0 0 1,-1 0-1,1 0 0,0 0 0,0 0 0,0 0 0,-1 0 1,1 0-1,0 0 0,-8 0 1,1 0-1,2 0 1,-5 0-1,3 0 0,1 0 0,-3 0 0,1 0 0,1 0 0,6 0 0,1 0-1,0 0 1,-8 0-1,1 0 0,-1 0 1,1 0-1,0 0 0,-11 0-3,6 0 4,0 0 0,-5 0 0,9 0 0,-7 0 0,8 0 0,-8 0-1,8 0 1,-8 0-2,7 0 1,1 0-1,7 0 1,-1 0 1,-6 0 0,-1 0 0,-6 0-1,6 0 1,-6 0-1,6 0-1,-9 0 1,14 0 1,-7 0 0,10 0-1,0 0 1,-10 0 0,7 0 0,-4 0 0,-3 0 0,2 0 1,-6 0-1,6 0 1,-6 0 0,6 0-1,3 0 0,-5 0 0,3 0 0,-1 0 0,8 0 0,-8 0 1,1 0-2,2 0 0,-5 0-1,2 0 1,1 0 0,7 0 1,-8 0-1,1 0 0,2 0 0,-5 0 0,2 0 1,-6 0-1,6 0 1,1 0-1,6 0 1,-6 0-2,-1 0 1,-9 0 0,15 0 1,-16 0-2,11 0 2,-10 0 0,7 0-1,-5 0-10,-4 0 12,-13 0 0,5 0 0,-14 0 0,19 0 0,-10 0 0,8 0 0,-8 0 0,-19 0 0,-7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9T02:59:37.737"/>
    </inkml:context>
    <inkml:brush xml:id="br0">
      <inkml:brushProperty name="width" value="0.035" units="cm"/>
      <inkml:brushProperty name="height" value="0.035" units="cm"/>
    </inkml:brush>
  </inkml:definitions>
  <inkml:trace contextRef="#ctx0" brushRef="#br0">1 20 24123,'0'-4'0,"0"2"2,0-1 13,0 2-8,0-2 0,0 2 3,0-1-5,0 2-3,0-3-1,0 3-1,0 3 0,0-2 0,0 3 0,0 1 0,0 1 0,0 0 0,0 1 0,0-1 0,0 1 0,0-1 0,0 0 0,0 1 0,0-1 0,0-1 0,0-1 0,0 1 0,0-2 0,0 2 0,0 0 0,0-2 0,0 1 0,0-1 0,0 1 0,0 1 0,0-2 0,0 2 0,0-3 0,0 2 0,0-2 0,0 3 0,0-4 0,0 3 0,0-2 0,0-2 0,0 3 0,0-2 0,0 1 0,0-1 0,0 2 0,0-1 0,0-1 0,0 2 0,0-3 0,0-6 0,0-1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30T03:54:34.405"/>
    </inkml:context>
    <inkml:brush xml:id="br0">
      <inkml:brushProperty name="width" value="0.2" units="cm"/>
      <inkml:brushProperty name="height" value="0.2" units="cm"/>
      <inkml:brushProperty name="color" value="#004F8B"/>
    </inkml:brush>
  </inkml:definitions>
  <inkml:trace contextRef="#ctx0" brushRef="#br0">240 1 27012,'-22'0'-4,"0"0"1,8 0 0,-1 0 2,10 0 1,-7 0-1,5 0 0,5 0 1,-18 0 0,18 0-2,-8 0 2,1 0 0,6 0 0,-9 0 0,5 0 0,4 0 0,-16 0 0,17 0 0,-8 0 0,0 0 0,8 0 0,-8 0 0,0 0 0,8 0 0,-8 0 0,30 0 0,-6 0 0,15 0 0,-12 0 0,-2 0 0,2 0 0,-5 0 0,2 0 0,3 0 0,3 0 0,1 0 0,1 0 0,0 0 0,0 0 0,-1 0 0,1 0 0,0 0 0,0 0 0,0 0 0,-1 0 0,1 0 0,0 0 0,0 0 0,-1 0 0,1 0 0,-7 0 0,-1 0 0,3 0 0,3 0 0,-6 0 0,1 0 0,2 0 0,2 0 0,-5 0 0,1 0 0,2 0 0,-5 0 0,2 0 0,3 0 0,3 0 0,2 0 0,-1 0 0,1 0 0,0 0 0,0 0 0,-1 0 0,1 0 0,0 0 0,0 0 0,0 0 0,-1 0 0,1 0 0,0 0 0,-8 0 0,1 0 0,2 0 0,2 0 0,3 0 0,0 0 0,0 0 0,-1 0 0,1 0 0,0 0 0,0 0 0,-1 0 0,1 0 0,0 0 0,0 0 0,0 0 0,-1 0 0,1 0 0,0 0 0,0 0 0,-1 0 0,-6 0 0,-1 0 0,3 0 0,3 0 0,1 0 0,1 0 0,0 0 0,0 0 0,0 0 0,-1 0 0,1 0 0,-7 0 0,-1 0 0,3 0 0,2 0 0,3 0 0,0 0 0,0 0 0,0 0 0,-1 0 0,1 0 0,0 0 0,0 0 0,7 0 0,0 0 0,-3 0 0,-1 0 0,-4 0 0,1 0 0,0 0 0,0 0 0,7 0 0,0 0 0,0 0 0,2 0 0,-7 0 0,5 0 0,-2 0 0,2 0 0,-5 0 0,8 0 0,-3 0 0,0 0 0,7 0 0,-4 0 0,-1 0 0,0 0 0,6 0 0,-6 0 0,1 0 0,-1 0 0,8 0 0,-5 0 0,2 0 0,0 0 0,-7 0 0,8 0 0,-1 0 0,-2 0 0,7 0 0,-7 0 0,2 0 0,0 0 0,1 0 0,4 0 0,-2 0 0,-3 0 0,-7 0 0,7 0 0,0 0 0,-2 0 0,5 0 0,-10 0 0,0 0 0,3 0 0,-1 0 0,5 0 0,-4 0 0,-1 0 0,-7 0 0,8 0 0,-3 0 0,0 0 0,2 0 0,-4 0 0,5 0 0,1 0 0,-4 0 0,5 0 0,0 0 0,0 0 0,-5 0 0,7 0 0,1 0 0,-3 0 0,4 0 0,-9 0 0,0 0 0,3 0 0,-6 0 0,8 0 0,0 0 0,0 0 0,-5 0 0,5 0 0,-3 0 0,-4 0 0,4 0 0,1 0 0,-1 0 0,1 0 0,4 0 0,-4 0 0,-1 0-1,0 0 1,8 0 0,-5 0 0,2 0 0,1 0 0,-8 0 0,5 0 0,-1 0-1,1 0 1,-5 0 0,8 0 0,-1 0-1,-2 0 1,5 0 0,-8 0 0,3 0-1,5 0 1,-6 0 0,1 0 0,0 0-1,0 0 1,0 0-1,5 0 1,-5 0-1,-3 0 0,8 0 1,-5 0-1,2 0 0,0 0 1,-7 0-1,5 0 1,0 0-1,0 0 0,-8 0 0,6 0 1,-3 0-1,0 0 0,2 0 0,-4 0 0,2 0 0,-2 0 0,-3 0 0,-2 0 1,2 0-1,5 0 0,-5 0 0,5 0 0,-5 0 0,-2 0 0,0 0 0,0 0 0,-1 0 0,1 0 0,7 0 0,0 0 0,-2 0-1,-3 0 0,-2 0 0,2 0 0,3 0-5,2 0 0,0 0 1,-5 0-1,3 0-2,2 0 1,2 0 0,-4 0 0,4 0-2,3 0 1,-5 0-1,5 0 1,0 0-1,0 0 1,-5 0 0,7 0-1,3 0 2,2 0 0,-5 0 0,0 0 0,3 0 0,2 0 1,-4 0-1,-1 0 1,3 0-1,2 0 1,-3 0 0,1 0-1,2 0-1,-2 0 1,0 0-1,4 0 1,1 0-2,-1 0 1,3 0-1,3 0 1,1 0-1,-1 0 0,-1 0 0,1 0 1,4 0 0,3 0 0,-8 0 1,5 0-1,0 0 0,5 0 1,-2 0 0,0 0 0,-3 0-1,-5 0 0,8 0 0,0 0 1,2 0-2,0 0 0,-10 0 0,5 0 0,-2 0 0,0 0 0,0 0 1,-5 0-1,2 0 1,3 0 1,0 0-1,-8 0 1,1 0-1,0 0 1,2 0-1,2 0 1,3 0-2,-3 0 1,1 0 0,-1 0 0,3 0-1,-3 0 0,8 0 0,-1 0 1,3 0-1,1 0 1,-9 0 0,8 0 0,3 0 0,2 0 1,2 0-1,0 0 1,1 0-2,-1 0 1,8 0-1,-1 0 1,-2 0-1,-2 0 0,5 0 0,-1 0 0,1 0 0,2 0 0,-7 0 0,4 0 0,-4 0-1,-3 0 0,3 0 0,2 0 0,1 0-1,-9 0 0,4 0 0,-8 0 0,5 0-1,2 0 1,-7 0 0,-2 0 0,-1 0 0,1 0 1,2 0-1,7 0 1,1 0-1,-1 0 0,-7 0 0,0 0 0,3 0-1,2 0 1,2 0 0,-2 0 0,-3 0 0,-2 0 0,-7 0 1,7 0-1,0 0 1,-2 0 0,5 0 0,-8 0 0,2 0 0,6 0 0,-5 0 0,-1 0 1,-2 0 0,-4 0 0,4 0 0,-2 0 1,-3 0 0,-2 0 0,-2 0 0,-1 0 1,1 0 0,-1 0 1,1 0-1,2 0 1,2 0 0,3 0 0,0 0 0,-7 0 1,-1 0-1,1 0 0,-1 0 1,1 0-1,2 0 0,5 0 0,-5 0 0,4 0 0,-4 0 0,-2 0 1,-1 0-1,1 0 1,0 0 0,-1 0 0,1 0 0,-1 0 0,3 0 0,5 0 1,-5 0 0,5 0 0,-5 0-1,-3 0 1,1 0-1,-1 0 1,1 0-1,0 0 0,6 0 0,1 0 0,0 0 0,2 0 0,-4 0 0,6 0 0,1 0 0,0 0 0,-6 0 1,8 0-1,0 0 0,-2 0 1,5 0 0,-8 0-1,2 0 0,6 0 1,-1 0-1,1 0 1,-5 0-1,-3 0 0,7 0 0,-4 0 0,0 0 0,-6 0 1,4 0-1,-4 0 1,-1 0-1,-3 0 1,-3 0 0,1 0 0,0 0-1,-1 0 1,8 0 0,0 0-1,-3 0 0,-2 0 0,-2 0 1,-1 0-1,3 0 0,5 0 0,-8 0 1,3 0-1,-7 0 0,0 0 1,2 0-1,0 0 1,-2 0-1,-3 0 1,-7 0 0,5 0 0,0 0 0,0 0 0,-5 0 0,5 0 0,0 0 0,-1 0 0,-3 0 0,6 0 0,0 0-1,-2 0 1,7 0-1,-7 0 1,2 0-1,1 0 0,-1 0 1,7 0-1,-1 0 0,-6 0 1,5 0 0,-5 0 0,5 0 0,3 0 0,0 0 0,-1 0 0,-2 0 0,-4 0 1,4 0-1,-5 0 1,3 0-1,-3 0 0,3 0 0,-8 0 1,3 0-1,5 0 0,-1 0 0,1 0 0,-5 0 0,-3 0 0,8 0 0,-3 0 0,3 0 0,-3 0 0,6 0 0,-6 0 1,5 0-1,3 0 1,-1 0-1,-2 0 1,-2 0-1,-3 0 1,1 0 0,4 0 0,-3 0 0,-1 0 0,-8 0 0,5 0 0,-1 0-1,1 0 1,-7 0 0,2 0 0,-5 0-1,-2 0 1,0 0 0,0 0 0,-1 0-1,1 0 1,0 0-1,0 0 1,-1 0-1,1 0 1,2 0 0,3 0-1,2 0 1,-2 0 0,-3 0 0,-2 0 0,2 0 0,5 0 0,-5 0 1,5 0-1,-2 0 1,2 0 0,-5 0 0,5 0 0,-2 0 0,2 0 0,-5 0 0,7 0 0,-2 0 0,0 0 0,8 0 0,-6 0 1,1 0-2,-1 0 1,5 0 0,-4 0 0,-1 0-1,1 0 1,4 0 0,-5 0 0,1 0-1,-1 0 1,6 0-1,-6 0 1,1 0 0,-1 0 0,0 0 0,-4 0 0,2 0 0,-2 0 0,4 0 1,-2 0-1,-2 0 0,-3 0 1,5 0 0,2 0 0,1 0-1,-1 0 1,1 0 0,-6 0 0,6 0-1,2 0 1,2 0-1,5 0 1,-2 0-1,-3 0 0,3 0 0,9 0 0,3 0-1,-2 0 1,-1 0 0,0 0 0,3 0-1,-2 0 1,4 0 0,0 0 0,0 0 0,0 0 0,1 0 0,-3 0 0,4 0-1,1 0 1,-3 0 0,-7 0 0,2 0-1,3 0 0,7 0 1,-7 0-1,-3 0 0,-2 0 0,-2 0 1,0 0-1,-1 0 0,1 0 0,-1 0 0,1 0 0,-3 0 0,-5 0 1,3 0-1,-8 0 1,1 0-1,-1 0 0,-2 0 1,-4 0-1,1 0-1,3 0 0,0 0 1,-7 0-1,0 0 0,0 0 0,-1 0-1,1 0 1,-7 0 0,-1 0 0,3 0 0,-5 0 0,3 0-3,2 0 1,2 0-1,3 0 1,0 0 0,-1 0 0,1 0 3,0 0 0,0 0 0,-1 0 0,1 0 1,0 0-1,0 0 1,0 0 1,-1 0 0,1 0 0,2 0-1,5 0 1,-5 0 0,6 0-1,-6 0 1,-3 0 0,9 0 0,1 0 0,0 0 0,1 0 0,-3 0 0,-7 0 0,2 0-1,5 0 1,-5 0 0,5 0 0,-5 0-1,-2 0 1,0 0-1,0 0 1,-1 0-2,1 0 1,0 0 0,0 0-1,0 0 1,-1 0 0,1 0-1,0 0 1,0 0 0,-1 0-1,1 0 1,0 0 0,0 0 0,0 0 1,-8 0 0,1 0 0,2 0-1,2 0 1,-5 0 0,1 0 0,2 0 0,2 0 0,3 0 1,0 0-1,0 0 0,-8 0 1,1 0-1,2 0 0,2 0 1,3 0 0,-1 0 0,1 0-1,0 0 1,2 0 0,3 0 0,2 0-1,-3 0 1,1 0 0,0 0 0,2 0-1,-3 0 1,6 0-1,-1 0 1,1 0-1,-1 0 0,5 0 0,-4 0 1,-1 0-1,1 0-1,4 0 1,-4 0 0,1 0 0,6 0 0,-7 0 0,-1 0 0,-2 0-1,0 0 1,7 0 0,-7 0 0,-2 0 0,-3 0 0,0 0 0,3 0 0,2 0 0,-2 0 0,-3 0 0,-2 0 0,-1 0-1,1 0 0,0 0 0,0 0 0,0 0 1,7 0-1,0 0 1,-3 0 0,-2 0 0,-2 0 0,0 0-1,0 0 1,0 0 0,-1 0 0,1 0-1,0 0 1,7 0 0,0 0 0,-2 0-1,-3 0 1,-2 0 0,-1 0 0,1 0-1,0 0 1,0 0 0,2 0-1,2 0 0,4 0 1,-1 0 0,-5 0-1,2 0 0,3 0 1,0 0 0,-4 0-1,1 0 0,3 0 1,3 0 0,-6 0-1,3 0 0,-2 0 1,0 0-1,-1 0 1,3 0-1,-2 0 1,-3 0-1,0 0 1,3 0-1,2 0 1,0 0-1,-7 0 1,0 0-1,-1 0 1,1 0-1,0 0 1,0 0-1,-1 0 1,1 0-1,0 0 1,0 0-1,-1 0 1,1 0 0,0 0-1,0 0 0,0 0 1,-1 0 0,1 0 0,0 0 0,0 0 0,-1 0 0,1 0 0,0 0 0,0 0 0,0 0 0,-1 0 0,1 0-1,0 0 1,0 0 0,-1 0-1,1 0 1,0 0 0,0 0-2,0 0 1,-1 0-1,1 0 1,0 0 0,0 0 0,-8 0 0,1 0 0,-8 0 0,7 0 0,-6 0 1,6 0 0,-6 0-3,6 0 2,-9 0 1,14 0 0,-7 0 1,10 0 0,-7 0 1,-1 0-1,3 0 0,-5 0 0,3 0-1,2 0 1,2 0 0,3 0 0,0 0 1,-1 0-1,1 0 0,-7 0 1,-1 0-1,3 0 1,2 0-1,3 0 0,0 0 1,0 0 0,0 0-1,-1 0 1,1 0 0,0 0 0,0 0-1,-1 0 1,1 0 0,0 0-1,0 0 1,0 0 0,-1 0-1,1 0 1,0 0-1,0 0 1,-1 0 0,1 0 0,0 0-1,0 0 0,0 0 1,-1 0-1,1 0 1,-7 0-1,-1 0 1,-7 0-1,8 0 1,-8 0-1,8 0 1,-1 0-1,8 0 1,0 0-1,0 0 1,-1 0-1,1 0 0,0 0 1,-8 0-1,1 0 0,2 0 1,2 0-1,3 0 0,0 0 1,-1 0-1,1 0 0,0 0 0,0 0 0,0 0 0,-1 0 1,1 0-1,0 0 0,-8 0 1,1 0-1,2 0 1,-5 0-1,3 0 0,1 0 0,-3 0 0,1 0 0,1 0 0,6 0 0,1 0-1,0 0 1,-8 0-1,1 0 0,-1 0 1,1 0-1,0 0 0,-11 0-3,6 0 4,0 0 0,-5 0 0,9 0 0,-7 0 0,8 0 0,-8 0-1,8 0 1,-8 0-2,7 0 1,1 0-1,7 0 1,-1 0 1,-6 0 0,-1 0 0,-6 0-1,6 0 1,-6 0-1,6 0-1,-9 0 1,14 0 1,-7 0 0,10 0-1,0 0 1,-10 0 0,7 0 0,-4 0 0,-3 0 0,2 0 1,-6 0-1,6 0 1,-6 0 0,6 0-1,3 0 0,-5 0 0,3 0 0,-1 0 0,8 0 0,-8 0 1,1 0-2,2 0 0,-5 0-1,2 0 1,1 0 0,7 0 1,-8 0-1,1 0 0,2 0 0,-5 0 0,2 0 1,-6 0-1,6 0 1,1 0-1,6 0 1,-6 0-2,-1 0 1,-9 0 0,15 0 1,-16 0-2,11 0 2,-10 0 0,7 0-1,-5 0-10,-4 0 12,-13 0 0,5 0 0,-14 0 0,19 0 0,-10 0 0,8 0 0,-8 0 0,-19 0 0,-7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30T03:54:34.405"/>
    </inkml:context>
    <inkml:brush xml:id="br0">
      <inkml:brushProperty name="width" value="0.2" units="cm"/>
      <inkml:brushProperty name="height" value="0.2" units="cm"/>
      <inkml:brushProperty name="color" value="#004F8B"/>
    </inkml:brush>
  </inkml:definitions>
  <inkml:trace contextRef="#ctx0" brushRef="#br0">240 1 27012,'-22'0'-4,"0"0"1,8 0 0,-1 0 2,10 0 1,-7 0-1,5 0 0,5 0 1,-18 0 0,18 0-2,-8 0 2,1 0 0,6 0 0,-9 0 0,5 0 0,4 0 0,-16 0 0,17 0 0,-8 0 0,0 0 0,8 0 0,-8 0 0,0 0 0,8 0 0,-8 0 0,30 0 0,-6 0 0,15 0 0,-12 0 0,-2 0 0,2 0 0,-5 0 0,2 0 0,3 0 0,3 0 0,1 0 0,1 0 0,0 0 0,0 0 0,-1 0 0,1 0 0,0 0 0,0 0 0,0 0 0,-1 0 0,1 0 0,0 0 0,0 0 0,-1 0 0,1 0 0,-7 0 0,-1 0 0,3 0 0,3 0 0,-6 0 0,1 0 0,2 0 0,2 0 0,-5 0 0,1 0 0,2 0 0,-5 0 0,2 0 0,3 0 0,3 0 0,2 0 0,-1 0 0,1 0 0,0 0 0,0 0 0,-1 0 0,1 0 0,0 0 0,0 0 0,0 0 0,-1 0 0,1 0 0,0 0 0,-8 0 0,1 0 0,2 0 0,2 0 0,3 0 0,0 0 0,0 0 0,-1 0 0,1 0 0,0 0 0,0 0 0,-1 0 0,1 0 0,0 0 0,0 0 0,0 0 0,-1 0 0,1 0 0,0 0 0,0 0 0,-1 0 0,-6 0 0,-1 0 0,3 0 0,3 0 0,1 0 0,1 0 0,0 0 0,0 0 0,0 0 0,-1 0 0,1 0 0,-7 0 0,-1 0 0,3 0 0,2 0 0,3 0 0,0 0 0,0 0 0,0 0 0,-1 0 0,1 0 0,0 0 0,0 0 0,7 0 0,0 0 0,-3 0 0,-1 0 0,-4 0 0,1 0 0,0 0 0,0 0 0,7 0 0,0 0 0,0 0 0,2 0 0,-7 0 0,5 0 0,-2 0 0,2 0 0,-5 0 0,8 0 0,-3 0 0,0 0 0,7 0 0,-4 0 0,-1 0 0,0 0 0,6 0 0,-6 0 0,1 0 0,-1 0 0,8 0 0,-5 0 0,2 0 0,0 0 0,-7 0 0,8 0 0,-1 0 0,-2 0 0,7 0 0,-7 0 0,2 0 0,0 0 0,1 0 0,4 0 0,-2 0 0,-3 0 0,-7 0 0,7 0 0,0 0 0,-2 0 0,5 0 0,-10 0 0,0 0 0,3 0 0,-1 0 0,5 0 0,-4 0 0,-1 0 0,-7 0 0,8 0 0,-3 0 0,0 0 0,2 0 0,-4 0 0,5 0 0,1 0 0,-4 0 0,5 0 0,0 0 0,0 0 0,-5 0 0,7 0 0,1 0 0,-3 0 0,4 0 0,-9 0 0,0 0 0,3 0 0,-6 0 0,8 0 0,0 0 0,0 0 0,-5 0 0,5 0 0,-3 0 0,-4 0 0,4 0 0,1 0 0,-1 0 0,1 0 0,4 0 0,-4 0 0,-1 0-1,0 0 1,8 0 0,-5 0 0,2 0 0,1 0 0,-8 0 0,5 0 0,-1 0-1,1 0 1,-5 0 0,8 0 0,-1 0-1,-2 0 1,5 0 0,-8 0 0,3 0-1,5 0 1,-6 0 0,1 0 0,0 0-1,0 0 1,0 0-1,5 0 1,-5 0-1,-3 0 0,8 0 1,-5 0-1,2 0 0,0 0 1,-7 0-1,5 0 1,0 0-1,0 0 0,-8 0 0,6 0 1,-3 0-1,0 0 0,2 0 0,-4 0 0,2 0 0,-2 0 0,-3 0 0,-2 0 1,2 0-1,5 0 0,-5 0 0,5 0 0,-5 0 0,-2 0 0,0 0 0,0 0 0,-1 0 0,1 0 0,7 0 0,0 0 0,-2 0-1,-3 0 0,-2 0 0,2 0 0,3 0-5,2 0 0,0 0 1,-5 0-1,3 0-2,2 0 1,2 0 0,-4 0 0,4 0-2,3 0 1,-5 0-1,5 0 1,0 0-1,0 0 1,-5 0 0,7 0-1,3 0 2,2 0 0,-5 0 0,0 0 0,3 0 0,2 0 1,-4 0-1,-1 0 1,3 0-1,2 0 1,-3 0 0,1 0-1,2 0-1,-2 0 1,0 0-1,4 0 1,1 0-2,-1 0 1,3 0-1,3 0 1,1 0-1,-1 0 0,-1 0 0,1 0 1,4 0 0,3 0 0,-8 0 1,5 0-1,0 0 0,5 0 1,-2 0 0,0 0 0,-3 0-1,-5 0 0,8 0 0,0 0 1,2 0-2,0 0 0,-10 0 0,5 0 0,-2 0 0,0 0 0,0 0 1,-5 0-1,2 0 1,3 0 1,0 0-1,-8 0 1,1 0-1,0 0 1,2 0-1,2 0 1,3 0-2,-3 0 1,1 0 0,-1 0 0,3 0-1,-3 0 0,8 0 0,-1 0 1,3 0-1,1 0 1,-9 0 0,8 0 0,3 0 0,2 0 1,2 0-1,0 0 1,1 0-2,-1 0 1,8 0-1,-1 0 1,-2 0-1,-2 0 0,5 0 0,-1 0 0,1 0 0,2 0 0,-7 0 0,4 0 0,-4 0-1,-3 0 0,3 0 0,2 0 0,1 0-1,-9 0 0,4 0 0,-8 0 0,5 0-1,2 0 1,-7 0 0,-2 0 0,-1 0 0,1 0 1,2 0-1,7 0 1,1 0-1,-1 0 0,-7 0 0,0 0 0,3 0-1,2 0 1,2 0 0,-2 0 0,-3 0 0,-2 0 0,-7 0 1,7 0-1,0 0 1,-2 0 0,5 0 0,-8 0 0,2 0 0,6 0 0,-5 0 0,-1 0 1,-2 0 0,-4 0 0,4 0 0,-2 0 1,-3 0 0,-2 0 0,-2 0 0,-1 0 1,1 0 0,-1 0 1,1 0-1,2 0 1,2 0 0,3 0 0,0 0 0,-7 0 1,-1 0-1,1 0 0,-1 0 1,1 0-1,2 0 0,5 0 0,-5 0 0,4 0 0,-4 0 0,-2 0 1,-1 0-1,1 0 1,0 0 0,-1 0 0,1 0 0,-1 0 0,3 0 0,5 0 1,-5 0 0,5 0 0,-5 0-1,-3 0 1,1 0-1,-1 0 1,1 0-1,0 0 0,6 0 0,1 0 0,0 0 0,2 0 0,-4 0 0,6 0 0,1 0 0,0 0 0,-6 0 1,8 0-1,0 0 0,-2 0 1,5 0 0,-8 0-1,2 0 0,6 0 1,-1 0-1,1 0 1,-5 0-1,-3 0 0,7 0 0,-4 0 0,0 0 0,-6 0 1,4 0-1,-4 0 1,-1 0-1,-3 0 1,-3 0 0,1 0 0,0 0-1,-1 0 1,8 0 0,0 0-1,-3 0 0,-2 0 0,-2 0 1,-1 0-1,3 0 0,5 0 0,-8 0 1,3 0-1,-7 0 0,0 0 1,2 0-1,0 0 1,-2 0-1,-3 0 1,-7 0 0,5 0 0,0 0 0,0 0 0,-5 0 0,5 0 0,0 0 0,-1 0 0,-3 0 0,6 0 0,0 0-1,-2 0 1,7 0-1,-7 0 1,2 0-1,1 0 0,-1 0 1,7 0-1,-1 0 0,-6 0 1,5 0 0,-5 0 0,5 0 0,3 0 0,0 0 0,-1 0 0,-2 0 0,-4 0 1,4 0-1,-5 0 1,3 0-1,-3 0 0,3 0 0,-8 0 1,3 0-1,5 0 0,-1 0 0,1 0 0,-5 0 0,-3 0 0,8 0 0,-3 0 0,3 0 0,-3 0 0,6 0 0,-6 0 1,5 0-1,3 0 1,-1 0-1,-2 0 1,-2 0-1,-3 0 1,1 0 0,4 0 0,-3 0 0,-1 0 0,-8 0 0,5 0 0,-1 0-1,1 0 1,-7 0 0,2 0 0,-5 0-1,-2 0 1,0 0 0,0 0 0,-1 0-1,1 0 1,0 0-1,0 0 1,-1 0-1,1 0 1,2 0 0,3 0-1,2 0 1,-2 0 0,-3 0 0,-2 0 0,2 0 0,5 0 0,-5 0 1,5 0-1,-2 0 1,2 0 0,-5 0 0,5 0 0,-2 0 0,2 0 0,-5 0 0,7 0 0,-2 0 0,0 0 0,8 0 0,-6 0 1,1 0-2,-1 0 1,5 0 0,-4 0 0,-1 0-1,1 0 1,4 0 0,-5 0 0,1 0-1,-1 0 1,6 0-1,-6 0 1,1 0 0,-1 0 0,0 0 0,-4 0 0,2 0 0,-2 0 0,4 0 1,-2 0-1,-2 0 0,-3 0 1,5 0 0,2 0 0,1 0-1,-1 0 1,1 0 0,-6 0 0,6 0-1,2 0 1,2 0-1,5 0 1,-2 0-1,-3 0 0,3 0 0,9 0 0,3 0-1,-2 0 1,-1 0 0,0 0 0,3 0-1,-2 0 1,4 0 0,0 0 0,0 0 0,0 0 0,1 0 0,-3 0 0,4 0-1,1 0 1,-3 0 0,-7 0 0,2 0-1,3 0 0,7 0 1,-7 0-1,-3 0 0,-2 0 0,-2 0 1,0 0-1,-1 0 0,1 0 0,-1 0 0,1 0 0,-3 0 0,-5 0 1,3 0-1,-8 0 1,1 0-1,-1 0 0,-2 0 1,-4 0-1,1 0-1,3 0 0,0 0 1,-7 0-1,0 0 0,0 0 0,-1 0-1,1 0 1,-7 0 0,-1 0 0,3 0 0,-5 0 0,3 0-3,2 0 1,2 0-1,3 0 1,0 0 0,-1 0 0,1 0 3,0 0 0,0 0 0,-1 0 0,1 0 1,0 0-1,0 0 1,0 0 1,-1 0 0,1 0 0,2 0-1,5 0 1,-5 0 0,6 0-1,-6 0 1,-3 0 0,9 0 0,1 0 0,0 0 0,1 0 0,-3 0 0,-7 0 0,2 0-1,5 0 1,-5 0 0,5 0 0,-5 0-1,-2 0 1,0 0-1,0 0 1,-1 0-2,1 0 1,0 0 0,0 0-1,0 0 1,-1 0 0,1 0-1,0 0 1,0 0 0,-1 0-1,1 0 1,0 0 0,0 0 0,0 0 1,-8 0 0,1 0 0,2 0-1,2 0 1,-5 0 0,1 0 0,2 0 0,2 0 0,3 0 1,0 0-1,0 0 0,-8 0 1,1 0-1,2 0 0,2 0 1,3 0 0,-1 0 0,1 0-1,0 0 1,2 0 0,3 0 0,2 0-1,-3 0 1,1 0 0,0 0 0,2 0-1,-3 0 1,6 0-1,-1 0 1,1 0-1,-1 0 0,5 0 0,-4 0 1,-1 0-1,1 0-1,4 0 1,-4 0 0,1 0 0,6 0 0,-7 0 0,-1 0 0,-2 0-1,0 0 1,7 0 0,-7 0 0,-2 0 0,-3 0 0,0 0 0,3 0 0,2 0 0,-2 0 0,-3 0 0,-2 0 0,-1 0-1,1 0 0,0 0 0,0 0 0,0 0 1,7 0-1,0 0 1,-3 0 0,-2 0 0,-2 0 0,0 0-1,0 0 1,0 0 0,-1 0 0,1 0-1,0 0 1,7 0 0,0 0 0,-2 0-1,-3 0 1,-2 0 0,-1 0 0,1 0-1,0 0 1,0 0 0,2 0-1,2 0 0,4 0 1,-1 0 0,-5 0-1,2 0 0,3 0 1,0 0 0,-4 0-1,1 0 0,3 0 1,3 0 0,-6 0-1,3 0 0,-2 0 1,0 0-1,-1 0 1,3 0-1,-2 0 1,-3 0-1,0 0 1,3 0-1,2 0 1,0 0-1,-7 0 1,0 0-1,-1 0 1,1 0-1,0 0 1,0 0-1,-1 0 1,1 0-1,0 0 1,0 0-1,-1 0 1,1 0 0,0 0-1,0 0 0,0 0 1,-1 0 0,1 0 0,0 0 0,0 0 0,-1 0 0,1 0 0,0 0 0,0 0 0,0 0 0,-1 0 0,1 0-1,0 0 1,0 0 0,-1 0-1,1 0 1,0 0 0,0 0-2,0 0 1,-1 0-1,1 0 1,0 0 0,0 0 0,-8 0 0,1 0 0,-8 0 0,7 0 0,-6 0 1,6 0 0,-6 0-3,6 0 2,-9 0 1,14 0 0,-7 0 1,10 0 0,-7 0 1,-1 0-1,3 0 0,-5 0 0,3 0-1,2 0 1,2 0 0,3 0 0,0 0 1,-1 0-1,1 0 0,-7 0 1,-1 0-1,3 0 1,2 0-1,3 0 0,0 0 1,0 0 0,0 0-1,-1 0 1,1 0 0,0 0 0,0 0-1,-1 0 1,1 0 0,0 0-1,0 0 1,0 0 0,-1 0-1,1 0 1,0 0-1,0 0 1,-1 0 0,1 0 0,0 0-1,0 0 0,0 0 1,-1 0-1,1 0 1,-7 0-1,-1 0 1,-7 0-1,8 0 1,-8 0-1,8 0 1,-1 0-1,8 0 1,0 0-1,0 0 1,-1 0-1,1 0 0,0 0 1,-8 0-1,1 0 0,2 0 1,2 0-1,3 0 0,0 0 1,-1 0-1,1 0 0,0 0 0,0 0 0,0 0 0,-1 0 1,1 0-1,0 0 0,-8 0 1,1 0-1,2 0 1,-5 0-1,3 0 0,1 0 0,-3 0 0,1 0 0,1 0 0,6 0 0,1 0-1,0 0 1,-8 0-1,1 0 0,-1 0 1,1 0-1,0 0 0,-11 0-3,6 0 4,0 0 0,-5 0 0,9 0 0,-7 0 0,8 0 0,-8 0-1,8 0 1,-8 0-2,7 0 1,1 0-1,7 0 1,-1 0 1,-6 0 0,-1 0 0,-6 0-1,6 0 1,-6 0-1,6 0-1,-9 0 1,14 0 1,-7 0 0,10 0-1,0 0 1,-10 0 0,7 0 0,-4 0 0,-3 0 0,2 0 1,-6 0-1,6 0 1,-6 0 0,6 0-1,3 0 0,-5 0 0,3 0 0,-1 0 0,8 0 0,-8 0 1,1 0-2,2 0 0,-5 0-1,2 0 1,1 0 0,7 0 1,-8 0-1,1 0 0,2 0 0,-5 0 0,2 0 1,-6 0-1,6 0 1,1 0-1,6 0 1,-6 0-2,-1 0 1,-9 0 0,15 0 1,-16 0-2,11 0 2,-10 0 0,7 0-1,-5 0-10,-4 0 12,-13 0 0,5 0 0,-14 0 0,19 0 0,-10 0 0,8 0 0,-8 0 0,-19 0 0,-7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30T03:54:34.405"/>
    </inkml:context>
    <inkml:brush xml:id="br0">
      <inkml:brushProperty name="width" value="0.2" units="cm"/>
      <inkml:brushProperty name="height" value="0.2" units="cm"/>
      <inkml:brushProperty name="color" value="#004F8B"/>
    </inkml:brush>
  </inkml:definitions>
  <inkml:trace contextRef="#ctx0" brushRef="#br0">240 1 27012,'-22'0'-4,"0"0"1,8 0 0,-1 0 2,10 0 1,-7 0-1,5 0 0,5 0 1,-18 0 0,18 0-2,-8 0 2,1 0 0,6 0 0,-9 0 0,5 0 0,4 0 0,-16 0 0,17 0 0,-8 0 0,0 0 0,8 0 0,-8 0 0,0 0 0,8 0 0,-8 0 0,30 0 0,-6 0 0,15 0 0,-12 0 0,-2 0 0,2 0 0,-5 0 0,2 0 0,3 0 0,3 0 0,1 0 0,1 0 0,0 0 0,0 0 0,-1 0 0,1 0 0,0 0 0,0 0 0,0 0 0,-1 0 0,1 0 0,0 0 0,0 0 0,-1 0 0,1 0 0,-7 0 0,-1 0 0,3 0 0,3 0 0,-6 0 0,1 0 0,2 0 0,2 0 0,-5 0 0,1 0 0,2 0 0,-5 0 0,2 0 0,3 0 0,3 0 0,2 0 0,-1 0 0,1 0 0,0 0 0,0 0 0,-1 0 0,1 0 0,0 0 0,0 0 0,0 0 0,-1 0 0,1 0 0,0 0 0,-8 0 0,1 0 0,2 0 0,2 0 0,3 0 0,0 0 0,0 0 0,-1 0 0,1 0 0,0 0 0,0 0 0,-1 0 0,1 0 0,0 0 0,0 0 0,0 0 0,-1 0 0,1 0 0,0 0 0,0 0 0,-1 0 0,-6 0 0,-1 0 0,3 0 0,3 0 0,1 0 0,1 0 0,0 0 0,0 0 0,0 0 0,-1 0 0,1 0 0,-7 0 0,-1 0 0,3 0 0,2 0 0,3 0 0,0 0 0,0 0 0,0 0 0,-1 0 0,1 0 0,0 0 0,0 0 0,7 0 0,0 0 0,-3 0 0,-1 0 0,-4 0 0,1 0 0,0 0 0,0 0 0,7 0 0,0 0 0,0 0 0,2 0 0,-7 0 0,5 0 0,-2 0 0,2 0 0,-5 0 0,8 0 0,-3 0 0,0 0 0,7 0 0,-4 0 0,-1 0 0,0 0 0,6 0 0,-6 0 0,1 0 0,-1 0 0,8 0 0,-5 0 0,2 0 0,0 0 0,-7 0 0,8 0 0,-1 0 0,-2 0 0,7 0 0,-7 0 0,2 0 0,0 0 0,1 0 0,4 0 0,-2 0 0,-3 0 0,-7 0 0,7 0 0,0 0 0,-2 0 0,5 0 0,-10 0 0,0 0 0,3 0 0,-1 0 0,5 0 0,-4 0 0,-1 0 0,-7 0 0,8 0 0,-3 0 0,0 0 0,2 0 0,-4 0 0,5 0 0,1 0 0,-4 0 0,5 0 0,0 0 0,0 0 0,-5 0 0,7 0 0,1 0 0,-3 0 0,4 0 0,-9 0 0,0 0 0,3 0 0,-6 0 0,8 0 0,0 0 0,0 0 0,-5 0 0,5 0 0,-3 0 0,-4 0 0,4 0 0,1 0 0,-1 0 0,1 0 0,4 0 0,-4 0 0,-1 0-1,0 0 1,8 0 0,-5 0 0,2 0 0,1 0 0,-8 0 0,5 0 0,-1 0-1,1 0 1,-5 0 0,8 0 0,-1 0-1,-2 0 1,5 0 0,-8 0 0,3 0-1,5 0 1,-6 0 0,1 0 0,0 0-1,0 0 1,0 0-1,5 0 1,-5 0-1,-3 0 0,8 0 1,-5 0-1,2 0 0,0 0 1,-7 0-1,5 0 1,0 0-1,0 0 0,-8 0 0,6 0 1,-3 0-1,0 0 0,2 0 0,-4 0 0,2 0 0,-2 0 0,-3 0 0,-2 0 1,2 0-1,5 0 0,-5 0 0,5 0 0,-5 0 0,-2 0 0,0 0 0,0 0 0,-1 0 0,1 0 0,7 0 0,0 0 0,-2 0-1,-3 0 0,-2 0 0,2 0 0,3 0-5,2 0 0,0 0 1,-5 0-1,3 0-2,2 0 1,2 0 0,-4 0 0,4 0-2,3 0 1,-5 0-1,5 0 1,0 0-1,0 0 1,-5 0 0,7 0-1,3 0 2,2 0 0,-5 0 0,0 0 0,3 0 0,2 0 1,-4 0-1,-1 0 1,3 0-1,2 0 1,-3 0 0,1 0-1,2 0-1,-2 0 1,0 0-1,4 0 1,1 0-2,-1 0 1,3 0-1,3 0 1,1 0-1,-1 0 0,-1 0 0,1 0 1,4 0 0,3 0 0,-8 0 1,5 0-1,0 0 0,5 0 1,-2 0 0,0 0 0,-3 0-1,-5 0 0,8 0 0,0 0 1,2 0-2,0 0 0,-10 0 0,5 0 0,-2 0 0,0 0 0,0 0 1,-5 0-1,2 0 1,3 0 1,0 0-1,-8 0 1,1 0-1,0 0 1,2 0-1,2 0 1,3 0-2,-3 0 1,1 0 0,-1 0 0,3 0-1,-3 0 0,8 0 0,-1 0 1,3 0-1,1 0 1,-9 0 0,8 0 0,3 0 0,2 0 1,2 0-1,0 0 1,1 0-2,-1 0 1,8 0-1,-1 0 1,-2 0-1,-2 0 0,5 0 0,-1 0 0,1 0 0,2 0 0,-7 0 0,4 0 0,-4 0-1,-3 0 0,3 0 0,2 0 0,1 0-1,-9 0 0,4 0 0,-8 0 0,5 0-1,2 0 1,-7 0 0,-2 0 0,-1 0 0,1 0 1,2 0-1,7 0 1,1 0-1,-1 0 0,-7 0 0,0 0 0,3 0-1,2 0 1,2 0 0,-2 0 0,-3 0 0,-2 0 0,-7 0 1,7 0-1,0 0 1,-2 0 0,5 0 0,-8 0 0,2 0 0,6 0 0,-5 0 0,-1 0 1,-2 0 0,-4 0 0,4 0 0,-2 0 1,-3 0 0,-2 0 0,-2 0 0,-1 0 1,1 0 0,-1 0 1,1 0-1,2 0 1,2 0 0,3 0 0,0 0 0,-7 0 1,-1 0-1,1 0 0,-1 0 1,1 0-1,2 0 0,5 0 0,-5 0 0,4 0 0,-4 0 0,-2 0 1,-1 0-1,1 0 1,0 0 0,-1 0 0,1 0 0,-1 0 0,3 0 0,5 0 1,-5 0 0,5 0 0,-5 0-1,-3 0 1,1 0-1,-1 0 1,1 0-1,0 0 0,6 0 0,1 0 0,0 0 0,2 0 0,-4 0 0,6 0 0,1 0 0,0 0 0,-6 0 1,8 0-1,0 0 0,-2 0 1,5 0 0,-8 0-1,2 0 0,6 0 1,-1 0-1,1 0 1,-5 0-1,-3 0 0,7 0 0,-4 0 0,0 0 0,-6 0 1,4 0-1,-4 0 1,-1 0-1,-3 0 1,-3 0 0,1 0 0,0 0-1,-1 0 1,8 0 0,0 0-1,-3 0 0,-2 0 0,-2 0 1,-1 0-1,3 0 0,5 0 0,-8 0 1,3 0-1,-7 0 0,0 0 1,2 0-1,0 0 1,-2 0-1,-3 0 1,-7 0 0,5 0 0,0 0 0,0 0 0,-5 0 0,5 0 0,0 0 0,-1 0 0,-3 0 0,6 0 0,0 0-1,-2 0 1,7 0-1,-7 0 1,2 0-1,1 0 0,-1 0 1,7 0-1,-1 0 0,-6 0 1,5 0 0,-5 0 0,5 0 0,3 0 0,0 0 0,-1 0 0,-2 0 0,-4 0 1,4 0-1,-5 0 1,3 0-1,-3 0 0,3 0 0,-8 0 1,3 0-1,5 0 0,-1 0 0,1 0 0,-5 0 0,-3 0 0,8 0 0,-3 0 0,3 0 0,-3 0 0,6 0 0,-6 0 1,5 0-1,3 0 1,-1 0-1,-2 0 1,-2 0-1,-3 0 1,1 0 0,4 0 0,-3 0 0,-1 0 0,-8 0 0,5 0 0,-1 0-1,1 0 1,-7 0 0,2 0 0,-5 0-1,-2 0 1,0 0 0,0 0 0,-1 0-1,1 0 1,0 0-1,0 0 1,-1 0-1,1 0 1,2 0 0,3 0-1,2 0 1,-2 0 0,-3 0 0,-2 0 0,2 0 0,5 0 0,-5 0 1,5 0-1,-2 0 1,2 0 0,-5 0 0,5 0 0,-2 0 0,2 0 0,-5 0 0,7 0 0,-2 0 0,0 0 0,8 0 0,-6 0 1,1 0-2,-1 0 1,5 0 0,-4 0 0,-1 0-1,1 0 1,4 0 0,-5 0 0,1 0-1,-1 0 1,6 0-1,-6 0 1,1 0 0,-1 0 0,0 0 0,-4 0 0,2 0 0,-2 0 0,4 0 1,-2 0-1,-2 0 0,-3 0 1,5 0 0,2 0 0,1 0-1,-1 0 1,1 0 0,-6 0 0,6 0-1,2 0 1,2 0-1,5 0 1,-2 0-1,-3 0 0,3 0 0,9 0 0,3 0-1,-2 0 1,-1 0 0,0 0 0,3 0-1,-2 0 1,4 0 0,0 0 0,0 0 0,0 0 0,1 0 0,-3 0 0,4 0-1,1 0 1,-3 0 0,-7 0 0,2 0-1,3 0 0,7 0 1,-7 0-1,-3 0 0,-2 0 0,-2 0 1,0 0-1,-1 0 0,1 0 0,-1 0 0,1 0 0,-3 0 0,-5 0 1,3 0-1,-8 0 1,1 0-1,-1 0 0,-2 0 1,-4 0-1,1 0-1,3 0 0,0 0 1,-7 0-1,0 0 0,0 0 0,-1 0-1,1 0 1,-7 0 0,-1 0 0,3 0 0,-5 0 0,3 0-3,2 0 1,2 0-1,3 0 1,0 0 0,-1 0 0,1 0 3,0 0 0,0 0 0,-1 0 0,1 0 1,0 0-1,0 0 1,0 0 1,-1 0 0,1 0 0,2 0-1,5 0 1,-5 0 0,6 0-1,-6 0 1,-3 0 0,9 0 0,1 0 0,0 0 0,1 0 0,-3 0 0,-7 0 0,2 0-1,5 0 1,-5 0 0,5 0 0,-5 0-1,-2 0 1,0 0-1,0 0 1,-1 0-2,1 0 1,0 0 0,0 0-1,0 0 1,-1 0 0,1 0-1,0 0 1,0 0 0,-1 0-1,1 0 1,0 0 0,0 0 0,0 0 1,-8 0 0,1 0 0,2 0-1,2 0 1,-5 0 0,1 0 0,2 0 0,2 0 0,3 0 1,0 0-1,0 0 0,-8 0 1,1 0-1,2 0 0,2 0 1,3 0 0,-1 0 0,1 0-1,0 0 1,2 0 0,3 0 0,2 0-1,-3 0 1,1 0 0,0 0 0,2 0-1,-3 0 1,6 0-1,-1 0 1,1 0-1,-1 0 0,5 0 0,-4 0 1,-1 0-1,1 0-1,4 0 1,-4 0 0,1 0 0,6 0 0,-7 0 0,-1 0 0,-2 0-1,0 0 1,7 0 0,-7 0 0,-2 0 0,-3 0 0,0 0 0,3 0 0,2 0 0,-2 0 0,-3 0 0,-2 0 0,-1 0-1,1 0 0,0 0 0,0 0 0,0 0 1,7 0-1,0 0 1,-3 0 0,-2 0 0,-2 0 0,0 0-1,0 0 1,0 0 0,-1 0 0,1 0-1,0 0 1,7 0 0,0 0 0,-2 0-1,-3 0 1,-2 0 0,-1 0 0,1 0-1,0 0 1,0 0 0,2 0-1,2 0 0,4 0 1,-1 0 0,-5 0-1,2 0 0,3 0 1,0 0 0,-4 0-1,1 0 0,3 0 1,3 0 0,-6 0-1,3 0 0,-2 0 1,0 0-1,-1 0 1,3 0-1,-2 0 1,-3 0-1,0 0 1,3 0-1,2 0 1,0 0-1,-7 0 1,0 0-1,-1 0 1,1 0-1,0 0 1,0 0-1,-1 0 1,1 0-1,0 0 1,0 0-1,-1 0 1,1 0 0,0 0-1,0 0 0,0 0 1,-1 0 0,1 0 0,0 0 0,0 0 0,-1 0 0,1 0 0,0 0 0,0 0 0,0 0 0,-1 0 0,1 0-1,0 0 1,0 0 0,-1 0-1,1 0 1,0 0 0,0 0-2,0 0 1,-1 0-1,1 0 1,0 0 0,0 0 0,-8 0 0,1 0 0,-8 0 0,7 0 0,-6 0 1,6 0 0,-6 0-3,6 0 2,-9 0 1,14 0 0,-7 0 1,10 0 0,-7 0 1,-1 0-1,3 0 0,-5 0 0,3 0-1,2 0 1,2 0 0,3 0 0,0 0 1,-1 0-1,1 0 0,-7 0 1,-1 0-1,3 0 1,2 0-1,3 0 0,0 0 1,0 0 0,0 0-1,-1 0 1,1 0 0,0 0 0,0 0-1,-1 0 1,1 0 0,0 0-1,0 0 1,0 0 0,-1 0-1,1 0 1,0 0-1,0 0 1,-1 0 0,1 0 0,0 0-1,0 0 0,0 0 1,-1 0-1,1 0 1,-7 0-1,-1 0 1,-7 0-1,8 0 1,-8 0-1,8 0 1,-1 0-1,8 0 1,0 0-1,0 0 1,-1 0-1,1 0 0,0 0 1,-8 0-1,1 0 0,2 0 1,2 0-1,3 0 0,0 0 1,-1 0-1,1 0 0,0 0 0,0 0 0,0 0 0,-1 0 1,1 0-1,0 0 0,-8 0 1,1 0-1,2 0 1,-5 0-1,3 0 0,1 0 0,-3 0 0,1 0 0,1 0 0,6 0 0,1 0-1,0 0 1,-8 0-1,1 0 0,-1 0 1,1 0-1,0 0 0,-11 0-3,6 0 4,0 0 0,-5 0 0,9 0 0,-7 0 0,8 0 0,-8 0-1,8 0 1,-8 0-2,7 0 1,1 0-1,7 0 1,-1 0 1,-6 0 0,-1 0 0,-6 0-1,6 0 1,-6 0-1,6 0-1,-9 0 1,14 0 1,-7 0 0,10 0-1,0 0 1,-10 0 0,7 0 0,-4 0 0,-3 0 0,2 0 1,-6 0-1,6 0 1,-6 0 0,6 0-1,3 0 0,-5 0 0,3 0 0,-1 0 0,8 0 0,-8 0 1,1 0-2,2 0 0,-5 0-1,2 0 1,1 0 0,7 0 1,-8 0-1,1 0 0,2 0 0,-5 0 0,2 0 1,-6 0-1,6 0 1,1 0-1,6 0 1,-6 0-2,-1 0 1,-9 0 0,15 0 1,-16 0-2,11 0 2,-10 0 0,7 0-1,-5 0-10,-4 0 12,-13 0 0,5 0 0,-14 0 0,19 0 0,-10 0 0,8 0 0,-8 0 0,-19 0 0,-7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30T03:54:34.405"/>
    </inkml:context>
    <inkml:brush xml:id="br0">
      <inkml:brushProperty name="width" value="0.2" units="cm"/>
      <inkml:brushProperty name="height" value="0.2" units="cm"/>
      <inkml:brushProperty name="color" value="#004F8B"/>
    </inkml:brush>
  </inkml:definitions>
  <inkml:trace contextRef="#ctx0" brushRef="#br0">240 1 27012,'-22'0'-4,"0"0"1,8 0 0,-1 0 2,10 0 1,-7 0-1,5 0 0,5 0 1,-18 0 0,18 0-2,-8 0 2,1 0 0,6 0 0,-9 0 0,5 0 0,4 0 0,-16 0 0,17 0 0,-8 0 0,0 0 0,8 0 0,-8 0 0,0 0 0,8 0 0,-8 0 0,30 0 0,-6 0 0,15 0 0,-12 0 0,-2 0 0,2 0 0,-5 0 0,2 0 0,3 0 0,3 0 0,1 0 0,1 0 0,0 0 0,0 0 0,-1 0 0,1 0 0,0 0 0,0 0 0,0 0 0,-1 0 0,1 0 0,0 0 0,0 0 0,-1 0 0,1 0 0,-7 0 0,-1 0 0,3 0 0,3 0 0,-6 0 0,1 0 0,2 0 0,2 0 0,-5 0 0,1 0 0,2 0 0,-5 0 0,2 0 0,3 0 0,3 0 0,2 0 0,-1 0 0,1 0 0,0 0 0,0 0 0,-1 0 0,1 0 0,0 0 0,0 0 0,0 0 0,-1 0 0,1 0 0,0 0 0,-8 0 0,1 0 0,2 0 0,2 0 0,3 0 0,0 0 0,0 0 0,-1 0 0,1 0 0,0 0 0,0 0 0,-1 0 0,1 0 0,0 0 0,0 0 0,0 0 0,-1 0 0,1 0 0,0 0 0,0 0 0,-1 0 0,-6 0 0,-1 0 0,3 0 0,3 0 0,1 0 0,1 0 0,0 0 0,0 0 0,0 0 0,-1 0 0,1 0 0,-7 0 0,-1 0 0,3 0 0,2 0 0,3 0 0,0 0 0,0 0 0,0 0 0,-1 0 0,1 0 0,0 0 0,0 0 0,7 0 0,0 0 0,-3 0 0,-1 0 0,-4 0 0,1 0 0,0 0 0,0 0 0,7 0 0,0 0 0,0 0 0,2 0 0,-7 0 0,5 0 0,-2 0 0,2 0 0,-5 0 0,8 0 0,-3 0 0,0 0 0,7 0 0,-4 0 0,-1 0 0,0 0 0,6 0 0,-6 0 0,1 0 0,-1 0 0,8 0 0,-5 0 0,2 0 0,0 0 0,-7 0 0,8 0 0,-1 0 0,-2 0 0,7 0 0,-7 0 0,2 0 0,0 0 0,1 0 0,4 0 0,-2 0 0,-3 0 0,-7 0 0,7 0 0,0 0 0,-2 0 0,5 0 0,-10 0 0,0 0 0,3 0 0,-1 0 0,5 0 0,-4 0 0,-1 0 0,-7 0 0,8 0 0,-3 0 0,0 0 0,2 0 0,-4 0 0,5 0 0,1 0 0,-4 0 0,5 0 0,0 0 0,0 0 0,-5 0 0,7 0 0,1 0 0,-3 0 0,4 0 0,-9 0 0,0 0 0,3 0 0,-6 0 0,8 0 0,0 0 0,0 0 0,-5 0 0,5 0 0,-3 0 0,-4 0 0,4 0 0,1 0 0,-1 0 0,1 0 0,4 0 0,-4 0 0,-1 0-1,0 0 1,8 0 0,-5 0 0,2 0 0,1 0 0,-8 0 0,5 0 0,-1 0-1,1 0 1,-5 0 0,8 0 0,-1 0-1,-2 0 1,5 0 0,-8 0 0,3 0-1,5 0 1,-6 0 0,1 0 0,0 0-1,0 0 1,0 0-1,5 0 1,-5 0-1,-3 0 0,8 0 1,-5 0-1,2 0 0,0 0 1,-7 0-1,5 0 1,0 0-1,0 0 0,-8 0 0,6 0 1,-3 0-1,0 0 0,2 0 0,-4 0 0,2 0 0,-2 0 0,-3 0 0,-2 0 1,2 0-1,5 0 0,-5 0 0,5 0 0,-5 0 0,-2 0 0,0 0 0,0 0 0,-1 0 0,1 0 0,7 0 0,0 0 0,-2 0-1,-3 0 0,-2 0 0,2 0 0,3 0-5,2 0 0,0 0 1,-5 0-1,3 0-2,2 0 1,2 0 0,-4 0 0,4 0-2,3 0 1,-5 0-1,5 0 1,0 0-1,0 0 1,-5 0 0,7 0-1,3 0 2,2 0 0,-5 0 0,0 0 0,3 0 0,2 0 1,-4 0-1,-1 0 1,3 0-1,2 0 1,-3 0 0,1 0-1,2 0-1,-2 0 1,0 0-1,4 0 1,1 0-2,-1 0 1,3 0-1,3 0 1,1 0-1,-1 0 0,-1 0 0,1 0 1,4 0 0,3 0 0,-8 0 1,5 0-1,0 0 0,5 0 1,-2 0 0,0 0 0,-3 0-1,-5 0 0,8 0 0,0 0 1,2 0-2,0 0 0,-10 0 0,5 0 0,-2 0 0,0 0 0,0 0 1,-5 0-1,2 0 1,3 0 1,0 0-1,-8 0 1,1 0-1,0 0 1,2 0-1,2 0 1,3 0-2,-3 0 1,1 0 0,-1 0 0,3 0-1,-3 0 0,8 0 0,-1 0 1,3 0-1,1 0 1,-9 0 0,8 0 0,3 0 0,2 0 1,2 0-1,0 0 1,1 0-2,-1 0 1,8 0-1,-1 0 1,-2 0-1,-2 0 0,5 0 0,-1 0 0,1 0 0,2 0 0,-7 0 0,4 0 0,-4 0-1,-3 0 0,3 0 0,2 0 0,1 0-1,-9 0 0,4 0 0,-8 0 0,5 0-1,2 0 1,-7 0 0,-2 0 0,-1 0 0,1 0 1,2 0-1,7 0 1,1 0-1,-1 0 0,-7 0 0,0 0 0,3 0-1,2 0 1,2 0 0,-2 0 0,-3 0 0,-2 0 0,-7 0 1,7 0-1,0 0 1,-2 0 0,5 0 0,-8 0 0,2 0 0,6 0 0,-5 0 0,-1 0 1,-2 0 0,-4 0 0,4 0 0,-2 0 1,-3 0 0,-2 0 0,-2 0 0,-1 0 1,1 0 0,-1 0 1,1 0-1,2 0 1,2 0 0,3 0 0,0 0 0,-7 0 1,-1 0-1,1 0 0,-1 0 1,1 0-1,2 0 0,5 0 0,-5 0 0,4 0 0,-4 0 0,-2 0 1,-1 0-1,1 0 1,0 0 0,-1 0 0,1 0 0,-1 0 0,3 0 0,5 0 1,-5 0 0,5 0 0,-5 0-1,-3 0 1,1 0-1,-1 0 1,1 0-1,0 0 0,6 0 0,1 0 0,0 0 0,2 0 0,-4 0 0,6 0 0,1 0 0,0 0 0,-6 0 1,8 0-1,0 0 0,-2 0 1,5 0 0,-8 0-1,2 0 0,6 0 1,-1 0-1,1 0 1,-5 0-1,-3 0 0,7 0 0,-4 0 0,0 0 0,-6 0 1,4 0-1,-4 0 1,-1 0-1,-3 0 1,-3 0 0,1 0 0,0 0-1,-1 0 1,8 0 0,0 0-1,-3 0 0,-2 0 0,-2 0 1,-1 0-1,3 0 0,5 0 0,-8 0 1,3 0-1,-7 0 0,0 0 1,2 0-1,0 0 1,-2 0-1,-3 0 1,-7 0 0,5 0 0,0 0 0,0 0 0,-5 0 0,5 0 0,0 0 0,-1 0 0,-3 0 0,6 0 0,0 0-1,-2 0 1,7 0-1,-7 0 1,2 0-1,1 0 0,-1 0 1,7 0-1,-1 0 0,-6 0 1,5 0 0,-5 0 0,5 0 0,3 0 0,0 0 0,-1 0 0,-2 0 0,-4 0 1,4 0-1,-5 0 1,3 0-1,-3 0 0,3 0 0,-8 0 1,3 0-1,5 0 0,-1 0 0,1 0 0,-5 0 0,-3 0 0,8 0 0,-3 0 0,3 0 0,-3 0 0,6 0 0,-6 0 1,5 0-1,3 0 1,-1 0-1,-2 0 1,-2 0-1,-3 0 1,1 0 0,4 0 0,-3 0 0,-1 0 0,-8 0 0,5 0 0,-1 0-1,1 0 1,-7 0 0,2 0 0,-5 0-1,-2 0 1,0 0 0,0 0 0,-1 0-1,1 0 1,0 0-1,0 0 1,-1 0-1,1 0 1,2 0 0,3 0-1,2 0 1,-2 0 0,-3 0 0,-2 0 0,2 0 0,5 0 0,-5 0 1,5 0-1,-2 0 1,2 0 0,-5 0 0,5 0 0,-2 0 0,2 0 0,-5 0 0,7 0 0,-2 0 0,0 0 0,8 0 0,-6 0 1,1 0-2,-1 0 1,5 0 0,-4 0 0,-1 0-1,1 0 1,4 0 0,-5 0 0,1 0-1,-1 0 1,6 0-1,-6 0 1,1 0 0,-1 0 0,0 0 0,-4 0 0,2 0 0,-2 0 0,4 0 1,-2 0-1,-2 0 0,-3 0 1,5 0 0,2 0 0,1 0-1,-1 0 1,1 0 0,-6 0 0,6 0-1,2 0 1,2 0-1,5 0 1,-2 0-1,-3 0 0,3 0 0,9 0 0,3 0-1,-2 0 1,-1 0 0,0 0 0,3 0-1,-2 0 1,4 0 0,0 0 0,0 0 0,0 0 0,1 0 0,-3 0 0,4 0-1,1 0 1,-3 0 0,-7 0 0,2 0-1,3 0 0,7 0 1,-7 0-1,-3 0 0,-2 0 0,-2 0 1,0 0-1,-1 0 0,1 0 0,-1 0 0,1 0 0,-3 0 0,-5 0 1,3 0-1,-8 0 1,1 0-1,-1 0 0,-2 0 1,-4 0-1,1 0-1,3 0 0,0 0 1,-7 0-1,0 0 0,0 0 0,-1 0-1,1 0 1,-7 0 0,-1 0 0,3 0 0,-5 0 0,3 0-3,2 0 1,2 0-1,3 0 1,0 0 0,-1 0 0,1 0 3,0 0 0,0 0 0,-1 0 0,1 0 1,0 0-1,0 0 1,0 0 1,-1 0 0,1 0 0,2 0-1,5 0 1,-5 0 0,6 0-1,-6 0 1,-3 0 0,9 0 0,1 0 0,0 0 0,1 0 0,-3 0 0,-7 0 0,2 0-1,5 0 1,-5 0 0,5 0 0,-5 0-1,-2 0 1,0 0-1,0 0 1,-1 0-2,1 0 1,0 0 0,0 0-1,0 0 1,-1 0 0,1 0-1,0 0 1,0 0 0,-1 0-1,1 0 1,0 0 0,0 0 0,0 0 1,-8 0 0,1 0 0,2 0-1,2 0 1,-5 0 0,1 0 0,2 0 0,2 0 0,3 0 1,0 0-1,0 0 0,-8 0 1,1 0-1,2 0 0,2 0 1,3 0 0,-1 0 0,1 0-1,0 0 1,2 0 0,3 0 0,2 0-1,-3 0 1,1 0 0,0 0 0,2 0-1,-3 0 1,6 0-1,-1 0 1,1 0-1,-1 0 0,5 0 0,-4 0 1,-1 0-1,1 0-1,4 0 1,-4 0 0,1 0 0,6 0 0,-7 0 0,-1 0 0,-2 0-1,0 0 1,7 0 0,-7 0 0,-2 0 0,-3 0 0,0 0 0,3 0 0,2 0 0,-2 0 0,-3 0 0,-2 0 0,-1 0-1,1 0 0,0 0 0,0 0 0,0 0 1,7 0-1,0 0 1,-3 0 0,-2 0 0,-2 0 0,0 0-1,0 0 1,0 0 0,-1 0 0,1 0-1,0 0 1,7 0 0,0 0 0,-2 0-1,-3 0 1,-2 0 0,-1 0 0,1 0-1,0 0 1,0 0 0,2 0-1,2 0 0,4 0 1,-1 0 0,-5 0-1,2 0 0,3 0 1,0 0 0,-4 0-1,1 0 0,3 0 1,3 0 0,-6 0-1,3 0 0,-2 0 1,0 0-1,-1 0 1,3 0-1,-2 0 1,-3 0-1,0 0 1,3 0-1,2 0 1,0 0-1,-7 0 1,0 0-1,-1 0 1,1 0-1,0 0 1,0 0-1,-1 0 1,1 0-1,0 0 1,0 0-1,-1 0 1,1 0 0,0 0-1,0 0 0,0 0 1,-1 0 0,1 0 0,0 0 0,0 0 0,-1 0 0,1 0 0,0 0 0,0 0 0,0 0 0,-1 0 0,1 0-1,0 0 1,0 0 0,-1 0-1,1 0 1,0 0 0,0 0-2,0 0 1,-1 0-1,1 0 1,0 0 0,0 0 0,-8 0 0,1 0 0,-8 0 0,7 0 0,-6 0 1,6 0 0,-6 0-3,6 0 2,-9 0 1,14 0 0,-7 0 1,10 0 0,-7 0 1,-1 0-1,3 0 0,-5 0 0,3 0-1,2 0 1,2 0 0,3 0 0,0 0 1,-1 0-1,1 0 0,-7 0 1,-1 0-1,3 0 1,2 0-1,3 0 0,0 0 1,0 0 0,0 0-1,-1 0 1,1 0 0,0 0 0,0 0-1,-1 0 1,1 0 0,0 0-1,0 0 1,0 0 0,-1 0-1,1 0 1,0 0-1,0 0 1,-1 0 0,1 0 0,0 0-1,0 0 0,0 0 1,-1 0-1,1 0 1,-7 0-1,-1 0 1,-7 0-1,8 0 1,-8 0-1,8 0 1,-1 0-1,8 0 1,0 0-1,0 0 1,-1 0-1,1 0 0,0 0 1,-8 0-1,1 0 0,2 0 1,2 0-1,3 0 0,0 0 1,-1 0-1,1 0 0,0 0 0,0 0 0,0 0 0,-1 0 1,1 0-1,0 0 0,-8 0 1,1 0-1,2 0 1,-5 0-1,3 0 0,1 0 0,-3 0 0,1 0 0,1 0 0,6 0 0,1 0-1,0 0 1,-8 0-1,1 0 0,-1 0 1,1 0-1,0 0 0,-11 0-3,6 0 4,0 0 0,-5 0 0,9 0 0,-7 0 0,8 0 0,-8 0-1,8 0 1,-8 0-2,7 0 1,1 0-1,7 0 1,-1 0 1,-6 0 0,-1 0 0,-6 0-1,6 0 1,-6 0-1,6 0-1,-9 0 1,14 0 1,-7 0 0,10 0-1,0 0 1,-10 0 0,7 0 0,-4 0 0,-3 0 0,2 0 1,-6 0-1,6 0 1,-6 0 0,6 0-1,3 0 0,-5 0 0,3 0 0,-1 0 0,8 0 0,-8 0 1,1 0-2,2 0 0,-5 0-1,2 0 1,1 0 0,7 0 1,-8 0-1,1 0 0,2 0 0,-5 0 0,2 0 1,-6 0-1,6 0 1,1 0-1,6 0 1,-6 0-2,-1 0 1,-9 0 0,15 0 1,-16 0-2,11 0 2,-10 0 0,7 0-1,-5 0-10,-4 0 12,-13 0 0,5 0 0,-14 0 0,19 0 0,-10 0 0,8 0 0,-8 0 0,-19 0 0,-7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30T03:54:34.405"/>
    </inkml:context>
    <inkml:brush xml:id="br0">
      <inkml:brushProperty name="width" value="0.2" units="cm"/>
      <inkml:brushProperty name="height" value="0.2" units="cm"/>
      <inkml:brushProperty name="color" value="#004F8B"/>
    </inkml:brush>
  </inkml:definitions>
  <inkml:trace contextRef="#ctx0" brushRef="#br0">240 1 27012,'-22'0'-4,"0"0"1,8 0 0,-1 0 2,10 0 1,-7 0-1,5 0 0,5 0 1,-18 0 0,18 0-2,-8 0 2,1 0 0,6 0 0,-9 0 0,5 0 0,4 0 0,-16 0 0,17 0 0,-8 0 0,0 0 0,8 0 0,-8 0 0,0 0 0,8 0 0,-8 0 0,30 0 0,-6 0 0,15 0 0,-12 0 0,-2 0 0,2 0 0,-5 0 0,2 0 0,3 0 0,3 0 0,1 0 0,1 0 0,0 0 0,0 0 0,-1 0 0,1 0 0,0 0 0,0 0 0,0 0 0,-1 0 0,1 0 0,0 0 0,0 0 0,-1 0 0,1 0 0,-7 0 0,-1 0 0,3 0 0,3 0 0,-6 0 0,1 0 0,2 0 0,2 0 0,-5 0 0,1 0 0,2 0 0,-5 0 0,2 0 0,3 0 0,3 0 0,2 0 0,-1 0 0,1 0 0,0 0 0,0 0 0,-1 0 0,1 0 0,0 0 0,0 0 0,0 0 0,-1 0 0,1 0 0,0 0 0,-8 0 0,1 0 0,2 0 0,2 0 0,3 0 0,0 0 0,0 0 0,-1 0 0,1 0 0,0 0 0,0 0 0,-1 0 0,1 0 0,0 0 0,0 0 0,0 0 0,-1 0 0,1 0 0,0 0 0,0 0 0,-1 0 0,-6 0 0,-1 0 0,3 0 0,3 0 0,1 0 0,1 0 0,0 0 0,0 0 0,0 0 0,-1 0 0,1 0 0,-7 0 0,-1 0 0,3 0 0,2 0 0,3 0 0,0 0 0,0 0 0,0 0 0,-1 0 0,1 0 0,0 0 0,0 0 0,7 0 0,0 0 0,-3 0 0,-1 0 0,-4 0 0,1 0 0,0 0 0,0 0 0,7 0 0,0 0 0,0 0 0,2 0 0,-7 0 0,5 0 0,-2 0 0,2 0 0,-5 0 0,8 0 0,-3 0 0,0 0 0,7 0 0,-4 0 0,-1 0 0,0 0 0,6 0 0,-6 0 0,1 0 0,-1 0 0,8 0 0,-5 0 0,2 0 0,0 0 0,-7 0 0,8 0 0,-1 0 0,-2 0 0,7 0 0,-7 0 0,2 0 0,0 0 0,1 0 0,4 0 0,-2 0 0,-3 0 0,-7 0 0,7 0 0,0 0 0,-2 0 0,5 0 0,-10 0 0,0 0 0,3 0 0,-1 0 0,5 0 0,-4 0 0,-1 0 0,-7 0 0,8 0 0,-3 0 0,0 0 0,2 0 0,-4 0 0,5 0 0,1 0 0,-4 0 0,5 0 0,0 0 0,0 0 0,-5 0 0,7 0 0,1 0 0,-3 0 0,4 0 0,-9 0 0,0 0 0,3 0 0,-6 0 0,8 0 0,0 0 0,0 0 0,-5 0 0,5 0 0,-3 0 0,-4 0 0,4 0 0,1 0 0,-1 0 0,1 0 0,4 0 0,-4 0 0,-1 0-1,0 0 1,8 0 0,-5 0 0,2 0 0,1 0 0,-8 0 0,5 0 0,-1 0-1,1 0 1,-5 0 0,8 0 0,-1 0-1,-2 0 1,5 0 0,-8 0 0,3 0-1,5 0 1,-6 0 0,1 0 0,0 0-1,0 0 1,0 0-1,5 0 1,-5 0-1,-3 0 0,8 0 1,-5 0-1,2 0 0,0 0 1,-7 0-1,5 0 1,0 0-1,0 0 0,-8 0 0,6 0 1,-3 0-1,0 0 0,2 0 0,-4 0 0,2 0 0,-2 0 0,-3 0 0,-2 0 1,2 0-1,5 0 0,-5 0 0,5 0 0,-5 0 0,-2 0 0,0 0 0,0 0 0,-1 0 0,1 0 0,7 0 0,0 0 0,-2 0-1,-3 0 0,-2 0 0,2 0 0,3 0-5,2 0 0,0 0 1,-5 0-1,3 0-2,2 0 1,2 0 0,-4 0 0,4 0-2,3 0 1,-5 0-1,5 0 1,0 0-1,0 0 1,-5 0 0,7 0-1,3 0 2,2 0 0,-5 0 0,0 0 0,3 0 0,2 0 1,-4 0-1,-1 0 1,3 0-1,2 0 1,-3 0 0,1 0-1,2 0-1,-2 0 1,0 0-1,4 0 1,1 0-2,-1 0 1,3 0-1,3 0 1,1 0-1,-1 0 0,-1 0 0,1 0 1,4 0 0,3 0 0,-8 0 1,5 0-1,0 0 0,5 0 1,-2 0 0,0 0 0,-3 0-1,-5 0 0,8 0 0,0 0 1,2 0-2,0 0 0,-10 0 0,5 0 0,-2 0 0,0 0 0,0 0 1,-5 0-1,2 0 1,3 0 1,0 0-1,-8 0 1,1 0-1,0 0 1,2 0-1,2 0 1,3 0-2,-3 0 1,1 0 0,-1 0 0,3 0-1,-3 0 0,8 0 0,-1 0 1,3 0-1,1 0 1,-9 0 0,8 0 0,3 0 0,2 0 1,2 0-1,0 0 1,1 0-2,-1 0 1,8 0-1,-1 0 1,-2 0-1,-2 0 0,5 0 0,-1 0 0,1 0 0,2 0 0,-7 0 0,4 0 0,-4 0-1,-3 0 0,3 0 0,2 0 0,1 0-1,-9 0 0,4 0 0,-8 0 0,5 0-1,2 0 1,-7 0 0,-2 0 0,-1 0 0,1 0 1,2 0-1,7 0 1,1 0-1,-1 0 0,-7 0 0,0 0 0,3 0-1,2 0 1,2 0 0,-2 0 0,-3 0 0,-2 0 0,-7 0 1,7 0-1,0 0 1,-2 0 0,5 0 0,-8 0 0,2 0 0,6 0 0,-5 0 0,-1 0 1,-2 0 0,-4 0 0,4 0 0,-2 0 1,-3 0 0,-2 0 0,-2 0 0,-1 0 1,1 0 0,-1 0 1,1 0-1,2 0 1,2 0 0,3 0 0,0 0 0,-7 0 1,-1 0-1,1 0 0,-1 0 1,1 0-1,2 0 0,5 0 0,-5 0 0,4 0 0,-4 0 0,-2 0 1,-1 0-1,1 0 1,0 0 0,-1 0 0,1 0 0,-1 0 0,3 0 0,5 0 1,-5 0 0,5 0 0,-5 0-1,-3 0 1,1 0-1,-1 0 1,1 0-1,0 0 0,6 0 0,1 0 0,0 0 0,2 0 0,-4 0 0,6 0 0,1 0 0,0 0 0,-6 0 1,8 0-1,0 0 0,-2 0 1,5 0 0,-8 0-1,2 0 0,6 0 1,-1 0-1,1 0 1,-5 0-1,-3 0 0,7 0 0,-4 0 0,0 0 0,-6 0 1,4 0-1,-4 0 1,-1 0-1,-3 0 1,-3 0 0,1 0 0,0 0-1,-1 0 1,8 0 0,0 0-1,-3 0 0,-2 0 0,-2 0 1,-1 0-1,3 0 0,5 0 0,-8 0 1,3 0-1,-7 0 0,0 0 1,2 0-1,0 0 1,-2 0-1,-3 0 1,-7 0 0,5 0 0,0 0 0,0 0 0,-5 0 0,5 0 0,0 0 0,-1 0 0,-3 0 0,6 0 0,0 0-1,-2 0 1,7 0-1,-7 0 1,2 0-1,1 0 0,-1 0 1,7 0-1,-1 0 0,-6 0 1,5 0 0,-5 0 0,5 0 0,3 0 0,0 0 0,-1 0 0,-2 0 0,-4 0 1,4 0-1,-5 0 1,3 0-1,-3 0 0,3 0 0,-8 0 1,3 0-1,5 0 0,-1 0 0,1 0 0,-5 0 0,-3 0 0,8 0 0,-3 0 0,3 0 0,-3 0 0,6 0 0,-6 0 1,5 0-1,3 0 1,-1 0-1,-2 0 1,-2 0-1,-3 0 1,1 0 0,4 0 0,-3 0 0,-1 0 0,-8 0 0,5 0 0,-1 0-1,1 0 1,-7 0 0,2 0 0,-5 0-1,-2 0 1,0 0 0,0 0 0,-1 0-1,1 0 1,0 0-1,0 0 1,-1 0-1,1 0 1,2 0 0,3 0-1,2 0 1,-2 0 0,-3 0 0,-2 0 0,2 0 0,5 0 0,-5 0 1,5 0-1,-2 0 1,2 0 0,-5 0 0,5 0 0,-2 0 0,2 0 0,-5 0 0,7 0 0,-2 0 0,0 0 0,8 0 0,-6 0 1,1 0-2,-1 0 1,5 0 0,-4 0 0,-1 0-1,1 0 1,4 0 0,-5 0 0,1 0-1,-1 0 1,6 0-1,-6 0 1,1 0 0,-1 0 0,0 0 0,-4 0 0,2 0 0,-2 0 0,4 0 1,-2 0-1,-2 0 0,-3 0 1,5 0 0,2 0 0,1 0-1,-1 0 1,1 0 0,-6 0 0,6 0-1,2 0 1,2 0-1,5 0 1,-2 0-1,-3 0 0,3 0 0,9 0 0,3 0-1,-2 0 1,-1 0 0,0 0 0,3 0-1,-2 0 1,4 0 0,0 0 0,0 0 0,0 0 0,1 0 0,-3 0 0,4 0-1,1 0 1,-3 0 0,-7 0 0,2 0-1,3 0 0,7 0 1,-7 0-1,-3 0 0,-2 0 0,-2 0 1,0 0-1,-1 0 0,1 0 0,-1 0 0,1 0 0,-3 0 0,-5 0 1,3 0-1,-8 0 1,1 0-1,-1 0 0,-2 0 1,-4 0-1,1 0-1,3 0 0,0 0 1,-7 0-1,0 0 0,0 0 0,-1 0-1,1 0 1,-7 0 0,-1 0 0,3 0 0,-5 0 0,3 0-3,2 0 1,2 0-1,3 0 1,0 0 0,-1 0 0,1 0 3,0 0 0,0 0 0,-1 0 0,1 0 1,0 0-1,0 0 1,0 0 1,-1 0 0,1 0 0,2 0-1,5 0 1,-5 0 0,6 0-1,-6 0 1,-3 0 0,9 0 0,1 0 0,0 0 0,1 0 0,-3 0 0,-7 0 0,2 0-1,5 0 1,-5 0 0,5 0 0,-5 0-1,-2 0 1,0 0-1,0 0 1,-1 0-2,1 0 1,0 0 0,0 0-1,0 0 1,-1 0 0,1 0-1,0 0 1,0 0 0,-1 0-1,1 0 1,0 0 0,0 0 0,0 0 1,-8 0 0,1 0 0,2 0-1,2 0 1,-5 0 0,1 0 0,2 0 0,2 0 0,3 0 1,0 0-1,0 0 0,-8 0 1,1 0-1,2 0 0,2 0 1,3 0 0,-1 0 0,1 0-1,0 0 1,2 0 0,3 0 0,2 0-1,-3 0 1,1 0 0,0 0 0,2 0-1,-3 0 1,6 0-1,-1 0 1,1 0-1,-1 0 0,5 0 0,-4 0 1,-1 0-1,1 0-1,4 0 1,-4 0 0,1 0 0,6 0 0,-7 0 0,-1 0 0,-2 0-1,0 0 1,7 0 0,-7 0 0,-2 0 0,-3 0 0,0 0 0,3 0 0,2 0 0,-2 0 0,-3 0 0,-2 0 0,-1 0-1,1 0 0,0 0 0,0 0 0,0 0 1,7 0-1,0 0 1,-3 0 0,-2 0 0,-2 0 0,0 0-1,0 0 1,0 0 0,-1 0 0,1 0-1,0 0 1,7 0 0,0 0 0,-2 0-1,-3 0 1,-2 0 0,-1 0 0,1 0-1,0 0 1,0 0 0,2 0-1,2 0 0,4 0 1,-1 0 0,-5 0-1,2 0 0,3 0 1,0 0 0,-4 0-1,1 0 0,3 0 1,3 0 0,-6 0-1,3 0 0,-2 0 1,0 0-1,-1 0 1,3 0-1,-2 0 1,-3 0-1,0 0 1,3 0-1,2 0 1,0 0-1,-7 0 1,0 0-1,-1 0 1,1 0-1,0 0 1,0 0-1,-1 0 1,1 0-1,0 0 1,0 0-1,-1 0 1,1 0 0,0 0-1,0 0 0,0 0 1,-1 0 0,1 0 0,0 0 0,0 0 0,-1 0 0,1 0 0,0 0 0,0 0 0,0 0 0,-1 0 0,1 0-1,0 0 1,0 0 0,-1 0-1,1 0 1,0 0 0,0 0-2,0 0 1,-1 0-1,1 0 1,0 0 0,0 0 0,-8 0 0,1 0 0,-8 0 0,7 0 0,-6 0 1,6 0 0,-6 0-3,6 0 2,-9 0 1,14 0 0,-7 0 1,10 0 0,-7 0 1,-1 0-1,3 0 0,-5 0 0,3 0-1,2 0 1,2 0 0,3 0 0,0 0 1,-1 0-1,1 0 0,-7 0 1,-1 0-1,3 0 1,2 0-1,3 0 0,0 0 1,0 0 0,0 0-1,-1 0 1,1 0 0,0 0 0,0 0-1,-1 0 1,1 0 0,0 0-1,0 0 1,0 0 0,-1 0-1,1 0 1,0 0-1,0 0 1,-1 0 0,1 0 0,0 0-1,0 0 0,0 0 1,-1 0-1,1 0 1,-7 0-1,-1 0 1,-7 0-1,8 0 1,-8 0-1,8 0 1,-1 0-1,8 0 1,0 0-1,0 0 1,-1 0-1,1 0 0,0 0 1,-8 0-1,1 0 0,2 0 1,2 0-1,3 0 0,0 0 1,-1 0-1,1 0 0,0 0 0,0 0 0,0 0 0,-1 0 1,1 0-1,0 0 0,-8 0 1,1 0-1,2 0 1,-5 0-1,3 0 0,1 0 0,-3 0 0,1 0 0,1 0 0,6 0 0,1 0-1,0 0 1,-8 0-1,1 0 0,-1 0 1,1 0-1,0 0 0,-11 0-3,6 0 4,0 0 0,-5 0 0,9 0 0,-7 0 0,8 0 0,-8 0-1,8 0 1,-8 0-2,7 0 1,1 0-1,7 0 1,-1 0 1,-6 0 0,-1 0 0,-6 0-1,6 0 1,-6 0-1,6 0-1,-9 0 1,14 0 1,-7 0 0,10 0-1,0 0 1,-10 0 0,7 0 0,-4 0 0,-3 0 0,2 0 1,-6 0-1,6 0 1,-6 0 0,6 0-1,3 0 0,-5 0 0,3 0 0,-1 0 0,8 0 0,-8 0 1,1 0-2,2 0 0,-5 0-1,2 0 1,1 0 0,7 0 1,-8 0-1,1 0 0,2 0 0,-5 0 0,2 0 1,-6 0-1,6 0 1,1 0-1,6 0 1,-6 0-2,-1 0 1,-9 0 0,15 0 1,-16 0-2,11 0 2,-10 0 0,7 0-1,-5 0-10,-4 0 12,-13 0 0,5 0 0,-14 0 0,19 0 0,-10 0 0,8 0 0,-8 0 0,-19 0 0,-7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30T03:54:34.405"/>
    </inkml:context>
    <inkml:brush xml:id="br0">
      <inkml:brushProperty name="width" value="0.2" units="cm"/>
      <inkml:brushProperty name="height" value="0.2" units="cm"/>
      <inkml:brushProperty name="color" value="#004F8B"/>
    </inkml:brush>
  </inkml:definitions>
  <inkml:trace contextRef="#ctx0" brushRef="#br0">240 1 27012,'-22'0'-4,"0"0"1,8 0 0,-1 0 2,10 0 1,-7 0-1,5 0 0,5 0 1,-18 0 0,18 0-2,-8 0 2,1 0 0,6 0 0,-9 0 0,5 0 0,4 0 0,-16 0 0,17 0 0,-8 0 0,0 0 0,8 0 0,-8 0 0,0 0 0,8 0 0,-8 0 0,30 0 0,-6 0 0,15 0 0,-12 0 0,-2 0 0,2 0 0,-5 0 0,2 0 0,3 0 0,3 0 0,1 0 0,1 0 0,0 0 0,0 0 0,-1 0 0,1 0 0,0 0 0,0 0 0,0 0 0,-1 0 0,1 0 0,0 0 0,0 0 0,-1 0 0,1 0 0,-7 0 0,-1 0 0,3 0 0,3 0 0,-6 0 0,1 0 0,2 0 0,2 0 0,-5 0 0,1 0 0,2 0 0,-5 0 0,2 0 0,3 0 0,3 0 0,2 0 0,-1 0 0,1 0 0,0 0 0,0 0 0,-1 0 0,1 0 0,0 0 0,0 0 0,0 0 0,-1 0 0,1 0 0,0 0 0,-8 0 0,1 0 0,2 0 0,2 0 0,3 0 0,0 0 0,0 0 0,-1 0 0,1 0 0,0 0 0,0 0 0,-1 0 0,1 0 0,0 0 0,0 0 0,0 0 0,-1 0 0,1 0 0,0 0 0,0 0 0,-1 0 0,-6 0 0,-1 0 0,3 0 0,3 0 0,1 0 0,1 0 0,0 0 0,0 0 0,0 0 0,-1 0 0,1 0 0,-7 0 0,-1 0 0,3 0 0,2 0 0,3 0 0,0 0 0,0 0 0,0 0 0,-1 0 0,1 0 0,0 0 0,0 0 0,7 0 0,0 0 0,-3 0 0,-1 0 0,-4 0 0,1 0 0,0 0 0,0 0 0,7 0 0,0 0 0,0 0 0,2 0 0,-7 0 0,5 0 0,-2 0 0,2 0 0,-5 0 0,8 0 0,-3 0 0,0 0 0,7 0 0,-4 0 0,-1 0 0,0 0 0,6 0 0,-6 0 0,1 0 0,-1 0 0,8 0 0,-5 0 0,2 0 0,0 0 0,-7 0 0,8 0 0,-1 0 0,-2 0 0,7 0 0,-7 0 0,2 0 0,0 0 0,1 0 0,4 0 0,-2 0 0,-3 0 0,-7 0 0,7 0 0,0 0 0,-2 0 0,5 0 0,-10 0 0,0 0 0,3 0 0,-1 0 0,5 0 0,-4 0 0,-1 0 0,-7 0 0,8 0 0,-3 0 0,0 0 0,2 0 0,-4 0 0,5 0 0,1 0 0,-4 0 0,5 0 0,0 0 0,0 0 0,-5 0 0,7 0 0,1 0 0,-3 0 0,4 0 0,-9 0 0,0 0 0,3 0 0,-6 0 0,8 0 0,0 0 0,0 0 0,-5 0 0,5 0 0,-3 0 0,-4 0 0,4 0 0,1 0 0,-1 0 0,1 0 0,4 0 0,-4 0 0,-1 0-1,0 0 1,8 0 0,-5 0 0,2 0 0,1 0 0,-8 0 0,5 0 0,-1 0-1,1 0 1,-5 0 0,8 0 0,-1 0-1,-2 0 1,5 0 0,-8 0 0,3 0-1,5 0 1,-6 0 0,1 0 0,0 0-1,0 0 1,0 0-1,5 0 1,-5 0-1,-3 0 0,8 0 1,-5 0-1,2 0 0,0 0 1,-7 0-1,5 0 1,0 0-1,0 0 0,-8 0 0,6 0 1,-3 0-1,0 0 0,2 0 0,-4 0 0,2 0 0,-2 0 0,-3 0 0,-2 0 1,2 0-1,5 0 0,-5 0 0,5 0 0,-5 0 0,-2 0 0,0 0 0,0 0 0,-1 0 0,1 0 0,7 0 0,0 0 0,-2 0-1,-3 0 0,-2 0 0,2 0 0,3 0-5,2 0 0,0 0 1,-5 0-1,3 0-2,2 0 1,2 0 0,-4 0 0,4 0-2,3 0 1,-5 0-1,5 0 1,0 0-1,0 0 1,-5 0 0,7 0-1,3 0 2,2 0 0,-5 0 0,0 0 0,3 0 0,2 0 1,-4 0-1,-1 0 1,3 0-1,2 0 1,-3 0 0,1 0-1,2 0-1,-2 0 1,0 0-1,4 0 1,1 0-2,-1 0 1,3 0-1,3 0 1,1 0-1,-1 0 0,-1 0 0,1 0 1,4 0 0,3 0 0,-8 0 1,5 0-1,0 0 0,5 0 1,-2 0 0,0 0 0,-3 0-1,-5 0 0,8 0 0,0 0 1,2 0-2,0 0 0,-10 0 0,5 0 0,-2 0 0,0 0 0,0 0 1,-5 0-1,2 0 1,3 0 1,0 0-1,-8 0 1,1 0-1,0 0 1,2 0-1,2 0 1,3 0-2,-3 0 1,1 0 0,-1 0 0,3 0-1,-3 0 0,8 0 0,-1 0 1,3 0-1,1 0 1,-9 0 0,8 0 0,3 0 0,2 0 1,2 0-1,0 0 1,1 0-2,-1 0 1,8 0-1,-1 0 1,-2 0-1,-2 0 0,5 0 0,-1 0 0,1 0 0,2 0 0,-7 0 0,4 0 0,-4 0-1,-3 0 0,3 0 0,2 0 0,1 0-1,-9 0 0,4 0 0,-8 0 0,5 0-1,2 0 1,-7 0 0,-2 0 0,-1 0 0,1 0 1,2 0-1,7 0 1,1 0-1,-1 0 0,-7 0 0,0 0 0,3 0-1,2 0 1,2 0 0,-2 0 0,-3 0 0,-2 0 0,-7 0 1,7 0-1,0 0 1,-2 0 0,5 0 0,-8 0 0,2 0 0,6 0 0,-5 0 0,-1 0 1,-2 0 0,-4 0 0,4 0 0,-2 0 1,-3 0 0,-2 0 0,-2 0 0,-1 0 1,1 0 0,-1 0 1,1 0-1,2 0 1,2 0 0,3 0 0,0 0 0,-7 0 1,-1 0-1,1 0 0,-1 0 1,1 0-1,2 0 0,5 0 0,-5 0 0,4 0 0,-4 0 0,-2 0 1,-1 0-1,1 0 1,0 0 0,-1 0 0,1 0 0,-1 0 0,3 0 0,5 0 1,-5 0 0,5 0 0,-5 0-1,-3 0 1,1 0-1,-1 0 1,1 0-1,0 0 0,6 0 0,1 0 0,0 0 0,2 0 0,-4 0 0,6 0 0,1 0 0,0 0 0,-6 0 1,8 0-1,0 0 0,-2 0 1,5 0 0,-8 0-1,2 0 0,6 0 1,-1 0-1,1 0 1,-5 0-1,-3 0 0,7 0 0,-4 0 0,0 0 0,-6 0 1,4 0-1,-4 0 1,-1 0-1,-3 0 1,-3 0 0,1 0 0,0 0-1,-1 0 1,8 0 0,0 0-1,-3 0 0,-2 0 0,-2 0 1,-1 0-1,3 0 0,5 0 0,-8 0 1,3 0-1,-7 0 0,0 0 1,2 0-1,0 0 1,-2 0-1,-3 0 1,-7 0 0,5 0 0,0 0 0,0 0 0,-5 0 0,5 0 0,0 0 0,-1 0 0,-3 0 0,6 0 0,0 0-1,-2 0 1,7 0-1,-7 0 1,2 0-1,1 0 0,-1 0 1,7 0-1,-1 0 0,-6 0 1,5 0 0,-5 0 0,5 0 0,3 0 0,0 0 0,-1 0 0,-2 0 0,-4 0 1,4 0-1,-5 0 1,3 0-1,-3 0 0,3 0 0,-8 0 1,3 0-1,5 0 0,-1 0 0,1 0 0,-5 0 0,-3 0 0,8 0 0,-3 0 0,3 0 0,-3 0 0,6 0 0,-6 0 1,5 0-1,3 0 1,-1 0-1,-2 0 1,-2 0-1,-3 0 1,1 0 0,4 0 0,-3 0 0,-1 0 0,-8 0 0,5 0 0,-1 0-1,1 0 1,-7 0 0,2 0 0,-5 0-1,-2 0 1,0 0 0,0 0 0,-1 0-1,1 0 1,0 0-1,0 0 1,-1 0-1,1 0 1,2 0 0,3 0-1,2 0 1,-2 0 0,-3 0 0,-2 0 0,2 0 0,5 0 0,-5 0 1,5 0-1,-2 0 1,2 0 0,-5 0 0,5 0 0,-2 0 0,2 0 0,-5 0 0,7 0 0,-2 0 0,0 0 0,8 0 0,-6 0 1,1 0-2,-1 0 1,5 0 0,-4 0 0,-1 0-1,1 0 1,4 0 0,-5 0 0,1 0-1,-1 0 1,6 0-1,-6 0 1,1 0 0,-1 0 0,0 0 0,-4 0 0,2 0 0,-2 0 0,4 0 1,-2 0-1,-2 0 0,-3 0 1,5 0 0,2 0 0,1 0-1,-1 0 1,1 0 0,-6 0 0,6 0-1,2 0 1,2 0-1,5 0 1,-2 0-1,-3 0 0,3 0 0,9 0 0,3 0-1,-2 0 1,-1 0 0,0 0 0,3 0-1,-2 0 1,4 0 0,0 0 0,0 0 0,0 0 0,1 0 0,-3 0 0,4 0-1,1 0 1,-3 0 0,-7 0 0,2 0-1,3 0 0,7 0 1,-7 0-1,-3 0 0,-2 0 0,-2 0 1,0 0-1,-1 0 0,1 0 0,-1 0 0,1 0 0,-3 0 0,-5 0 1,3 0-1,-8 0 1,1 0-1,-1 0 0,-2 0 1,-4 0-1,1 0-1,3 0 0,0 0 1,-7 0-1,0 0 0,0 0 0,-1 0-1,1 0 1,-7 0 0,-1 0 0,3 0 0,-5 0 0,3 0-3,2 0 1,2 0-1,3 0 1,0 0 0,-1 0 0,1 0 3,0 0 0,0 0 0,-1 0 0,1 0 1,0 0-1,0 0 1,0 0 1,-1 0 0,1 0 0,2 0-1,5 0 1,-5 0 0,6 0-1,-6 0 1,-3 0 0,9 0 0,1 0 0,0 0 0,1 0 0,-3 0 0,-7 0 0,2 0-1,5 0 1,-5 0 0,5 0 0,-5 0-1,-2 0 1,0 0-1,0 0 1,-1 0-2,1 0 1,0 0 0,0 0-1,0 0 1,-1 0 0,1 0-1,0 0 1,0 0 0,-1 0-1,1 0 1,0 0 0,0 0 0,0 0 1,-8 0 0,1 0 0,2 0-1,2 0 1,-5 0 0,1 0 0,2 0 0,2 0 0,3 0 1,0 0-1,0 0 0,-8 0 1,1 0-1,2 0 0,2 0 1,3 0 0,-1 0 0,1 0-1,0 0 1,2 0 0,3 0 0,2 0-1,-3 0 1,1 0 0,0 0 0,2 0-1,-3 0 1,6 0-1,-1 0 1,1 0-1,-1 0 0,5 0 0,-4 0 1,-1 0-1,1 0-1,4 0 1,-4 0 0,1 0 0,6 0 0,-7 0 0,-1 0 0,-2 0-1,0 0 1,7 0 0,-7 0 0,-2 0 0,-3 0 0,0 0 0,3 0 0,2 0 0,-2 0 0,-3 0 0,-2 0 0,-1 0-1,1 0 0,0 0 0,0 0 0,0 0 1,7 0-1,0 0 1,-3 0 0,-2 0 0,-2 0 0,0 0-1,0 0 1,0 0 0,-1 0 0,1 0-1,0 0 1,7 0 0,0 0 0,-2 0-1,-3 0 1,-2 0 0,-1 0 0,1 0-1,0 0 1,0 0 0,2 0-1,2 0 0,4 0 1,-1 0 0,-5 0-1,2 0 0,3 0 1,0 0 0,-4 0-1,1 0 0,3 0 1,3 0 0,-6 0-1,3 0 0,-2 0 1,0 0-1,-1 0 1,3 0-1,-2 0 1,-3 0-1,0 0 1,3 0-1,2 0 1,0 0-1,-7 0 1,0 0-1,-1 0 1,1 0-1,0 0 1,0 0-1,-1 0 1,1 0-1,0 0 1,0 0-1,-1 0 1,1 0 0,0 0-1,0 0 0,0 0 1,-1 0 0,1 0 0,0 0 0,0 0 0,-1 0 0,1 0 0,0 0 0,0 0 0,0 0 0,-1 0 0,1 0-1,0 0 1,0 0 0,-1 0-1,1 0 1,0 0 0,0 0-2,0 0 1,-1 0-1,1 0 1,0 0 0,0 0 0,-8 0 0,1 0 0,-8 0 0,7 0 0,-6 0 1,6 0 0,-6 0-3,6 0 2,-9 0 1,14 0 0,-7 0 1,10 0 0,-7 0 1,-1 0-1,3 0 0,-5 0 0,3 0-1,2 0 1,2 0 0,3 0 0,0 0 1,-1 0-1,1 0 0,-7 0 1,-1 0-1,3 0 1,2 0-1,3 0 0,0 0 1,0 0 0,0 0-1,-1 0 1,1 0 0,0 0 0,0 0-1,-1 0 1,1 0 0,0 0-1,0 0 1,0 0 0,-1 0-1,1 0 1,0 0-1,0 0 1,-1 0 0,1 0 0,0 0-1,0 0 0,0 0 1,-1 0-1,1 0 1,-7 0-1,-1 0 1,-7 0-1,8 0 1,-8 0-1,8 0 1,-1 0-1,8 0 1,0 0-1,0 0 1,-1 0-1,1 0 0,0 0 1,-8 0-1,1 0 0,2 0 1,2 0-1,3 0 0,0 0 1,-1 0-1,1 0 0,0 0 0,0 0 0,0 0 0,-1 0 1,1 0-1,0 0 0,-8 0 1,1 0-1,2 0 1,-5 0-1,3 0 0,1 0 0,-3 0 0,1 0 0,1 0 0,6 0 0,1 0-1,0 0 1,-8 0-1,1 0 0,-1 0 1,1 0-1,0 0 0,-11 0-3,6 0 4,0 0 0,-5 0 0,9 0 0,-7 0 0,8 0 0,-8 0-1,8 0 1,-8 0-2,7 0 1,1 0-1,7 0 1,-1 0 1,-6 0 0,-1 0 0,-6 0-1,6 0 1,-6 0-1,6 0-1,-9 0 1,14 0 1,-7 0 0,10 0-1,0 0 1,-10 0 0,7 0 0,-4 0 0,-3 0 0,2 0 1,-6 0-1,6 0 1,-6 0 0,6 0-1,3 0 0,-5 0 0,3 0 0,-1 0 0,8 0 0,-8 0 1,1 0-2,2 0 0,-5 0-1,2 0 1,1 0 0,7 0 1,-8 0-1,1 0 0,2 0 0,-5 0 0,2 0 1,-6 0-1,6 0 1,1 0-1,6 0 1,-6 0-2,-1 0 1,-9 0 0,15 0 1,-16 0-2,11 0 2,-10 0 0,7 0-1,-5 0-10,-4 0 12,-13 0 0,5 0 0,-14 0 0,19 0 0,-10 0 0,8 0 0,-8 0 0,-19 0 0,-7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30T03:54:34.405"/>
    </inkml:context>
    <inkml:brush xml:id="br0">
      <inkml:brushProperty name="width" value="0.2" units="cm"/>
      <inkml:brushProperty name="height" value="0.2" units="cm"/>
      <inkml:brushProperty name="color" value="#004F8B"/>
    </inkml:brush>
  </inkml:definitions>
  <inkml:trace contextRef="#ctx0" brushRef="#br0">240 1 27012,'-22'0'-4,"0"0"1,8 0 0,-1 0 2,10 0 1,-7 0-1,5 0 0,5 0 1,-18 0 0,18 0-2,-8 0 2,1 0 0,6 0 0,-9 0 0,5 0 0,4 0 0,-16 0 0,17 0 0,-8 0 0,0 0 0,8 0 0,-8 0 0,0 0 0,8 0 0,-8 0 0,30 0 0,-6 0 0,15 0 0,-12 0 0,-2 0 0,2 0 0,-5 0 0,2 0 0,3 0 0,3 0 0,1 0 0,1 0 0,0 0 0,0 0 0,-1 0 0,1 0 0,0 0 0,0 0 0,0 0 0,-1 0 0,1 0 0,0 0 0,0 0 0,-1 0 0,1 0 0,-7 0 0,-1 0 0,3 0 0,3 0 0,-6 0 0,1 0 0,2 0 0,2 0 0,-5 0 0,1 0 0,2 0 0,-5 0 0,2 0 0,3 0 0,3 0 0,2 0 0,-1 0 0,1 0 0,0 0 0,0 0 0,-1 0 0,1 0 0,0 0 0,0 0 0,0 0 0,-1 0 0,1 0 0,0 0 0,-8 0 0,1 0 0,2 0 0,2 0 0,3 0 0,0 0 0,0 0 0,-1 0 0,1 0 0,0 0 0,0 0 0,-1 0 0,1 0 0,0 0 0,0 0 0,0 0 0,-1 0 0,1 0 0,0 0 0,0 0 0,-1 0 0,-6 0 0,-1 0 0,3 0 0,3 0 0,1 0 0,1 0 0,0 0 0,0 0 0,0 0 0,-1 0 0,1 0 0,-7 0 0,-1 0 0,3 0 0,2 0 0,3 0 0,0 0 0,0 0 0,0 0 0,-1 0 0,1 0 0,0 0 0,0 0 0,7 0 0,0 0 0,-3 0 0,-1 0 0,-4 0 0,1 0 0,0 0 0,0 0 0,7 0 0,0 0 0,0 0 0,2 0 0,-7 0 0,5 0 0,-2 0 0,2 0 0,-5 0 0,8 0 0,-3 0 0,0 0 0,7 0 0,-4 0 0,-1 0 0,0 0 0,6 0 0,-6 0 0,1 0 0,-1 0 0,8 0 0,-5 0 0,2 0 0,0 0 0,-7 0 0,8 0 0,-1 0 0,-2 0 0,7 0 0,-7 0 0,2 0 0,0 0 0,1 0 0,4 0 0,-2 0 0,-3 0 0,-7 0 0,7 0 0,0 0 0,-2 0 0,5 0 0,-10 0 0,0 0 0,3 0 0,-1 0 0,5 0 0,-4 0 0,-1 0 0,-7 0 0,8 0 0,-3 0 0,0 0 0,2 0 0,-4 0 0,5 0 0,1 0 0,-4 0 0,5 0 0,0 0 0,0 0 0,-5 0 0,7 0 0,1 0 0,-3 0 0,4 0 0,-9 0 0,0 0 0,3 0 0,-6 0 0,8 0 0,0 0 0,0 0 0,-5 0 0,5 0 0,-3 0 0,-4 0 0,4 0 0,1 0 0,-1 0 0,1 0 0,4 0 0,-4 0 0,-1 0-1,0 0 1,8 0 0,-5 0 0,2 0 0,1 0 0,-8 0 0,5 0 0,-1 0-1,1 0 1,-5 0 0,8 0 0,-1 0-1,-2 0 1,5 0 0,-8 0 0,3 0-1,5 0 1,-6 0 0,1 0 0,0 0-1,0 0 1,0 0-1,5 0 1,-5 0-1,-3 0 0,8 0 1,-5 0-1,2 0 0,0 0 1,-7 0-1,5 0 1,0 0-1,0 0 0,-8 0 0,6 0 1,-3 0-1,0 0 0,2 0 0,-4 0 0,2 0 0,-2 0 0,-3 0 0,-2 0 1,2 0-1,5 0 0,-5 0 0,5 0 0,-5 0 0,-2 0 0,0 0 0,0 0 0,-1 0 0,1 0 0,7 0 0,0 0 0,-2 0-1,-3 0 0,-2 0 0,2 0 0,3 0-5,2 0 0,0 0 1,-5 0-1,3 0-2,2 0 1,2 0 0,-4 0 0,4 0-2,3 0 1,-5 0-1,5 0 1,0 0-1,0 0 1,-5 0 0,7 0-1,3 0 2,2 0 0,-5 0 0,0 0 0,3 0 0,2 0 1,-4 0-1,-1 0 1,3 0-1,2 0 1,-3 0 0,1 0-1,2 0-1,-2 0 1,0 0-1,4 0 1,1 0-2,-1 0 1,3 0-1,3 0 1,1 0-1,-1 0 0,-1 0 0,1 0 1,4 0 0,3 0 0,-8 0 1,5 0-1,0 0 0,5 0 1,-2 0 0,0 0 0,-3 0-1,-5 0 0,8 0 0,0 0 1,2 0-2,0 0 0,-10 0 0,5 0 0,-2 0 0,0 0 0,0 0 1,-5 0-1,2 0 1,3 0 1,0 0-1,-8 0 1,1 0-1,0 0 1,2 0-1,2 0 1,3 0-2,-3 0 1,1 0 0,-1 0 0,3 0-1,-3 0 0,8 0 0,-1 0 1,3 0-1,1 0 1,-9 0 0,8 0 0,3 0 0,2 0 1,2 0-1,0 0 1,1 0-2,-1 0 1,8 0-1,-1 0 1,-2 0-1,-2 0 0,5 0 0,-1 0 0,1 0 0,2 0 0,-7 0 0,4 0 0,-4 0-1,-3 0 0,3 0 0,2 0 0,1 0-1,-9 0 0,4 0 0,-8 0 0,5 0-1,2 0 1,-7 0 0,-2 0 0,-1 0 0,1 0 1,2 0-1,7 0 1,1 0-1,-1 0 0,-7 0 0,0 0 0,3 0-1,2 0 1,2 0 0,-2 0 0,-3 0 0,-2 0 0,-7 0 1,7 0-1,0 0 1,-2 0 0,5 0 0,-8 0 0,2 0 0,6 0 0,-5 0 0,-1 0 1,-2 0 0,-4 0 0,4 0 0,-2 0 1,-3 0 0,-2 0 0,-2 0 0,-1 0 1,1 0 0,-1 0 1,1 0-1,2 0 1,2 0 0,3 0 0,0 0 0,-7 0 1,-1 0-1,1 0 0,-1 0 1,1 0-1,2 0 0,5 0 0,-5 0 0,4 0 0,-4 0 0,-2 0 1,-1 0-1,1 0 1,0 0 0,-1 0 0,1 0 0,-1 0 0,3 0 0,5 0 1,-5 0 0,5 0 0,-5 0-1,-3 0 1,1 0-1,-1 0 1,1 0-1,0 0 0,6 0 0,1 0 0,0 0 0,2 0 0,-4 0 0,6 0 0,1 0 0,0 0 0,-6 0 1,8 0-1,0 0 0,-2 0 1,5 0 0,-8 0-1,2 0 0,6 0 1,-1 0-1,1 0 1,-5 0-1,-3 0 0,7 0 0,-4 0 0,0 0 0,-6 0 1,4 0-1,-4 0 1,-1 0-1,-3 0 1,-3 0 0,1 0 0,0 0-1,-1 0 1,8 0 0,0 0-1,-3 0 0,-2 0 0,-2 0 1,-1 0-1,3 0 0,5 0 0,-8 0 1,3 0-1,-7 0 0,0 0 1,2 0-1,0 0 1,-2 0-1,-3 0 1,-7 0 0,5 0 0,0 0 0,0 0 0,-5 0 0,5 0 0,0 0 0,-1 0 0,-3 0 0,6 0 0,0 0-1,-2 0 1,7 0-1,-7 0 1,2 0-1,1 0 0,-1 0 1,7 0-1,-1 0 0,-6 0 1,5 0 0,-5 0 0,5 0 0,3 0 0,0 0 0,-1 0 0,-2 0 0,-4 0 1,4 0-1,-5 0 1,3 0-1,-3 0 0,3 0 0,-8 0 1,3 0-1,5 0 0,-1 0 0,1 0 0,-5 0 0,-3 0 0,8 0 0,-3 0 0,3 0 0,-3 0 0,6 0 0,-6 0 1,5 0-1,3 0 1,-1 0-1,-2 0 1,-2 0-1,-3 0 1,1 0 0,4 0 0,-3 0 0,-1 0 0,-8 0 0,5 0 0,-1 0-1,1 0 1,-7 0 0,2 0 0,-5 0-1,-2 0 1,0 0 0,0 0 0,-1 0-1,1 0 1,0 0-1,0 0 1,-1 0-1,1 0 1,2 0 0,3 0-1,2 0 1,-2 0 0,-3 0 0,-2 0 0,2 0 0,5 0 0,-5 0 1,5 0-1,-2 0 1,2 0 0,-5 0 0,5 0 0,-2 0 0,2 0 0,-5 0 0,7 0 0,-2 0 0,0 0 0,8 0 0,-6 0 1,1 0-2,-1 0 1,5 0 0,-4 0 0,-1 0-1,1 0 1,4 0 0,-5 0 0,1 0-1,-1 0 1,6 0-1,-6 0 1,1 0 0,-1 0 0,0 0 0,-4 0 0,2 0 0,-2 0 0,4 0 1,-2 0-1,-2 0 0,-3 0 1,5 0 0,2 0 0,1 0-1,-1 0 1,1 0 0,-6 0 0,6 0-1,2 0 1,2 0-1,5 0 1,-2 0-1,-3 0 0,3 0 0,9 0 0,3 0-1,-2 0 1,-1 0 0,0 0 0,3 0-1,-2 0 1,4 0 0,0 0 0,0 0 0,0 0 0,1 0 0,-3 0 0,4 0-1,1 0 1,-3 0 0,-7 0 0,2 0-1,3 0 0,7 0 1,-7 0-1,-3 0 0,-2 0 0,-2 0 1,0 0-1,-1 0 0,1 0 0,-1 0 0,1 0 0,-3 0 0,-5 0 1,3 0-1,-8 0 1,1 0-1,-1 0 0,-2 0 1,-4 0-1,1 0-1,3 0 0,0 0 1,-7 0-1,0 0 0,0 0 0,-1 0-1,1 0 1,-7 0 0,-1 0 0,3 0 0,-5 0 0,3 0-3,2 0 1,2 0-1,3 0 1,0 0 0,-1 0 0,1 0 3,0 0 0,0 0 0,-1 0 0,1 0 1,0 0-1,0 0 1,0 0 1,-1 0 0,1 0 0,2 0-1,5 0 1,-5 0 0,6 0-1,-6 0 1,-3 0 0,9 0 0,1 0 0,0 0 0,1 0 0,-3 0 0,-7 0 0,2 0-1,5 0 1,-5 0 0,5 0 0,-5 0-1,-2 0 1,0 0-1,0 0 1,-1 0-2,1 0 1,0 0 0,0 0-1,0 0 1,-1 0 0,1 0-1,0 0 1,0 0 0,-1 0-1,1 0 1,0 0 0,0 0 0,0 0 1,-8 0 0,1 0 0,2 0-1,2 0 1,-5 0 0,1 0 0,2 0 0,2 0 0,3 0 1,0 0-1,0 0 0,-8 0 1,1 0-1,2 0 0,2 0 1,3 0 0,-1 0 0,1 0-1,0 0 1,2 0 0,3 0 0,2 0-1,-3 0 1,1 0 0,0 0 0,2 0-1,-3 0 1,6 0-1,-1 0 1,1 0-1,-1 0 0,5 0 0,-4 0 1,-1 0-1,1 0-1,4 0 1,-4 0 0,1 0 0,6 0 0,-7 0 0,-1 0 0,-2 0-1,0 0 1,7 0 0,-7 0 0,-2 0 0,-3 0 0,0 0 0,3 0 0,2 0 0,-2 0 0,-3 0 0,-2 0 0,-1 0-1,1 0 0,0 0 0,0 0 0,0 0 1,7 0-1,0 0 1,-3 0 0,-2 0 0,-2 0 0,0 0-1,0 0 1,0 0 0,-1 0 0,1 0-1,0 0 1,7 0 0,0 0 0,-2 0-1,-3 0 1,-2 0 0,-1 0 0,1 0-1,0 0 1,0 0 0,2 0-1,2 0 0,4 0 1,-1 0 0,-5 0-1,2 0 0,3 0 1,0 0 0,-4 0-1,1 0 0,3 0 1,3 0 0,-6 0-1,3 0 0,-2 0 1,0 0-1,-1 0 1,3 0-1,-2 0 1,-3 0-1,0 0 1,3 0-1,2 0 1,0 0-1,-7 0 1,0 0-1,-1 0 1,1 0-1,0 0 1,0 0-1,-1 0 1,1 0-1,0 0 1,0 0-1,-1 0 1,1 0 0,0 0-1,0 0 0,0 0 1,-1 0 0,1 0 0,0 0 0,0 0 0,-1 0 0,1 0 0,0 0 0,0 0 0,0 0 0,-1 0 0,1 0-1,0 0 1,0 0 0,-1 0-1,1 0 1,0 0 0,0 0-2,0 0 1,-1 0-1,1 0 1,0 0 0,0 0 0,-8 0 0,1 0 0,-8 0 0,7 0 0,-6 0 1,6 0 0,-6 0-3,6 0 2,-9 0 1,14 0 0,-7 0 1,10 0 0,-7 0 1,-1 0-1,3 0 0,-5 0 0,3 0-1,2 0 1,2 0 0,3 0 0,0 0 1,-1 0-1,1 0 0,-7 0 1,-1 0-1,3 0 1,2 0-1,3 0 0,0 0 1,0 0 0,0 0-1,-1 0 1,1 0 0,0 0 0,0 0-1,-1 0 1,1 0 0,0 0-1,0 0 1,0 0 0,-1 0-1,1 0 1,0 0-1,0 0 1,-1 0 0,1 0 0,0 0-1,0 0 0,0 0 1,-1 0-1,1 0 1,-7 0-1,-1 0 1,-7 0-1,8 0 1,-8 0-1,8 0 1,-1 0-1,8 0 1,0 0-1,0 0 1,-1 0-1,1 0 0,0 0 1,-8 0-1,1 0 0,2 0 1,2 0-1,3 0 0,0 0 1,-1 0-1,1 0 0,0 0 0,0 0 0,0 0 0,-1 0 1,1 0-1,0 0 0,-8 0 1,1 0-1,2 0 1,-5 0-1,3 0 0,1 0 0,-3 0 0,1 0 0,1 0 0,6 0 0,1 0-1,0 0 1,-8 0-1,1 0 0,-1 0 1,1 0-1,0 0 0,-11 0-3,6 0 4,0 0 0,-5 0 0,9 0 0,-7 0 0,8 0 0,-8 0-1,8 0 1,-8 0-2,7 0 1,1 0-1,7 0 1,-1 0 1,-6 0 0,-1 0 0,-6 0-1,6 0 1,-6 0-1,6 0-1,-9 0 1,14 0 1,-7 0 0,10 0-1,0 0 1,-10 0 0,7 0 0,-4 0 0,-3 0 0,2 0 1,-6 0-1,6 0 1,-6 0 0,6 0-1,3 0 0,-5 0 0,3 0 0,-1 0 0,8 0 0,-8 0 1,1 0-2,2 0 0,-5 0-1,2 0 1,1 0 0,7 0 1,-8 0-1,1 0 0,2 0 0,-5 0 0,2 0 1,-6 0-1,6 0 1,1 0-1,6 0 1,-6 0-2,-1 0 1,-9 0 0,15 0 1,-16 0-2,11 0 2,-10 0 0,7 0-1,-5 0-10,-4 0 12,-13 0 0,5 0 0,-14 0 0,19 0 0,-10 0 0,8 0 0,-8 0 0,-19 0 0,-7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30T03:54:34.405"/>
    </inkml:context>
    <inkml:brush xml:id="br0">
      <inkml:brushProperty name="width" value="0.2" units="cm"/>
      <inkml:brushProperty name="height" value="0.2" units="cm"/>
      <inkml:brushProperty name="color" value="#004F8B"/>
    </inkml:brush>
  </inkml:definitions>
  <inkml:trace contextRef="#ctx0" brushRef="#br0">240 1 27012,'-22'0'-4,"0"0"1,8 0 0,-1 0 2,10 0 1,-7 0-1,5 0 0,5 0 1,-18 0 0,18 0-2,-8 0 2,1 0 0,6 0 0,-9 0 0,5 0 0,4 0 0,-16 0 0,17 0 0,-8 0 0,0 0 0,8 0 0,-8 0 0,0 0 0,8 0 0,-8 0 0,30 0 0,-6 0 0,15 0 0,-12 0 0,-2 0 0,2 0 0,-5 0 0,2 0 0,3 0 0,3 0 0,1 0 0,1 0 0,0 0 0,0 0 0,-1 0 0,1 0 0,0 0 0,0 0 0,0 0 0,-1 0 0,1 0 0,0 0 0,0 0 0,-1 0 0,1 0 0,-7 0 0,-1 0 0,3 0 0,3 0 0,-6 0 0,1 0 0,2 0 0,2 0 0,-5 0 0,1 0 0,2 0 0,-5 0 0,2 0 0,3 0 0,3 0 0,2 0 0,-1 0 0,1 0 0,0 0 0,0 0 0,-1 0 0,1 0 0,0 0 0,0 0 0,0 0 0,-1 0 0,1 0 0,0 0 0,-8 0 0,1 0 0,2 0 0,2 0 0,3 0 0,0 0 0,0 0 0,-1 0 0,1 0 0,0 0 0,0 0 0,-1 0 0,1 0 0,0 0 0,0 0 0,0 0 0,-1 0 0,1 0 0,0 0 0,0 0 0,-1 0 0,-6 0 0,-1 0 0,3 0 0,3 0 0,1 0 0,1 0 0,0 0 0,0 0 0,0 0 0,-1 0 0,1 0 0,-7 0 0,-1 0 0,3 0 0,2 0 0,3 0 0,0 0 0,0 0 0,0 0 0,-1 0 0,1 0 0,0 0 0,0 0 0,7 0 0,0 0 0,-3 0 0,-1 0 0,-4 0 0,1 0 0,0 0 0,0 0 0,7 0 0,0 0 0,0 0 0,2 0 0,-7 0 0,5 0 0,-2 0 0,2 0 0,-5 0 0,8 0 0,-3 0 0,0 0 0,7 0 0,-4 0 0,-1 0 0,0 0 0,6 0 0,-6 0 0,1 0 0,-1 0 0,8 0 0,-5 0 0,2 0 0,0 0 0,-7 0 0,8 0 0,-1 0 0,-2 0 0,7 0 0,-7 0 0,2 0 0,0 0 0,1 0 0,4 0 0,-2 0 0,-3 0 0,-7 0 0,7 0 0,0 0 0,-2 0 0,5 0 0,-10 0 0,0 0 0,3 0 0,-1 0 0,5 0 0,-4 0 0,-1 0 0,-7 0 0,8 0 0,-3 0 0,0 0 0,2 0 0,-4 0 0,5 0 0,1 0 0,-4 0 0,5 0 0,0 0 0,0 0 0,-5 0 0,7 0 0,1 0 0,-3 0 0,4 0 0,-9 0 0,0 0 0,3 0 0,-6 0 0,8 0 0,0 0 0,0 0 0,-5 0 0,5 0 0,-3 0 0,-4 0 0,4 0 0,1 0 0,-1 0 0,1 0 0,4 0 0,-4 0 0,-1 0-1,0 0 1,8 0 0,-5 0 0,2 0 0,1 0 0,-8 0 0,5 0 0,-1 0-1,1 0 1,-5 0 0,8 0 0,-1 0-1,-2 0 1,5 0 0,-8 0 0,3 0-1,5 0 1,-6 0 0,1 0 0,0 0-1,0 0 1,0 0-1,5 0 1,-5 0-1,-3 0 0,8 0 1,-5 0-1,2 0 0,0 0 1,-7 0-1,5 0 1,0 0-1,0 0 0,-8 0 0,6 0 1,-3 0-1,0 0 0,2 0 0,-4 0 0,2 0 0,-2 0 0,-3 0 0,-2 0 1,2 0-1,5 0 0,-5 0 0,5 0 0,-5 0 0,-2 0 0,0 0 0,0 0 0,-1 0 0,1 0 0,7 0 0,0 0 0,-2 0-1,-3 0 0,-2 0 0,2 0 0,3 0-5,2 0 0,0 0 1,-5 0-1,3 0-2,2 0 1,2 0 0,-4 0 0,4 0-2,3 0 1,-5 0-1,5 0 1,0 0-1,0 0 1,-5 0 0,7 0-1,3 0 2,2 0 0,-5 0 0,0 0 0,3 0 0,2 0 1,-4 0-1,-1 0 1,3 0-1,2 0 1,-3 0 0,1 0-1,2 0-1,-2 0 1,0 0-1,4 0 1,1 0-2,-1 0 1,3 0-1,3 0 1,1 0-1,-1 0 0,-1 0 0,1 0 1,4 0 0,3 0 0,-8 0 1,5 0-1,0 0 0,5 0 1,-2 0 0,0 0 0,-3 0-1,-5 0 0,8 0 0,0 0 1,2 0-2,0 0 0,-10 0 0,5 0 0,-2 0 0,0 0 0,0 0 1,-5 0-1,2 0 1,3 0 1,0 0-1,-8 0 1,1 0-1,0 0 1,2 0-1,2 0 1,3 0-2,-3 0 1,1 0 0,-1 0 0,3 0-1,-3 0 0,8 0 0,-1 0 1,3 0-1,1 0 1,-9 0 0,8 0 0,3 0 0,2 0 1,2 0-1,0 0 1,1 0-2,-1 0 1,8 0-1,-1 0 1,-2 0-1,-2 0 0,5 0 0,-1 0 0,1 0 0,2 0 0,-7 0 0,4 0 0,-4 0-1,-3 0 0,3 0 0,2 0 0,1 0-1,-9 0 0,4 0 0,-8 0 0,5 0-1,2 0 1,-7 0 0,-2 0 0,-1 0 0,1 0 1,2 0-1,7 0 1,1 0-1,-1 0 0,-7 0 0,0 0 0,3 0-1,2 0 1,2 0 0,-2 0 0,-3 0 0,-2 0 0,-7 0 1,7 0-1,0 0 1,-2 0 0,5 0 0,-8 0 0,2 0 0,6 0 0,-5 0 0,-1 0 1,-2 0 0,-4 0 0,4 0 0,-2 0 1,-3 0 0,-2 0 0,-2 0 0,-1 0 1,1 0 0,-1 0 1,1 0-1,2 0 1,2 0 0,3 0 0,0 0 0,-7 0 1,-1 0-1,1 0 0,-1 0 1,1 0-1,2 0 0,5 0 0,-5 0 0,4 0 0,-4 0 0,-2 0 1,-1 0-1,1 0 1,0 0 0,-1 0 0,1 0 0,-1 0 0,3 0 0,5 0 1,-5 0 0,5 0 0,-5 0-1,-3 0 1,1 0-1,-1 0 1,1 0-1,0 0 0,6 0 0,1 0 0,0 0 0,2 0 0,-4 0 0,6 0 0,1 0 0,0 0 0,-6 0 1,8 0-1,0 0 0,-2 0 1,5 0 0,-8 0-1,2 0 0,6 0 1,-1 0-1,1 0 1,-5 0-1,-3 0 0,7 0 0,-4 0 0,0 0 0,-6 0 1,4 0-1,-4 0 1,-1 0-1,-3 0 1,-3 0 0,1 0 0,0 0-1,-1 0 1,8 0 0,0 0-1,-3 0 0,-2 0 0,-2 0 1,-1 0-1,3 0 0,5 0 0,-8 0 1,3 0-1,-7 0 0,0 0 1,2 0-1,0 0 1,-2 0-1,-3 0 1,-7 0 0,5 0 0,0 0 0,0 0 0,-5 0 0,5 0 0,0 0 0,-1 0 0,-3 0 0,6 0 0,0 0-1,-2 0 1,7 0-1,-7 0 1,2 0-1,1 0 0,-1 0 1,7 0-1,-1 0 0,-6 0 1,5 0 0,-5 0 0,5 0 0,3 0 0,0 0 0,-1 0 0,-2 0 0,-4 0 1,4 0-1,-5 0 1,3 0-1,-3 0 0,3 0 0,-8 0 1,3 0-1,5 0 0,-1 0 0,1 0 0,-5 0 0,-3 0 0,8 0 0,-3 0 0,3 0 0,-3 0 0,6 0 0,-6 0 1,5 0-1,3 0 1,-1 0-1,-2 0 1,-2 0-1,-3 0 1,1 0 0,4 0 0,-3 0 0,-1 0 0,-8 0 0,5 0 0,-1 0-1,1 0 1,-7 0 0,2 0 0,-5 0-1,-2 0 1,0 0 0,0 0 0,-1 0-1,1 0 1,0 0-1,0 0 1,-1 0-1,1 0 1,2 0 0,3 0-1,2 0 1,-2 0 0,-3 0 0,-2 0 0,2 0 0,5 0 0,-5 0 1,5 0-1,-2 0 1,2 0 0,-5 0 0,5 0 0,-2 0 0,2 0 0,-5 0 0,7 0 0,-2 0 0,0 0 0,8 0 0,-6 0 1,1 0-2,-1 0 1,5 0 0,-4 0 0,-1 0-1,1 0 1,4 0 0,-5 0 0,1 0-1,-1 0 1,6 0-1,-6 0 1,1 0 0,-1 0 0,0 0 0,-4 0 0,2 0 0,-2 0 0,4 0 1,-2 0-1,-2 0 0,-3 0 1,5 0 0,2 0 0,1 0-1,-1 0 1,1 0 0,-6 0 0,6 0-1,2 0 1,2 0-1,5 0 1,-2 0-1,-3 0 0,3 0 0,9 0 0,3 0-1,-2 0 1,-1 0 0,0 0 0,3 0-1,-2 0 1,4 0 0,0 0 0,0 0 0,0 0 0,1 0 0,-3 0 0,4 0-1,1 0 1,-3 0 0,-7 0 0,2 0-1,3 0 0,7 0 1,-7 0-1,-3 0 0,-2 0 0,-2 0 1,0 0-1,-1 0 0,1 0 0,-1 0 0,1 0 0,-3 0 0,-5 0 1,3 0-1,-8 0 1,1 0-1,-1 0 0,-2 0 1,-4 0-1,1 0-1,3 0 0,0 0 1,-7 0-1,0 0 0,0 0 0,-1 0-1,1 0 1,-7 0 0,-1 0 0,3 0 0,-5 0 0,3 0-3,2 0 1,2 0-1,3 0 1,0 0 0,-1 0 0,1 0 3,0 0 0,0 0 0,-1 0 0,1 0 1,0 0-1,0 0 1,0 0 1,-1 0 0,1 0 0,2 0-1,5 0 1,-5 0 0,6 0-1,-6 0 1,-3 0 0,9 0 0,1 0 0,0 0 0,1 0 0,-3 0 0,-7 0 0,2 0-1,5 0 1,-5 0 0,5 0 0,-5 0-1,-2 0 1,0 0-1,0 0 1,-1 0-2,1 0 1,0 0 0,0 0-1,0 0 1,-1 0 0,1 0-1,0 0 1,0 0 0,-1 0-1,1 0 1,0 0 0,0 0 0,0 0 1,-8 0 0,1 0 0,2 0-1,2 0 1,-5 0 0,1 0 0,2 0 0,2 0 0,3 0 1,0 0-1,0 0 0,-8 0 1,1 0-1,2 0 0,2 0 1,3 0 0,-1 0 0,1 0-1,0 0 1,2 0 0,3 0 0,2 0-1,-3 0 1,1 0 0,0 0 0,2 0-1,-3 0 1,6 0-1,-1 0 1,1 0-1,-1 0 0,5 0 0,-4 0 1,-1 0-1,1 0-1,4 0 1,-4 0 0,1 0 0,6 0 0,-7 0 0,-1 0 0,-2 0-1,0 0 1,7 0 0,-7 0 0,-2 0 0,-3 0 0,0 0 0,3 0 0,2 0 0,-2 0 0,-3 0 0,-2 0 0,-1 0-1,1 0 0,0 0 0,0 0 0,0 0 1,7 0-1,0 0 1,-3 0 0,-2 0 0,-2 0 0,0 0-1,0 0 1,0 0 0,-1 0 0,1 0-1,0 0 1,7 0 0,0 0 0,-2 0-1,-3 0 1,-2 0 0,-1 0 0,1 0-1,0 0 1,0 0 0,2 0-1,2 0 0,4 0 1,-1 0 0,-5 0-1,2 0 0,3 0 1,0 0 0,-4 0-1,1 0 0,3 0 1,3 0 0,-6 0-1,3 0 0,-2 0 1,0 0-1,-1 0 1,3 0-1,-2 0 1,-3 0-1,0 0 1,3 0-1,2 0 1,0 0-1,-7 0 1,0 0-1,-1 0 1,1 0-1,0 0 1,0 0-1,-1 0 1,1 0-1,0 0 1,0 0-1,-1 0 1,1 0 0,0 0-1,0 0 0,0 0 1,-1 0 0,1 0 0,0 0 0,0 0 0,-1 0 0,1 0 0,0 0 0,0 0 0,0 0 0,-1 0 0,1 0-1,0 0 1,0 0 0,-1 0-1,1 0 1,0 0 0,0 0-2,0 0 1,-1 0-1,1 0 1,0 0 0,0 0 0,-8 0 0,1 0 0,-8 0 0,7 0 0,-6 0 1,6 0 0,-6 0-3,6 0 2,-9 0 1,14 0 0,-7 0 1,10 0 0,-7 0 1,-1 0-1,3 0 0,-5 0 0,3 0-1,2 0 1,2 0 0,3 0 0,0 0 1,-1 0-1,1 0 0,-7 0 1,-1 0-1,3 0 1,2 0-1,3 0 0,0 0 1,0 0 0,0 0-1,-1 0 1,1 0 0,0 0 0,0 0-1,-1 0 1,1 0 0,0 0-1,0 0 1,0 0 0,-1 0-1,1 0 1,0 0-1,0 0 1,-1 0 0,1 0 0,0 0-1,0 0 0,0 0 1,-1 0-1,1 0 1,-7 0-1,-1 0 1,-7 0-1,8 0 1,-8 0-1,8 0 1,-1 0-1,8 0 1,0 0-1,0 0 1,-1 0-1,1 0 0,0 0 1,-8 0-1,1 0 0,2 0 1,2 0-1,3 0 0,0 0 1,-1 0-1,1 0 0,0 0 0,0 0 0,0 0 0,-1 0 1,1 0-1,0 0 0,-8 0 1,1 0-1,2 0 1,-5 0-1,3 0 0,1 0 0,-3 0 0,1 0 0,1 0 0,6 0 0,1 0-1,0 0 1,-8 0-1,1 0 0,-1 0 1,1 0-1,0 0 0,-11 0-3,6 0 4,0 0 0,-5 0 0,9 0 0,-7 0 0,8 0 0,-8 0-1,8 0 1,-8 0-2,7 0 1,1 0-1,7 0 1,-1 0 1,-6 0 0,-1 0 0,-6 0-1,6 0 1,-6 0-1,6 0-1,-9 0 1,14 0 1,-7 0 0,10 0-1,0 0 1,-10 0 0,7 0 0,-4 0 0,-3 0 0,2 0 1,-6 0-1,6 0 1,-6 0 0,6 0-1,3 0 0,-5 0 0,3 0 0,-1 0 0,8 0 0,-8 0 1,1 0-2,2 0 0,-5 0-1,2 0 1,1 0 0,7 0 1,-8 0-1,1 0 0,2 0 0,-5 0 0,2 0 1,-6 0-1,6 0 1,1 0-1,6 0 1,-6 0-2,-1 0 1,-9 0 0,15 0 1,-16 0-2,11 0 2,-10 0 0,7 0-1,-5 0-10,-4 0 12,-13 0 0,5 0 0,-14 0 0,19 0 0,-10 0 0,8 0 0,-8 0 0,-19 0 0,-7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30T03:54:34.405"/>
    </inkml:context>
    <inkml:brush xml:id="br0">
      <inkml:brushProperty name="width" value="0.2" units="cm"/>
      <inkml:brushProperty name="height" value="0.2" units="cm"/>
      <inkml:brushProperty name="color" value="#004F8B"/>
    </inkml:brush>
  </inkml:definitions>
  <inkml:trace contextRef="#ctx0" brushRef="#br0">240 1 27012,'-22'0'-4,"0"0"1,8 0 0,-1 0 2,10 0 1,-7 0-1,5 0 0,5 0 1,-18 0 0,18 0-2,-8 0 2,1 0 0,6 0 0,-9 0 0,5 0 0,4 0 0,-16 0 0,17 0 0,-8 0 0,0 0 0,8 0 0,-8 0 0,0 0 0,8 0 0,-8 0 0,30 0 0,-6 0 0,15 0 0,-12 0 0,-2 0 0,2 0 0,-5 0 0,2 0 0,3 0 0,3 0 0,1 0 0,1 0 0,0 0 0,0 0 0,-1 0 0,1 0 0,0 0 0,0 0 0,0 0 0,-1 0 0,1 0 0,0 0 0,0 0 0,-1 0 0,1 0 0,-7 0 0,-1 0 0,3 0 0,3 0 0,-6 0 0,1 0 0,2 0 0,2 0 0,-5 0 0,1 0 0,2 0 0,-5 0 0,2 0 0,3 0 0,3 0 0,2 0 0,-1 0 0,1 0 0,0 0 0,0 0 0,-1 0 0,1 0 0,0 0 0,0 0 0,0 0 0,-1 0 0,1 0 0,0 0 0,-8 0 0,1 0 0,2 0 0,2 0 0,3 0 0,0 0 0,0 0 0,-1 0 0,1 0 0,0 0 0,0 0 0,-1 0 0,1 0 0,0 0 0,0 0 0,0 0 0,-1 0 0,1 0 0,0 0 0,0 0 0,-1 0 0,-6 0 0,-1 0 0,3 0 0,3 0 0,1 0 0,1 0 0,0 0 0,0 0 0,0 0 0,-1 0 0,1 0 0,-7 0 0,-1 0 0,3 0 0,2 0 0,3 0 0,0 0 0,0 0 0,0 0 0,-1 0 0,1 0 0,0 0 0,0 0 0,7 0 0,0 0 0,-3 0 0,-1 0 0,-4 0 0,1 0 0,0 0 0,0 0 0,7 0 0,0 0 0,0 0 0,2 0 0,-7 0 0,5 0 0,-2 0 0,2 0 0,-5 0 0,8 0 0,-3 0 0,0 0 0,7 0 0,-4 0 0,-1 0 0,0 0 0,6 0 0,-6 0 0,1 0 0,-1 0 0,8 0 0,-5 0 0,2 0 0,0 0 0,-7 0 0,8 0 0,-1 0 0,-2 0 0,7 0 0,-7 0 0,2 0 0,0 0 0,1 0 0,4 0 0,-2 0 0,-3 0 0,-7 0 0,7 0 0,0 0 0,-2 0 0,5 0 0,-10 0 0,0 0 0,3 0 0,-1 0 0,5 0 0,-4 0 0,-1 0 0,-7 0 0,8 0 0,-3 0 0,0 0 0,2 0 0,-4 0 0,5 0 0,1 0 0,-4 0 0,5 0 0,0 0 0,0 0 0,-5 0 0,7 0 0,1 0 0,-3 0 0,4 0 0,-9 0 0,0 0 0,3 0 0,-6 0 0,8 0 0,0 0 0,0 0 0,-5 0 0,5 0 0,-3 0 0,-4 0 0,4 0 0,1 0 0,-1 0 0,1 0 0,4 0 0,-4 0 0,-1 0-1,0 0 1,8 0 0,-5 0 0,2 0 0,1 0 0,-8 0 0,5 0 0,-1 0-1,1 0 1,-5 0 0,8 0 0,-1 0-1,-2 0 1,5 0 0,-8 0 0,3 0-1,5 0 1,-6 0 0,1 0 0,0 0-1,0 0 1,0 0-1,5 0 1,-5 0-1,-3 0 0,8 0 1,-5 0-1,2 0 0,0 0 1,-7 0-1,5 0 1,0 0-1,0 0 0,-8 0 0,6 0 1,-3 0-1,0 0 0,2 0 0,-4 0 0,2 0 0,-2 0 0,-3 0 0,-2 0 1,2 0-1,5 0 0,-5 0 0,5 0 0,-5 0 0,-2 0 0,0 0 0,0 0 0,-1 0 0,1 0 0,7 0 0,0 0 0,-2 0-1,-3 0 0,-2 0 0,2 0 0,3 0-5,2 0 0,0 0 1,-5 0-1,3 0-2,2 0 1,2 0 0,-4 0 0,4 0-2,3 0 1,-5 0-1,5 0 1,0 0-1,0 0 1,-5 0 0,7 0-1,3 0 2,2 0 0,-5 0 0,0 0 0,3 0 0,2 0 1,-4 0-1,-1 0 1,3 0-1,2 0 1,-3 0 0,1 0-1,2 0-1,-2 0 1,0 0-1,4 0 1,1 0-2,-1 0 1,3 0-1,3 0 1,1 0-1,-1 0 0,-1 0 0,1 0 1,4 0 0,3 0 0,-8 0 1,5 0-1,0 0 0,5 0 1,-2 0 0,0 0 0,-3 0-1,-5 0 0,8 0 0,0 0 1,2 0-2,0 0 0,-10 0 0,5 0 0,-2 0 0,0 0 0,0 0 1,-5 0-1,2 0 1,3 0 1,0 0-1,-8 0 1,1 0-1,0 0 1,2 0-1,2 0 1,3 0-2,-3 0 1,1 0 0,-1 0 0,3 0-1,-3 0 0,8 0 0,-1 0 1,3 0-1,1 0 1,-9 0 0,8 0 0,3 0 0,2 0 1,2 0-1,0 0 1,1 0-2,-1 0 1,8 0-1,-1 0 1,-2 0-1,-2 0 0,5 0 0,-1 0 0,1 0 0,2 0 0,-7 0 0,4 0 0,-4 0-1,-3 0 0,3 0 0,2 0 0,1 0-1,-9 0 0,4 0 0,-8 0 0,5 0-1,2 0 1,-7 0 0,-2 0 0,-1 0 0,1 0 1,2 0-1,7 0 1,1 0-1,-1 0 0,-7 0 0,0 0 0,3 0-1,2 0 1,2 0 0,-2 0 0,-3 0 0,-2 0 0,-7 0 1,7 0-1,0 0 1,-2 0 0,5 0 0,-8 0 0,2 0 0,6 0 0,-5 0 0,-1 0 1,-2 0 0,-4 0 0,4 0 0,-2 0 1,-3 0 0,-2 0 0,-2 0 0,-1 0 1,1 0 0,-1 0 1,1 0-1,2 0 1,2 0 0,3 0 0,0 0 0,-7 0 1,-1 0-1,1 0 0,-1 0 1,1 0-1,2 0 0,5 0 0,-5 0 0,4 0 0,-4 0 0,-2 0 1,-1 0-1,1 0 1,0 0 0,-1 0 0,1 0 0,-1 0 0,3 0 0,5 0 1,-5 0 0,5 0 0,-5 0-1,-3 0 1,1 0-1,-1 0 1,1 0-1,0 0 0,6 0 0,1 0 0,0 0 0,2 0 0,-4 0 0,6 0 0,1 0 0,0 0 0,-6 0 1,8 0-1,0 0 0,-2 0 1,5 0 0,-8 0-1,2 0 0,6 0 1,-1 0-1,1 0 1,-5 0-1,-3 0 0,7 0 0,-4 0 0,0 0 0,-6 0 1,4 0-1,-4 0 1,-1 0-1,-3 0 1,-3 0 0,1 0 0,0 0-1,-1 0 1,8 0 0,0 0-1,-3 0 0,-2 0 0,-2 0 1,-1 0-1,3 0 0,5 0 0,-8 0 1,3 0-1,-7 0 0,0 0 1,2 0-1,0 0 1,-2 0-1,-3 0 1,-7 0 0,5 0 0,0 0 0,0 0 0,-5 0 0,5 0 0,0 0 0,-1 0 0,-3 0 0,6 0 0,0 0-1,-2 0 1,7 0-1,-7 0 1,2 0-1,1 0 0,-1 0 1,7 0-1,-1 0 0,-6 0 1,5 0 0,-5 0 0,5 0 0,3 0 0,0 0 0,-1 0 0,-2 0 0,-4 0 1,4 0-1,-5 0 1,3 0-1,-3 0 0,3 0 0,-8 0 1,3 0-1,5 0 0,-1 0 0,1 0 0,-5 0 0,-3 0 0,8 0 0,-3 0 0,3 0 0,-3 0 0,6 0 0,-6 0 1,5 0-1,3 0 1,-1 0-1,-2 0 1,-2 0-1,-3 0 1,1 0 0,4 0 0,-3 0 0,-1 0 0,-8 0 0,5 0 0,-1 0-1,1 0 1,-7 0 0,2 0 0,-5 0-1,-2 0 1,0 0 0,0 0 0,-1 0-1,1 0 1,0 0-1,0 0 1,-1 0-1,1 0 1,2 0 0,3 0-1,2 0 1,-2 0 0,-3 0 0,-2 0 0,2 0 0,5 0 0,-5 0 1,5 0-1,-2 0 1,2 0 0,-5 0 0,5 0 0,-2 0 0,2 0 0,-5 0 0,7 0 0,-2 0 0,0 0 0,8 0 0,-6 0 1,1 0-2,-1 0 1,5 0 0,-4 0 0,-1 0-1,1 0 1,4 0 0,-5 0 0,1 0-1,-1 0 1,6 0-1,-6 0 1,1 0 0,-1 0 0,0 0 0,-4 0 0,2 0 0,-2 0 0,4 0 1,-2 0-1,-2 0 0,-3 0 1,5 0 0,2 0 0,1 0-1,-1 0 1,1 0 0,-6 0 0,6 0-1,2 0 1,2 0-1,5 0 1,-2 0-1,-3 0 0,3 0 0,9 0 0,3 0-1,-2 0 1,-1 0 0,0 0 0,3 0-1,-2 0 1,4 0 0,0 0 0,0 0 0,0 0 0,1 0 0,-3 0 0,4 0-1,1 0 1,-3 0 0,-7 0 0,2 0-1,3 0 0,7 0 1,-7 0-1,-3 0 0,-2 0 0,-2 0 1,0 0-1,-1 0 0,1 0 0,-1 0 0,1 0 0,-3 0 0,-5 0 1,3 0-1,-8 0 1,1 0-1,-1 0 0,-2 0 1,-4 0-1,1 0-1,3 0 0,0 0 1,-7 0-1,0 0 0,0 0 0,-1 0-1,1 0 1,-7 0 0,-1 0 0,3 0 0,-5 0 0,3 0-3,2 0 1,2 0-1,3 0 1,0 0 0,-1 0 0,1 0 3,0 0 0,0 0 0,-1 0 0,1 0 1,0 0-1,0 0 1,0 0 1,-1 0 0,1 0 0,2 0-1,5 0 1,-5 0 0,6 0-1,-6 0 1,-3 0 0,9 0 0,1 0 0,0 0 0,1 0 0,-3 0 0,-7 0 0,2 0-1,5 0 1,-5 0 0,5 0 0,-5 0-1,-2 0 1,0 0-1,0 0 1,-1 0-2,1 0 1,0 0 0,0 0-1,0 0 1,-1 0 0,1 0-1,0 0 1,0 0 0,-1 0-1,1 0 1,0 0 0,0 0 0,0 0 1,-8 0 0,1 0 0,2 0-1,2 0 1,-5 0 0,1 0 0,2 0 0,2 0 0,3 0 1,0 0-1,0 0 0,-8 0 1,1 0-1,2 0 0,2 0 1,3 0 0,-1 0 0,1 0-1,0 0 1,2 0 0,3 0 0,2 0-1,-3 0 1,1 0 0,0 0 0,2 0-1,-3 0 1,6 0-1,-1 0 1,1 0-1,-1 0 0,5 0 0,-4 0 1,-1 0-1,1 0-1,4 0 1,-4 0 0,1 0 0,6 0 0,-7 0 0,-1 0 0,-2 0-1,0 0 1,7 0 0,-7 0 0,-2 0 0,-3 0 0,0 0 0,3 0 0,2 0 0,-2 0 0,-3 0 0,-2 0 0,-1 0-1,1 0 0,0 0 0,0 0 0,0 0 1,7 0-1,0 0 1,-3 0 0,-2 0 0,-2 0 0,0 0-1,0 0 1,0 0 0,-1 0 0,1 0-1,0 0 1,7 0 0,0 0 0,-2 0-1,-3 0 1,-2 0 0,-1 0 0,1 0-1,0 0 1,0 0 0,2 0-1,2 0 0,4 0 1,-1 0 0,-5 0-1,2 0 0,3 0 1,0 0 0,-4 0-1,1 0 0,3 0 1,3 0 0,-6 0-1,3 0 0,-2 0 1,0 0-1,-1 0 1,3 0-1,-2 0 1,-3 0-1,0 0 1,3 0-1,2 0 1,0 0-1,-7 0 1,0 0-1,-1 0 1,1 0-1,0 0 1,0 0-1,-1 0 1,1 0-1,0 0 1,0 0-1,-1 0 1,1 0 0,0 0-1,0 0 0,0 0 1,-1 0 0,1 0 0,0 0 0,0 0 0,-1 0 0,1 0 0,0 0 0,0 0 0,0 0 0,-1 0 0,1 0-1,0 0 1,0 0 0,-1 0-1,1 0 1,0 0 0,0 0-2,0 0 1,-1 0-1,1 0 1,0 0 0,0 0 0,-8 0 0,1 0 0,-8 0 0,7 0 0,-6 0 1,6 0 0,-6 0-3,6 0 2,-9 0 1,14 0 0,-7 0 1,10 0 0,-7 0 1,-1 0-1,3 0 0,-5 0 0,3 0-1,2 0 1,2 0 0,3 0 0,0 0 1,-1 0-1,1 0 0,-7 0 1,-1 0-1,3 0 1,2 0-1,3 0 0,0 0 1,0 0 0,0 0-1,-1 0 1,1 0 0,0 0 0,0 0-1,-1 0 1,1 0 0,0 0-1,0 0 1,0 0 0,-1 0-1,1 0 1,0 0-1,0 0 1,-1 0 0,1 0 0,0 0-1,0 0 0,0 0 1,-1 0-1,1 0 1,-7 0-1,-1 0 1,-7 0-1,8 0 1,-8 0-1,8 0 1,-1 0-1,8 0 1,0 0-1,0 0 1,-1 0-1,1 0 0,0 0 1,-8 0-1,1 0 0,2 0 1,2 0-1,3 0 0,0 0 1,-1 0-1,1 0 0,0 0 0,0 0 0,0 0 0,-1 0 1,1 0-1,0 0 0,-8 0 1,1 0-1,2 0 1,-5 0-1,3 0 0,1 0 0,-3 0 0,1 0 0,1 0 0,6 0 0,1 0-1,0 0 1,-8 0-1,1 0 0,-1 0 1,1 0-1,0 0 0,-11 0-3,6 0 4,0 0 0,-5 0 0,9 0 0,-7 0 0,8 0 0,-8 0-1,8 0 1,-8 0-2,7 0 1,1 0-1,7 0 1,-1 0 1,-6 0 0,-1 0 0,-6 0-1,6 0 1,-6 0-1,6 0-1,-9 0 1,14 0 1,-7 0 0,10 0-1,0 0 1,-10 0 0,7 0 0,-4 0 0,-3 0 0,2 0 1,-6 0-1,6 0 1,-6 0 0,6 0-1,3 0 0,-5 0 0,3 0 0,-1 0 0,8 0 0,-8 0 1,1 0-2,2 0 0,-5 0-1,2 0 1,1 0 0,7 0 1,-8 0-1,1 0 0,2 0 0,-5 0 0,2 0 1,-6 0-1,6 0 1,1 0-1,6 0 1,-6 0-2,-1 0 1,-9 0 0,15 0 1,-16 0-2,11 0 2,-10 0 0,7 0-1,-5 0-10,-4 0 12,-13 0 0,5 0 0,-14 0 0,19 0 0,-10 0 0,8 0 0,-8 0 0,-19 0 0,-7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30T03:54:34.405"/>
    </inkml:context>
    <inkml:brush xml:id="br0">
      <inkml:brushProperty name="width" value="0.2" units="cm"/>
      <inkml:brushProperty name="height" value="0.2" units="cm"/>
      <inkml:brushProperty name="color" value="#004F8B"/>
    </inkml:brush>
  </inkml:definitions>
  <inkml:trace contextRef="#ctx0" brushRef="#br0">240 1 27012,'-22'0'-4,"0"0"1,8 0 0,-1 0 2,10 0 1,-7 0-1,5 0 0,5 0 1,-18 0 0,18 0-2,-8 0 2,1 0 0,6 0 0,-9 0 0,5 0 0,4 0 0,-16 0 0,17 0 0,-8 0 0,0 0 0,8 0 0,-8 0 0,0 0 0,8 0 0,-8 0 0,30 0 0,-6 0 0,15 0 0,-12 0 0,-2 0 0,2 0 0,-5 0 0,2 0 0,3 0 0,3 0 0,1 0 0,1 0 0,0 0 0,0 0 0,-1 0 0,1 0 0,0 0 0,0 0 0,0 0 0,-1 0 0,1 0 0,0 0 0,0 0 0,-1 0 0,1 0 0,-7 0 0,-1 0 0,3 0 0,3 0 0,-6 0 0,1 0 0,2 0 0,2 0 0,-5 0 0,1 0 0,2 0 0,-5 0 0,2 0 0,3 0 0,3 0 0,2 0 0,-1 0 0,1 0 0,0 0 0,0 0 0,-1 0 0,1 0 0,0 0 0,0 0 0,0 0 0,-1 0 0,1 0 0,0 0 0,-8 0 0,1 0 0,2 0 0,2 0 0,3 0 0,0 0 0,0 0 0,-1 0 0,1 0 0,0 0 0,0 0 0,-1 0 0,1 0 0,0 0 0,0 0 0,0 0 0,-1 0 0,1 0 0,0 0 0,0 0 0,-1 0 0,-6 0 0,-1 0 0,3 0 0,3 0 0,1 0 0,1 0 0,0 0 0,0 0 0,0 0 0,-1 0 0,1 0 0,-7 0 0,-1 0 0,3 0 0,2 0 0,3 0 0,0 0 0,0 0 0,0 0 0,-1 0 0,1 0 0,0 0 0,0 0 0,7 0 0,0 0 0,-3 0 0,-1 0 0,-4 0 0,1 0 0,0 0 0,0 0 0,7 0 0,0 0 0,0 0 0,2 0 0,-7 0 0,5 0 0,-2 0 0,2 0 0,-5 0 0,8 0 0,-3 0 0,0 0 0,7 0 0,-4 0 0,-1 0 0,0 0 0,6 0 0,-6 0 0,1 0 0,-1 0 0,8 0 0,-5 0 0,2 0 0,0 0 0,-7 0 0,8 0 0,-1 0 0,-2 0 0,7 0 0,-7 0 0,2 0 0,0 0 0,1 0 0,4 0 0,-2 0 0,-3 0 0,-7 0 0,7 0 0,0 0 0,-2 0 0,5 0 0,-10 0 0,0 0 0,3 0 0,-1 0 0,5 0 0,-4 0 0,-1 0 0,-7 0 0,8 0 0,-3 0 0,0 0 0,2 0 0,-4 0 0,5 0 0,1 0 0,-4 0 0,5 0 0,0 0 0,0 0 0,-5 0 0,7 0 0,1 0 0,-3 0 0,4 0 0,-9 0 0,0 0 0,3 0 0,-6 0 0,8 0 0,0 0 0,0 0 0,-5 0 0,5 0 0,-3 0 0,-4 0 0,4 0 0,1 0 0,-1 0 0,1 0 0,4 0 0,-4 0 0,-1 0-1,0 0 1,8 0 0,-5 0 0,2 0 0,1 0 0,-8 0 0,5 0 0,-1 0-1,1 0 1,-5 0 0,8 0 0,-1 0-1,-2 0 1,5 0 0,-8 0 0,3 0-1,5 0 1,-6 0 0,1 0 0,0 0-1,0 0 1,0 0-1,5 0 1,-5 0-1,-3 0 0,8 0 1,-5 0-1,2 0 0,0 0 1,-7 0-1,5 0 1,0 0-1,0 0 0,-8 0 0,6 0 1,-3 0-1,0 0 0,2 0 0,-4 0 0,2 0 0,-2 0 0,-3 0 0,-2 0 1,2 0-1,5 0 0,-5 0 0,5 0 0,-5 0 0,-2 0 0,0 0 0,0 0 0,-1 0 0,1 0 0,7 0 0,0 0 0,-2 0-1,-3 0 0,-2 0 0,2 0 0,3 0-5,2 0 0,0 0 1,-5 0-1,3 0-2,2 0 1,2 0 0,-4 0 0,4 0-2,3 0 1,-5 0-1,5 0 1,0 0-1,0 0 1,-5 0 0,7 0-1,3 0 2,2 0 0,-5 0 0,0 0 0,3 0 0,2 0 1,-4 0-1,-1 0 1,3 0-1,2 0 1,-3 0 0,1 0-1,2 0-1,-2 0 1,0 0-1,4 0 1,1 0-2,-1 0 1,3 0-1,3 0 1,1 0-1,-1 0 0,-1 0 0,1 0 1,4 0 0,3 0 0,-8 0 1,5 0-1,0 0 0,5 0 1,-2 0 0,0 0 0,-3 0-1,-5 0 0,8 0 0,0 0 1,2 0-2,0 0 0,-10 0 0,5 0 0,-2 0 0,0 0 0,0 0 1,-5 0-1,2 0 1,3 0 1,0 0-1,-8 0 1,1 0-1,0 0 1,2 0-1,2 0 1,3 0-2,-3 0 1,1 0 0,-1 0 0,3 0-1,-3 0 0,8 0 0,-1 0 1,3 0-1,1 0 1,-9 0 0,8 0 0,3 0 0,2 0 1,2 0-1,0 0 1,1 0-2,-1 0 1,8 0-1,-1 0 1,-2 0-1,-2 0 0,5 0 0,-1 0 0,1 0 0,2 0 0,-7 0 0,4 0 0,-4 0-1,-3 0 0,3 0 0,2 0 0,1 0-1,-9 0 0,4 0 0,-8 0 0,5 0-1,2 0 1,-7 0 0,-2 0 0,-1 0 0,1 0 1,2 0-1,7 0 1,1 0-1,-1 0 0,-7 0 0,0 0 0,3 0-1,2 0 1,2 0 0,-2 0 0,-3 0 0,-2 0 0,-7 0 1,7 0-1,0 0 1,-2 0 0,5 0 0,-8 0 0,2 0 0,6 0 0,-5 0 0,-1 0 1,-2 0 0,-4 0 0,4 0 0,-2 0 1,-3 0 0,-2 0 0,-2 0 0,-1 0 1,1 0 0,-1 0 1,1 0-1,2 0 1,2 0 0,3 0 0,0 0 0,-7 0 1,-1 0-1,1 0 0,-1 0 1,1 0-1,2 0 0,5 0 0,-5 0 0,4 0 0,-4 0 0,-2 0 1,-1 0-1,1 0 1,0 0 0,-1 0 0,1 0 0,-1 0 0,3 0 0,5 0 1,-5 0 0,5 0 0,-5 0-1,-3 0 1,1 0-1,-1 0 1,1 0-1,0 0 0,6 0 0,1 0 0,0 0 0,2 0 0,-4 0 0,6 0 0,1 0 0,0 0 0,-6 0 1,8 0-1,0 0 0,-2 0 1,5 0 0,-8 0-1,2 0 0,6 0 1,-1 0-1,1 0 1,-5 0-1,-3 0 0,7 0 0,-4 0 0,0 0 0,-6 0 1,4 0-1,-4 0 1,-1 0-1,-3 0 1,-3 0 0,1 0 0,0 0-1,-1 0 1,8 0 0,0 0-1,-3 0 0,-2 0 0,-2 0 1,-1 0-1,3 0 0,5 0 0,-8 0 1,3 0-1,-7 0 0,0 0 1,2 0-1,0 0 1,-2 0-1,-3 0 1,-7 0 0,5 0 0,0 0 0,0 0 0,-5 0 0,5 0 0,0 0 0,-1 0 0,-3 0 0,6 0 0,0 0-1,-2 0 1,7 0-1,-7 0 1,2 0-1,1 0 0,-1 0 1,7 0-1,-1 0 0,-6 0 1,5 0 0,-5 0 0,5 0 0,3 0 0,0 0 0,-1 0 0,-2 0 0,-4 0 1,4 0-1,-5 0 1,3 0-1,-3 0 0,3 0 0,-8 0 1,3 0-1,5 0 0,-1 0 0,1 0 0,-5 0 0,-3 0 0,8 0 0,-3 0 0,3 0 0,-3 0 0,6 0 0,-6 0 1,5 0-1,3 0 1,-1 0-1,-2 0 1,-2 0-1,-3 0 1,1 0 0,4 0 0,-3 0 0,-1 0 0,-8 0 0,5 0 0,-1 0-1,1 0 1,-7 0 0,2 0 0,-5 0-1,-2 0 1,0 0 0,0 0 0,-1 0-1,1 0 1,0 0-1,0 0 1,-1 0-1,1 0 1,2 0 0,3 0-1,2 0 1,-2 0 0,-3 0 0,-2 0 0,2 0 0,5 0 0,-5 0 1,5 0-1,-2 0 1,2 0 0,-5 0 0,5 0 0,-2 0 0,2 0 0,-5 0 0,7 0 0,-2 0 0,0 0 0,8 0 0,-6 0 1,1 0-2,-1 0 1,5 0 0,-4 0 0,-1 0-1,1 0 1,4 0 0,-5 0 0,1 0-1,-1 0 1,6 0-1,-6 0 1,1 0 0,-1 0 0,0 0 0,-4 0 0,2 0 0,-2 0 0,4 0 1,-2 0-1,-2 0 0,-3 0 1,5 0 0,2 0 0,1 0-1,-1 0 1,1 0 0,-6 0 0,6 0-1,2 0 1,2 0-1,5 0 1,-2 0-1,-3 0 0,3 0 0,9 0 0,3 0-1,-2 0 1,-1 0 0,0 0 0,3 0-1,-2 0 1,4 0 0,0 0 0,0 0 0,0 0 0,1 0 0,-3 0 0,4 0-1,1 0 1,-3 0 0,-7 0 0,2 0-1,3 0 0,7 0 1,-7 0-1,-3 0 0,-2 0 0,-2 0 1,0 0-1,-1 0 0,1 0 0,-1 0 0,1 0 0,-3 0 0,-5 0 1,3 0-1,-8 0 1,1 0-1,-1 0 0,-2 0 1,-4 0-1,1 0-1,3 0 0,0 0 1,-7 0-1,0 0 0,0 0 0,-1 0-1,1 0 1,-7 0 0,-1 0 0,3 0 0,-5 0 0,3 0-3,2 0 1,2 0-1,3 0 1,0 0 0,-1 0 0,1 0 3,0 0 0,0 0 0,-1 0 0,1 0 1,0 0-1,0 0 1,0 0 1,-1 0 0,1 0 0,2 0-1,5 0 1,-5 0 0,6 0-1,-6 0 1,-3 0 0,9 0 0,1 0 0,0 0 0,1 0 0,-3 0 0,-7 0 0,2 0-1,5 0 1,-5 0 0,5 0 0,-5 0-1,-2 0 1,0 0-1,0 0 1,-1 0-2,1 0 1,0 0 0,0 0-1,0 0 1,-1 0 0,1 0-1,0 0 1,0 0 0,-1 0-1,1 0 1,0 0 0,0 0 0,0 0 1,-8 0 0,1 0 0,2 0-1,2 0 1,-5 0 0,1 0 0,2 0 0,2 0 0,3 0 1,0 0-1,0 0 0,-8 0 1,1 0-1,2 0 0,2 0 1,3 0 0,-1 0 0,1 0-1,0 0 1,2 0 0,3 0 0,2 0-1,-3 0 1,1 0 0,0 0 0,2 0-1,-3 0 1,6 0-1,-1 0 1,1 0-1,-1 0 0,5 0 0,-4 0 1,-1 0-1,1 0-1,4 0 1,-4 0 0,1 0 0,6 0 0,-7 0 0,-1 0 0,-2 0-1,0 0 1,7 0 0,-7 0 0,-2 0 0,-3 0 0,0 0 0,3 0 0,2 0 0,-2 0 0,-3 0 0,-2 0 0,-1 0-1,1 0 0,0 0 0,0 0 0,0 0 1,7 0-1,0 0 1,-3 0 0,-2 0 0,-2 0 0,0 0-1,0 0 1,0 0 0,-1 0 0,1 0-1,0 0 1,7 0 0,0 0 0,-2 0-1,-3 0 1,-2 0 0,-1 0 0,1 0-1,0 0 1,0 0 0,2 0-1,2 0 0,4 0 1,-1 0 0,-5 0-1,2 0 0,3 0 1,0 0 0,-4 0-1,1 0 0,3 0 1,3 0 0,-6 0-1,3 0 0,-2 0 1,0 0-1,-1 0 1,3 0-1,-2 0 1,-3 0-1,0 0 1,3 0-1,2 0 1,0 0-1,-7 0 1,0 0-1,-1 0 1,1 0-1,0 0 1,0 0-1,-1 0 1,1 0-1,0 0 1,0 0-1,-1 0 1,1 0 0,0 0-1,0 0 0,0 0 1,-1 0 0,1 0 0,0 0 0,0 0 0,-1 0 0,1 0 0,0 0 0,0 0 0,0 0 0,-1 0 0,1 0-1,0 0 1,0 0 0,-1 0-1,1 0 1,0 0 0,0 0-2,0 0 1,-1 0-1,1 0 1,0 0 0,0 0 0,-8 0 0,1 0 0,-8 0 0,7 0 0,-6 0 1,6 0 0,-6 0-3,6 0 2,-9 0 1,14 0 0,-7 0 1,10 0 0,-7 0 1,-1 0-1,3 0 0,-5 0 0,3 0-1,2 0 1,2 0 0,3 0 0,0 0 1,-1 0-1,1 0 0,-7 0 1,-1 0-1,3 0 1,2 0-1,3 0 0,0 0 1,0 0 0,0 0-1,-1 0 1,1 0 0,0 0 0,0 0-1,-1 0 1,1 0 0,0 0-1,0 0 1,0 0 0,-1 0-1,1 0 1,0 0-1,0 0 1,-1 0 0,1 0 0,0 0-1,0 0 0,0 0 1,-1 0-1,1 0 1,-7 0-1,-1 0 1,-7 0-1,8 0 1,-8 0-1,8 0 1,-1 0-1,8 0 1,0 0-1,0 0 1,-1 0-1,1 0 0,0 0 1,-8 0-1,1 0 0,2 0 1,2 0-1,3 0 0,0 0 1,-1 0-1,1 0 0,0 0 0,0 0 0,0 0 0,-1 0 1,1 0-1,0 0 0,-8 0 1,1 0-1,2 0 1,-5 0-1,3 0 0,1 0 0,-3 0 0,1 0 0,1 0 0,6 0 0,1 0-1,0 0 1,-8 0-1,1 0 0,-1 0 1,1 0-1,0 0 0,-11 0-3,6 0 4,0 0 0,-5 0 0,9 0 0,-7 0 0,8 0 0,-8 0-1,8 0 1,-8 0-2,7 0 1,1 0-1,7 0 1,-1 0 1,-6 0 0,-1 0 0,-6 0-1,6 0 1,-6 0-1,6 0-1,-9 0 1,14 0 1,-7 0 0,10 0-1,0 0 1,-10 0 0,7 0 0,-4 0 0,-3 0 0,2 0 1,-6 0-1,6 0 1,-6 0 0,6 0-1,3 0 0,-5 0 0,3 0 0,-1 0 0,8 0 0,-8 0 1,1 0-2,2 0 0,-5 0-1,2 0 1,1 0 0,7 0 1,-8 0-1,1 0 0,2 0 0,-5 0 0,2 0 1,-6 0-1,6 0 1,1 0-1,6 0 1,-6 0-2,-1 0 1,-9 0 0,15 0 1,-16 0-2,11 0 2,-10 0 0,7 0-1,-5 0-10,-4 0 12,-13 0 0,5 0 0,-14 0 0,19 0 0,-10 0 0,8 0 0,-8 0 0,-19 0 0,-7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5T15:07:43.521"/>
    </inkml:context>
    <inkml:brush xml:id="br0">
      <inkml:brushProperty name="width" value="0.035" units="cm"/>
      <inkml:brushProperty name="height" value="0.035" units="cm"/>
      <inkml:brushProperty name="color" value="#00A0D7"/>
    </inkml:brush>
  </inkml:definitions>
  <inkml:trace contextRef="#ctx0" brushRef="#br0">1 0 24575,'0'0'0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5T15:08:21.687"/>
    </inkml:context>
    <inkml:brush xml:id="br0">
      <inkml:brushProperty name="width" value="0.08571" units="cm"/>
      <inkml:brushProperty name="height" value="0.08571" units="cm"/>
      <inkml:brushProperty name="color" value="#00A0D7"/>
    </inkml:brush>
  </inkml:definitions>
  <inkml:trace contextRef="#ctx0" brushRef="#br0">32 26 11758,'-6'0'0,"0"0"0,1 0 0,1 0 0,2 0 0,-2 0 0,2 0 0,0-2 1,1 1 0,1-2-1,3 3 1,-1 0-1,2 0 0,-1 1 1,2 0-1,0 1 0,-2 1 0,2-1 0,0 0 0,-1 3 1,2-2-1,1 1 0,-3 1 0,0 0 0,1 0 0,1 2 0,0-1 0,1 1 0,1 1 0,1 1 0,2 2 0,-1 0 0,1 2 0,0 2 0,1-1 0,1 2 0,-1 0 0,0-2 0,1 2 0,-1 0 0,1-1 0,0 1 0,-1 0 0,0-2 0,-2 1 0,2-1 0,-1 0 0,0-2 0,0 1 0,1 0 0,-2 0 0,0 0 0,2 0 0,0-1 0,-2 1 0,1 0 0,1 0 0,0 0 0,0 0 0,-1-1 0,0 1 0,0 0 0,1 0 0,0 0 0,-1 1 0,1-1 0,1 1 0,-3-3 0,1 1 0,0 1 0,-1 0 0,3-1 0,-1 1 0,-1 0 0,0-1 0,-2 0 0,1 0 0,-1-1 0,0 3 0,-1-4 0,1 0 0,-1 1 0,-1-1 0,-1 1 0,0-3 0,1-1 0,-3 0 0,0 1 0,1 1 0,0-1 0,0-2 0,0-2 0,-4 0 0,1-2 0,-1-1 0,2 2 0,-2-3 0,2 0 0,-1 0 0,-1 0 0,1 2 0,2-1 0,-3 2 0,3-3 0,-2 0 0,1 1 0,-1 1 0,-1-1 0,2 1 0,-2-2 0,1 0 0,-1 0 0,1 1 0,-2 1 0,0-1 0,0 2 0,-2-3 0,1-1 0,-2 0 0,0-1 0,2-3 0,-3 2 0,1 1 0,-1-1 0,2-2 0,-2 1 0,-1-2 0,-1-1 0,0 1 0,-1 0 0,1-1 0,-1 1 0,1-1 0,-1 1 0,1-1 0,0 1 0,-1 0 0,0-1 0,-1 1 0,2-1 0,-1 1 0,0 0 0,2-1 0,0 1 0,-1-1 0,0 1 0,-1 0 0,1-1 0,1 1 0,1-1 0,-1 1 0,0-1 0,0 2 0,2 0 0,0 0 0,-2 1 0,1-2 0,0-1 0,0 1 0,2 0 0,-3-1 0,0 1 0,2-1 0,-2 1 0,1-1 0,-2 1 0,1 0 0,1 2 0,2-2 0,-2 2 0,-1-2 0,0 0 0,0 0 0,0-1 0,1 1 0,0-1 0,0 1 0,1 0 0,-1-1 0,2 3 0,-2 0 0,0-1 0,0-1 0,-2-1 0,2 1 0,-2 0 0,2 0 0,0 1 0,-1 1 0,-1-1 0,2 1 0,0 0 0,1 0 0,-1 0 0,0-2 0,-3 2 0,2-2 0,0 1 0,0 0 0,3 0 0,-1 2 0,-1 1 0,1-1 0,1-2 0,-1 1 0,1 0 0,0 0 0,-2-1 0,1-1 0,-1 0 0,0-1 0,-2 1 0,1-1 0,1 1 0,2 0 0,-2 1 0,-1 1 0,2-1 0,-3-1 0,3 0 0,-2 0 0,1 2 0,1-2 0,-2 2 0,0-2 0,0 0 0,2 1 0,-1 1 0,1-1 0,-1 0 0,0 0 0,-1 1 0,1-1 0,1-1 0,-2 1 0,1 0 0,1 0 0,-2 1 0,1-2 0,-2 0 0,0 1 0,-1 1 0,3 2 0,1-1 0,-1 1 0,0 0 0,2-1 0,-2 2 0,-1-1 0,1-3 0,0 3 0,0 0 0,0-1 0,1 3 0,1-3 0,0 1 0,-2-1 0,2-1 0,-2 1 0,1 0 0,1 1 0,0-1 0,-1 1 0,0 0 0,1-2 0,-2 1 0,1 0 0,0 0 0,2-1 0,-1-1 0,-3 2 0,3-1 0,-2 1 0,0-2 0,-3 1 0,3-1 0,1 0 0,0 1 0,-2-1 0,0-1 0,2 2 0,-1-1 0,1 0 0,-1 2 0,1-1 0,0 1 0,1-1 0,-3 2 0,1-3 0,-2 1 0,1 1 0,2 0 0,0 0 0,0 2 0,2-1 0,-1-1 0,-1 2 0,1-2 0,0 0 0,-1 2 0,1-3 0,1 2 0,-1-1 0,2 1 0,-1 1 0,-1-1 0,1 0 1,-1 0 0,0 1 1,0-1 0,2-1-2,-3 2 1,2-2 0,0 2 1,-2-1-1,1 2 7,2-3-8,3 3 0,-1 2 0,2 0 0,1-1 0,-2 3 0,2 0 0,0-1 0,-2 2 0,1-2 0,-1 1 0,1 1 0,0-2 0,1 1 0,-1 1 0,1-2 0,0 3 0,0-2 0,-1 1 0,1-1 0,-1 2 0,0-2 0,0 0 0,0 0 0,1 1 0,0 1 0,0 0 0,0 0 0,-1-1 0,0-1 0,0 1 0,1-1 0,-1 0 0,0 0 0,1 0 0,-3 1 0,2-2 0,1 0 0,1 2 0,0 1 0,1 0 0,-2-1 0,-1-1 0,0-2 0,-2 2 0,1 1 0,2 0 0,-1 0 0,-2-2 0,1-1 0,-1 1 0,0 0 0,0-1 0,-1 2 0,1-1 0,-1 2 0,4-1 0,-3 1 0,1 0 0,1-2 0,-1 0 0,0 2 0,1 0 0,-1-2 0,2 1 0,-1-1 0,-1 1 0,2-3 0,-2 2 0,1 0 0,1-2 0,-2 3 0,0-1 0,-1-1 0,2-1 0,-1 1 0,1-1 0,-1 3 0,1-1 0,-2 1 0,1-1 0,0 0 0,1-1 0,-1 2 0,0 0 0,0-1 0,1-1 0,-1 2 0,0-1 0,0 1 0,1-2 0,-1 2 0,0 1 0,0 0 0,0 0 0,0 0 0,-2 0 0,2-2 0,0 1 0,1 1 0,-2 0 0,1 0 0,0 0 0,2-1 0,-1 2 0,1 1 0,0-1 0,0-2 0,-3 1 0,1-2 0,1-1 0,0 1 0,-2 2 0,1-3 0,1 2 0,-1 1 0,0-1 0,1 0 0,1 1 0,-2-2 0,2 2 0,0 0 0,-3-2 0,1 1 0,0-1 0,0 2 0,2-2 0,-1 1 0,-2 1 0,3-2 0,0 0 0,-2-1 0,2 3 0,-2-3 0,2 1 0,-1 0 0,-2 1 0,2-1 0,-1 1 0,1-2 0,-1 2 0,1-2 0,-2 3 0,2-3 0,1 2 0,-1-3 0,-1 2 0,0 0 0,0-1 0,-1 2 0,1 0 0,2 2 0,-1-2 0,-2 0 0,0-2 0,-2 2 0,3 0 0,-1 0 0,2 1 0,-3-1 0,2-1 0,0 0 0,-2 1 0,3-1 0,-1 1 0,0-3 0,-1 1 0,-1 0 0,1-1 0,1 1 0,-2 1 0,1-1 0,2-1 0,0 1 0,-1-1 0,0 2 0,0 1 0,-2-1 0,3 2 0,0-1 0,1 2 0,-1-2 0,-2 1 0,2-2 0,-1 0 0,1-1 0,-2 3 0,2-2 0,-2 0 0,3 1 0,-2 2 0,0-2 0,-1 1 0,2-2 0,-1 1 0,1 0 0,-2 3 0,2-3 0,-1 0 0,1 1 0,-3-1 0,2-1 0,0 0 0,-2 0 0,1-2 0,1 1 0,-2 1 0,2-1 0,0 0 0,-3 1 0,3-2 0,0 1 0,-1 1 0,2-1 0,-2 0 0,2 2 0,-2-3 0,2 2 0,-1 0 0,0-1 0,-1 2 0,1 0 0,2 2 0,-2-1 0,0-1 0,0-3 0,-1 2 0,-1-2 0,2 0 0,-1 2 0,-1-1 0,1 1 0,0-3 0,-1 3 0,1 0 0,1-2 0,-1 4 0,-1-3 0,1 2 0,0-2 0,0 0 0,-1 1 0,3-1 0,-2 3 0,1-5 0,-1 3 0,0 0 0,1-2 0,-1 1 0,-1 1 0,4-1 0,-4 1 0,1-1 0,1-1 0,-1 4 0,0-4 0,-2 2 0,-17-29 0,-4-6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5T15:08:27.373"/>
    </inkml:context>
    <inkml:brush xml:id="br0">
      <inkml:brushProperty name="width" value="0.08571" units="cm"/>
      <inkml:brushProperty name="height" value="0.08571" units="cm"/>
      <inkml:brushProperty name="color" value="#00A0D7"/>
    </inkml:brush>
  </inkml:definitions>
  <inkml:trace contextRef="#ctx0" brushRef="#br0">424 0 11683,'0'5'0,"0"-1"0,0-3 0,0 2 0,-3-3 0,3 0 0,-3 0 0,0 0 0,2 0 0,-2 1 0,3 1 0,-2-1 0,0 4 0,-1-3 0,1 2 0,1-2 0,-3 0 0,1 1 0,-2-1 0,1 2 0,-2-1 0,0 2 0,-1 0 0,1-3 0,0 1 0,-1 0 0,1-1 0,-1 1 0,1 1 0,-1 0 0,1 0 0,-2-1 0,-1 1 0,1 0 0,1 0 0,1 1 0,-2 0 0,1 0 0,-2 2 0,1-3 0,1 0 0,1 1 0,-1 1 0,1 0 0,-1 1 0,1-1 0,0 1 0,-1-1 0,1 0 0,-1 1 0,1-1 0,0 3 0,0-1 0,1 0 0,1-1 1,-1 0-1,-1 1 1,0 1-1,2-1 1,-2-1 0,2 0 0,-1 1-1,1 0 1,-1 1 0,2-3 0,0 1-1,0-1 1,-2 1 0,2 0 0,-2 1-1,1 0 1,2 1-1,-2-3 1,-1 0-1,2 1 0,-2-1 1,2 1-1,0-1 0,0 1 1,-2 1-1,2 1 1,-2-2-1,1 1 0,2-4 1,-2 1-1,1 1 0,-1 2 1,2 1 0,-1-3-1,-1 1 0,0-1 1,3 0 0,-2 1-1,1-1 0,0 1 1,0 0 0,2 1 0,0 0-1,0 0 1,0-1-1,0 0 1,0 1-1,0 1 1,0 0 0,0-1-1,0 0 0,3 0 1,-2 0 0,3 0-1,1 1 0,-2 1 1,3-2-1,-2 0 1,1 0-1,-1-2 0,2 2 0,-2 1 0,2-1 0,0-1 0,1-1 0,0-1 1,1-1-1,0 1 0,1-1 0,-3-1 0,1 1 0,-1-1 0,1-1 0,1 0 0,1 1 0,-1-1 0,-1 1 0,0-2 0,1 1 0,0 0 0,1-1 0,-1 0 0,2 2 0,0-2 0,-2 0 0,2-1 0,0 0 0,0 0 0,-1 0 0,1 0 0,0 0 0,0 0 0,-2 0 0,2 0 0,0 0 0,0 0 0,0 0 0,1-1 0,-1 0 0,0-2 0,0 1 0,0 0 0,0-1 0,1 0 0,-1 1 0,0-1 0,-1 1 0,-1-3 0,1 2 0,1-1 0,-1 1 0,0-1 0,0 2 0,-1-2 0,1-1 0,1 2 0,-1-3 0,1 3 0,-1-2 0,-1 1 0,1 0 0,1-1 0,-1 1 0,0-1 0,2 0 0,-2 0 0,0 1 0,1-1 0,-2 1 0,-1 0 0,1 0 0,1 0 0,0-1 0,-1 2 0,0 1 0,0-1 0,1 0 0,1 1 0,-1 0 0,0 1 0,2-2 0,-2 1 0,0 0 0,1-1 0,0 2 0,0-2 0,-1 1 0,0 0 0,0-2 0,-1 1 0,1 0 0,-1 0 0,-1-1 0,-1 1 0,1 0 0,-1 0 0,3 1 0,-1 0 0,0 0 0,-1 1 0,0-2 0,-1 1 0,0 0 0,1 1 0,0 1 0,1-2 0,0 0 0,0 1 0,1 0 0,0 1 0,0 0 0,0 0 0,-2 0 0,2 0 0,0 0 0,-1 0 0,1 0 0,-3 0 0,1 0 0,-1 0 0,3 1 0,-1 0 0,0 1 0,-1 0 0,-3-2 0,1 0 0,0 0 0,0 0 0,2 0 0,-1 0 0,1 0 0,-1 0 0,0 1 0,1 1 0,-1 0 0,1-1 0,-3 2 0,1 0 0,1 0 0,2 0 0,1-1 0,-3 0 0,1 1 0,-1 0 0,0 1 0,1 1 0,-1-1 0,1 1 0,-1-1 0,1 0 0,-1 1 0,0 1 0,1 0 0,-1 0 0,0 1 0,-2-1 0,4 1 0,-2 0 0,2 1 0,-1 0 0,-1 1 0,0-2 0,1 1 0,-1 0 0,1 2 0,1-3 0,1 2 0,-1-1 0,-1 1 0,-1 0 0,0 1 0,-2-1 0,2 2 0,-2-2 0,1 1 0,-1 1 0,1-2 0,-2 1 0,0-2 0,0 1 0,-1 2 0,-2-2 0,1 0 0,1 0 0,-1 1 0,1-3 0,-1 3 0,-1 0 0,0-3 0,-1 3 0,-1-2 0,0 1 0,-2 2 0,1-3 0,0 1 0,0 0 0,-2-2 0,2 2 0,-1 0 0,-1-1 0,1 2 0,-2-2 0,-1 0 0,1 0 0,-1 1 0,0 0 0,-1 1 0,0-1 0,-1 0 0,2 0 0,-1 1 0,0 0 0,-1 1 0,1-2 0,-2 1 0,0 2 0,0-1 0,-1 1 0,1-2 0,1-1 0,-3 2 0,2-1 0,0 0 0,-1-1 0,1 0 0,-1 0 0,1-2 0,0 1 0,0 0 0,0 1 0,1-2 0,0 1 0,0-2 0,2 0 0,-1 1 0,0-1 0,-1 1 0,3-1 0,-1 0 0,-2 1 0,2-1 0,-2 1 0,0-1 0,1 1 0,-2-1 0,3 1 0,-2 1 0,1 0 0,-1 1 0,0-3 0,2 1 0,-1-1 0,1 1 0,0 1 0,-2 1 0,1-1 0,1-1 0,1-1 0,-1 1 0,1 2 0,-1-2 0,1 2 0,0 0 0,-1-1 0,0 2 0,0-3 0,0 2 0,1-1 0,1 1 0,-1 0 0,-1 1 0,1-1 0,-1 2 0,1-2 0,0 0 0,-1 0 0,1 3 0,-1-1 0,0 1 0,-1 0 0,0 1 0,-1 0 0,1 0 0,-1 0 0,0 0 0,1-1 0,-1 1 0,2 0 0,-1 0 0,0 0 0,-1 0 0,2-1 0,2 1 0,0 0 0,0 0 0,0 0 0,-1-3 0,1 1 0,1 0 0,1 2 0,-1-3 0,2 1 0,1 0 0,0 1 0,-1-1 0,0-1 0,0 0 0,2 0 0,0 0 0,0 1 0,0-1 0,0 0 0,0-1 0,2-1 0,0 0 0,-1 0 0,3-1 0,-1 0 0,2-1 0,-1 1 0,-2-1 0,2 0 0,1 1 0,1-1 0,-2 1 0,1-1 0,0 1 0,0-1 0,0 0 0,-1 1 0,1-1 0,0 1 0,2-3 0,-1 0 0,0 1 0,-2 1 0,2 0 0,-2-1 0,2-1 0,0 1 0,1-2 0,-1 2 0,1-1 0,-1-1 0,0 3 0,1-2 0,-1 0 0,1 0 0,1-2 0,2 3 0,-1-1 0,0 0 0,2 1 0,-1-1 0,1-1 0,0-1 0,0 1 0,1 0 0,1 0 0,0 0 0,1-1 0,0-2 0,1 0 0,-1 0 0,0 0 0,-2 0 0,2 0 0,1 0 0,-2 0 0,2 0 0,-1 0 0,-1 0 0,0 0 0,2-1 0,0 0 0,2-1 0,-3-3 0,2 3 0,-1-1 0,-1 0 0,4-2 0,-3 1 0,1 0 0,0 0 0,1 0 0,-2-2 0,1 1 0,0 1 0,-1 0 0,-2-1 0,0 1 0,2-1 0,-1 1 0,1 1 0,-2-1 0,0 1 0,0 0 0,0 0 0,-1 0 0,1 2 0,-2-2 0,0 0 0,0 0 0,1 0 0,-1-1 0,0 1 0,0 0 0,1 0 0,-1-1 0,-1 1 0,2 0 0,0 0 0,1-1 0,-1 1 0,-1 0 0,0-2 0,0 1 0,1 1 0,-1-1 0,0 1 0,0 0 0,1 0 0,1 0 0,-3 2 0,2-2 0,-1 1 0,1-1 0,1 1 0,-2 1 0,-1-1 0,1 1 0,-1 1 0,2-2 0,-1 0 0,1 0 0,1 2 0,-3 0 0,1 0 0,1 0 0,0 0 0,0 0 0,1 0 0,0 0 0,0 0 0,0 2 0,0 1 0,-1-1 0,-2 1 0,3 2 0,-3-3 0,0 1 0,1 0 0,-1 1 0,1-1 0,-2 0 0,0 0 0,-2 2 0,2-1 0,-2 1 0,-1-1 0,1 2 0,-1-2 0,1 2 0,-1 1 0,0-3 0,-1 0 0,-1 1 0,1 1 0,1 0 0,-1 1 0,0-1 0,0 0 0,-2 1 0,2-1 0,-1 1 0,1-1 0,-1 1 0,0-1 0,-1 0 0,1 1 0,-2 0 0,1 1 0,1 0 0,0 0 0,-3-1 0,2 0 0,-1 1 0,0 1 0,1-1 0,-2-1 0,1 1 0,0 1 0,-1-1 0,-1 0 0,0-1 0,0 2 0,0-1 0,0 0 0,0-1 0,0 2 0,0 0 0,0-1 0,0 1 0,0-2 0,-3 1 0,1 0 0,-2 1 0,-1-1 0,2-1 0,-2 0 0,0 1 0,0 0 0,-2 1 0,1-1 0,-1 1 0,1-1 0,-1 0 0,-1-1 0,-1 2 0,2-1 0,-1-1 0,0 0 0,-1 1 0,1 0 0,-1 1 0,1-3 0,-1 1 0,0-1 0,1 1 0,-2 1 0,0 1 0,0-1 0,2-1 0,-2 1 0,0 1 0,0-1 0,0-1 0,-2-1 0,1 1 0,0 2 0,-1-2 0,-1 2 0,0-2 0,0-1 0,1 1 0,-1-1 0,0 0 0,0 1 0,0-1 0,1 1 0,-1-1 0,0 0 0,-1 1 0,0-1 0,-1 1 0,1-1 0,0 0 0,1 1 0,1-1 0,-1 1 0,0-1 0,0 1 0,0-1 0,1 0 0,-1 1 0,2-1 0,1 0 0,1-2 0,-2 2 0,2-2 0,-1 3 0,-2 1 0,3-1 0,0 2 0,0-2 0,1-1 0,-1 1 0,0 1 0,-1 1 0,0-1 0,0-1 0,2-1 0,0 1 0,0 2 0,1-2 0,0 2 0,1-2 0,-1 2 0,0-2 0,-1 2 0,0 0 0,0-1 0,1 1 0,1-2 0,-1 1 0,1 1 0,-1-1 0,1-1 0,-1 1 0,1 1 0,0 0 0,0-1 0,1 0 0,1 0 0,2-1 0,-2 0 0,0 1 0,1 1 0,1-1 0,0-1 0,2-1 0,0 1 0,-3 1 0,1 1 0,1-1 0,0-1 0,1-1 0,0 1 0,0 1 0,0 1 0,0-1 0,0-1 0,0-1 0,0 0 0,0 3 0,0-1 0,0 0 0,0-1 0,2 0 0,0-1 0,1 1 0,-1-1 0,0 1 0,1-1 0,1 0 0,0 1 0,-1-1 0,2 1 0,-1-1 0,1 0 0,0-1 0,0-2 0,0 1 0,0-1 0,0 2 0,2 1 0,-1 0 0,1-1 0,-1-2 0,0 1 0,1-1 0,-1 1 0,1 1 0,-1-1 0,0-2 0,1 3 0,0-1 0,1 0 0,0-2 0,1 1 0,-3 1 0,1-1 0,2-1 0,-2 1 0,2-1 0,-1 1 0,0-1 0,-1-1 0,2 1 0,0 0 0,0 0 0,1-1 0,0 1 0,-1-1 0,0 1 0,2-1 0,-2 1 0,1-1 0,1-1 0,1 0 0,-1 0 0,0 0 0,0 0 0,1 0 0,1 0 0,0-1 0,0-1 0,0 1 0,0-1 0,-1 1 0,1-1 0,-1 1 0,0-2 0,-2 1 0,2 0 0,0-1 0,1 1 0,-1 0 0,-1-2 0,1 2 0,-2-2 0,2 1 0,1-1 0,-1 2 0,0-1 0,-1-1 0,0 0 0,-1 2 0,1-1 0,0-1 0,1 1 0,-1-1 0,-1 0 0,0 1 0,0 0 0,0 2 0,1-3 0,0 0 0,0 1 0,-1 1 0,1-2 0,0 1 0,1-1 0,-1 3 0,-1-2 0,0 1 0,0 0 0,-1-1 0,1 3 0,-1-2 0,-1 0 0,0 0 0,-1 2 0,2 0 0,-1 0 0,-1 0 0,-1 0 0,1 0 0,-1 0 0,1 0 0,-1 0 0,0 0 0,1 0 0,-2 1 0,0 1 0,0-1 0,-2 3 0,0-1 0,2 1 0,-1-2 0,0 2 0,0-1 0,0 1 0,2-1 0,-3 2 0,1 0 0,1 0 0,-2-2 0,2 1 0,-1 1 0,1 1 0,0 1 0,0-1 0,0 0 0,0 1 0,0 0 0,1 1 0,-1 0 0,-1 0 0,1 0 0,1 0 0,0 0 0,-2 0 0,2-1 0,-2 0 0,2 0 0,0 1 0,0 0 0,-1 0 0,-1-1 0,1 0 0,1-1 0,0 0 0,1 2 0,-1 0 0,-2-1 0,1 2 0,0-2 0,0-1 0,0 1 0,-1-1 0,0 1 0,0-1 0,1 0 0,-1 1 0,0-1 0,0 1 0,1-1 0,0 1 0,0-1 0,0 0 0,-1 1 0,2-1 0,-1 1 0,-1-1 0,0 0 0,0 1 0,1-1 0,0 1 0,-2-2 0,2 0 0,-1 0 0,-1 0 0,3 0 0,-2 2 0,2-1 0,-2 1 0,1-2 0,-1 0 0,0 0 0,1-1 0,-1 2 0,0 1 0,0-1 0,0 0 0,1 1 0,-1-1 0,1 1 0,-1-1 0,0 0 0,1-1 0,1-1 0,-2 0 0,0 3 0,-2-1 0,3-2 0,-3 1 0,1-3 0,-1 2 0,-2-2 0,3 3 0,-3-4 0,0 2 0,-3-3 0,2 0 0,-3 0 0,-1 0 0,-1 0 0,0-1 0,-1 0 0,-2-1 0,1-3 0,-2 2 0,0 0 0,0-2 0,-1 1 0,-3 0 0,-2-1 0,-1-1 0,3 0 0,-4-1 0,1-1 0,-2-1 0,0 1 0,0 1 0,-1 0 0,1-1 0,2 1 0,0-2 0,0 2 0,0 1 0,2 0 0,4 1 0,0 1 0,0-1 0,1 0 0,0 0 0,1 0 0,0 2 0,3-2 0,1 1 0,1 1 0,3 1 0,-1 2 0,4 0 0,1 0 0,4 1 0,-1 1 0,1-1 0,-1 2 0,0-1 0,1 0 0,1 2 0,1-1 0,-1 0 0,-1 0 0,1 1 0,2-1 0,-1 0 0,0 2 0,2-1 0,-2 0 0,1 1 0,2 1 0,2 1 0,2 1 0,-1 1 0,1 1 0,2-1 0,0 1 0,1 2 0,0 0 0,2-1 0,-5-1 0,1 0 0,0 0 0,-2-3 0,-1 2 0,0-2 0,-1 0 0,-1-1 0,-1 0 0,-1-1 0,0-1 0,-2-3 0,-2 2 0,-1-1 0,-1 0 0,-2 1 0,3-3 0,-3-1 0,2-1 0,-3-2 0,2-2 0,-3-1 0,0 3 0,0 0 0,0-1 0,0-1 0,0 0 0,0-1 0,0 1 0,0-1 0,-2 1 0,0-1 0,0-1 0,-1 0 0,2-3 0,-1 2 0,1-1 0,-1-2 0,1-1 0,-2-1 0,1-2 0,0 0 0,0 1 0,1-2 0,-1-1 0,0 0 0,-1-2 0,2 1 0,-1 0 0,0 0 0,1-1 0,0 1 0,-2 1 0,-1 1 0,2-1 0,-2 3 0,-1 0 0,-1 2 0,2 0 0,0 1 0,-1 1 0,2 3 0,-2 3 0,3 0 0,-3 4 0,4-2 0,-11 12 0,2 1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5T15:08:49.804"/>
    </inkml:context>
    <inkml:brush xml:id="br0">
      <inkml:brushProperty name="width" value="0.08571" units="cm"/>
      <inkml:brushProperty name="height" value="0.08571" units="cm"/>
      <inkml:brushProperty name="color" value="#00A0D7"/>
    </inkml:brush>
  </inkml:definitions>
  <inkml:trace contextRef="#ctx0" brushRef="#br0">9 46 11626,'0'-6'0,"0"0"0,0 0 0,4-4 0,0 4 0,3 1 0,0 1 0,-4 1 0,3 3 0,1 0 0,1 0 0,1 0 0,0 0 0,0 1 0,2 1 0,1 1 0,-5 3 0,2-2 0,-1 2 0,0 1 0,2 0 0,-1 0 0,0-1 0,0 1 0,-3 1 0,0 1 0,1 1 0,-3-1 0,0 0 0,0 0 0,-1 0 0,0 0 0,-3 0 0,0 1 2,0-1 1,0 0 0,0 0-1,-1 0 2,-2 0 0,1 1 0,-4 0 0,1 1-4,0 1 1,2 0 0,-2-2 0,0-1-1,0 0 0,0 0 0,-2 0 0,1 0 0,-1 0 0,1 1 0,0-1 0,0 0 0,1 0 0,-3 0 0,2 0 0,-2 1 0,-1-1 0,0 0 0,2 0 0,1 0 0,1-3 0,-2-1 0,2 0 0,1 1 0,-3-1 0,2 2 0,-1-2 0,-1-1 0,4 3 0,-2-1 0,1 2 0,1-2 0,2-1 0,-1 1 0,-1-1 0,0-2 0,3 3 0,0 1 0,0-2 0,0 1 0,0-3 0,1 2 0,2-1 0,-2-1 0,7-15 0,-3-3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5T15:08:50.368"/>
    </inkml:context>
    <inkml:brush xml:id="br0">
      <inkml:brushProperty name="width" value="0.08571" units="cm"/>
      <inkml:brushProperty name="height" value="0.08571" units="cm"/>
      <inkml:brushProperty name="color" value="#00A0D7"/>
    </inkml:brush>
  </inkml:definitions>
  <inkml:trace contextRef="#ctx0" brushRef="#br0">412 47 11722,'9'0'0,"0"0"0,-4-1 0,-2-2 0,-2 2 0,-5-7 0,-2 5 0,-2 0 0,-1-1 0,2 3 0,-1-2 0,-2 1 0,-1-1 0,-2 2 0,0-2 0,0 1 0,-1-1 0,-2 2 0,1-2 0,-1 2 0,0 1 0,-2 0 0,1 0 0,-4 0 0,1 0 0,1 0 0,0 0 0,1 0 0,0 0 0,0 0 0,0 1 0,2 1 0,1 1 0,4 0 0,-2-3 0,3 0 0,5 0 0,2 0 0,6 0 0,2 0 0,41 0 0,9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5T15:08:50.934"/>
    </inkml:context>
    <inkml:brush xml:id="br0">
      <inkml:brushProperty name="width" value="0.08571" units="cm"/>
      <inkml:brushProperty name="height" value="0.08571" units="cm"/>
      <inkml:brushProperty name="color" value="#00A0D7"/>
    </inkml:brush>
  </inkml:definitions>
  <inkml:trace contextRef="#ctx0" brushRef="#br0">1 1 11658,'6'0'0,"0"0"0,-3 3 0,2 1 0,-1 1 0,0 0 0,-2 2 0,2-1 0,1 1 0,0 2 0,2 3 0,0 0 0,0-1 0,1 0 0,0 0 0,-1 2 0,-1-2 0,-1-1 0,2-1 0,-2 0 0,0 0 0,1-3 0,-2 0 0,1-2 0,-3-1 0,-2-20 0,-5-3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5T15:08:51.303"/>
    </inkml:context>
    <inkml:brush xml:id="br0">
      <inkml:brushProperty name="width" value="0.08571" units="cm"/>
      <inkml:brushProperty name="height" value="0.08571" units="cm"/>
      <inkml:brushProperty name="color" value="#00A0D7"/>
    </inkml:brush>
  </inkml:definitions>
  <inkml:trace contextRef="#ctx0" brushRef="#br0">0 9 11889,'0'-5'0,"0"1"0,0 5 0,0 2 0,1 2 0,1 5 0,2-1 0,1 0 0,2 1 0,2 1 0,0 3 0,0 0 0,0-2 0,-1 2 0,-1 0 0,0 1 0,-1-4 0,3 1 0,0-2 0,-4-4 0,-2 0 0,-2-3 0,-13-32 0,-3-12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5T15:08:52.038"/>
    </inkml:context>
    <inkml:brush xml:id="br0">
      <inkml:brushProperty name="width" value="0.08571" units="cm"/>
      <inkml:brushProperty name="height" value="0.08571" units="cm"/>
      <inkml:brushProperty name="color" value="#00A0D7"/>
    </inkml:brush>
  </inkml:definitions>
  <inkml:trace contextRef="#ctx0" brushRef="#br0">250 1 12048,'9'0'0,"-2"0"0,-1 0 0,-4 0 0,2 0 0,-4 1 0,0 2 0,-4-1 0,-2 3 0,-3 0-1,0 0 1,-1 1-1,-1 3 1,-2-2-6,-1-1 0,1 0 0,-2 3 1,0 0-1,1 0 1,-3 0 0,4 1 0,0-1 2,0 0 0,0 0 0,4-1 1,0-1 1,0-1 0,0 0 0,0 1 1,-1-1 0,2 0 0,1 3 0,1 0 0,20 8 0,3 3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5T15:08:57.936"/>
    </inkml:context>
    <inkml:brush xml:id="br0">
      <inkml:brushProperty name="width" value="0.08571" units="cm"/>
      <inkml:brushProperty name="height" value="0.08571" units="cm"/>
      <inkml:brushProperty name="color" value="#00A0D7"/>
    </inkml:brush>
  </inkml:definitions>
  <inkml:trace contextRef="#ctx0" brushRef="#br0">184 175 11763,'6'-3'0,"0"0"0,-3-1 0,3 1 0,-3 2 0,3-2 0,-4-3 0,1 4 0,-6-3 0,-3 1 0,1 0 0,-2 2 0,-2-1 0,-2 1 0,-2-2 0,3 0 0,-1 0 0,-1 0 0,-3 1 0,2 3 0,1 0 0,-1 0 0,3 0 0,-2 0 0,1 1 0,2 2 0,0 2 0,1 4 0,1 0 0,1 0 0,4 4 0,-1-1 0,2 0 0,1 1 0,0-2 0,1 4 0,2-1 0,3 0 0,3-3 0,2 2 0,2-2 0,2 1 0,-3-5 0,2 2 0,0-2 0,1-2 0,0 3 0,2-5 0,-1-1 0,0-1 0,-4-1 0,2-1 0,0-2 0,1-4 0,-4-1 0,0-1 0,-3 0 0,-2 0 0,-3 0 0,2-1 0,-1-2 0,-2 0 0,-1-1 0,-1 2 0,0-2 0,0-2 0,0 3 0,0-3 0,-1 0 0,-2 0 0,1-1 0,-3 3 0,1 0 0,2-1 0,-2 2 0,1 3 0,0 0 0,-1 0 0,3 0 0,-2-1 0,2 1 0,1 3 0,0 0 0,1 4 0,2-1 0,3 2 0,-1 4 0,1 1 0,1 0 0,1 0 0,2 3 0,-1-2 0,0 1 0,0 1 0,0-1 0,0 3 0,1-1 0,-1-2 0,-3 2 0,0-3 0,0 1 0,-1 1 0,2-1 0,-3 2 0,1-2 0,-3 2 0,1-2 0,-2-1 0,-1 1 0,0 1 0,-4-2 0,-2 1 0,-2-2 0,-1-1 0,0-3 0,0 0 0,0 0 0,-4 0 0,1 0 0,0 0 0,-1 0 0,3-1 0,-3-1 0,3-1 0,1 1 0,0-3 0,0 2 0,0 0 0,-1-1 0,2 2 0,1-3 0,1 1 0,4-3 0,30 2 0,13-4 0</inkml:trace>
  <inkml:trace contextRef="#ctx0" brushRef="#br0" timeOffset="752">577 697 11860,'10'-4'0,"-1"2"0,0-5 0,-4 4 0,-1-2 0,0 1 0,-3-3 0,1 2 0,-4 0 0,0-3 0,-4 3 0,-1-1 0,-1 0 0,-1 3 0,-2-3 0,0 1 0,-1 0 0,-1 3 0,2-1 0,-3 2 0,0 1 0,3 0 0,-2 0 0,0 0 0,1 0 0,0 4 0,3 2 0,1 3 0,2 4 0,-1 0 0,4 3 0,0-1 0,2 2 0,1-3 0,1 1 0,2 1 0,0 2 0,5-1 0,0-2 0,3-1 0,0-1 0,2-3 0,0 2 0,-2-2 0,7-13 0,1-3 0</inkml:trace>
  <inkml:trace contextRef="#ctx0" brushRef="#br0" timeOffset="1633">715 889 11894,'6'0'0,"0"0"0,-4 0 0,1 0 0,-6 0 0,1 0 0,-4 0 0,-1 0 0,-1 3 0,-2 1 0,1 1 0,0-2 0,0 2 0,0-1 0,4 0 0,1-2 0,0 2 0,2-1 0,-5-3 0,6 0 0,1 0 0,4 0 0,6 0 0,-1 0 0,0 0 0,3 0 0,1 0 0,2 0 0,1 0 0,-2 0 0,0 0 0,1 0 0,-1 0 0,-3 1 0,1 1 0,-2 1 0,-1 4 0,-3-1 0,-2 2 0,-5 1 0,-2 0 0,-2-3 0,-5 0 0,0-1 0,-2 0 0,2 0 0,-2 2 0,2-2 0,0-1 0,1 0 0,0-1 0,0 3 0,3-2 0,1 0 0,1 1 0,1-4 0,7 6 0,2-4 0,2-1 0,1-1 0,3-1 0,1 0 0,1 0 0,-1 0 0,3 3 0,-2 0 0,1-1 0,-3-1 0,-2-1 0,-1 0 0,0 0 0,1 0 0,-1 3 0,0 0 0,-4 4 0,-2-1 0,-2 2 0,-2 1 0,-1-2 0,-2-1 0,-1 1 0,-1 2 0,-3 2 0,-1 1 0,1 0 0,0-2 0,0-1 0,1 0 0,2 0 0,-2-3 0,2 0 0,0 1 0,0-2 0,3 2 0,-3-4 0,4 0 0,6-19 0,6-5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5T15:09:03.603"/>
    </inkml:context>
    <inkml:brush xml:id="br0">
      <inkml:brushProperty name="width" value="0.08571" units="cm"/>
      <inkml:brushProperty name="height" value="0.08571" units="cm"/>
      <inkml:brushProperty name="color" value="#00A0D7"/>
    </inkml:brush>
  </inkml:definitions>
  <inkml:trace contextRef="#ctx0" brushRef="#br0">247 650 12272,'-6'0'0,"0"0"0,4 0 0,-2 1 0,4 2 0,1-1 0,2 5 0,3 0 0,-1 0 0,1 0 0,2-1 0,0 1 0,-2 1 0,0 1 0,1 1 0,1-1 0,0 0 0,-1-1 0,0-1 0,0-1 0,-2-1 0,0 2 0,0-1 0,0-2 0,-3-1 0,-2-44 0,-5-10 0</inkml:trace>
  <inkml:trace contextRef="#ctx0" brushRef="#br0" timeOffset="214">330 595 12272,'6'0'0,"-1"1"0,-1 2 0,2 0 0,-2 3 0,1 1 0,-2 0 0,2 0 0,1-1 0,-1 1 0,-2 1 0,2 1 0,0 1 0,0-1 0,-2 0 0,2 0 0,0 0 0,0 0 0,-2 1 0,2-1 0,-1 0 0,1-1 0,-2-2 0,-2-2 0,3-4 0</inkml:trace>
  <inkml:trace contextRef="#ctx0" brushRef="#br0" timeOffset="1082">842 971 12179,'0'-5'24,"0"1"1,-4 4-1,-1 1-21,0 2 0,-3-1 0,1 4 0,-3 1-3,-2 1 1,-4 2-1,3 1 1,-1 3-1,-2 0 0,-2-2 0,0 2 0,0 1 0,-1-1 0,1-2 0,0 3 0,0 1 0,3-2 0,-1-1 0,4-4 0,2 0 0,2 0 0,0-2 0,3-1 0,0 1 0,0-3 0,3 0 0,-1 0 0,0-3 0,11-1 0,2-5 0</inkml:trace>
  <inkml:trace contextRef="#ctx0" brushRef="#br0" timeOffset="2033">1071 1374 12227,'6'0'0,"1"0"0,0 0 0,-2 0 0,1 0 0,-4-4 0,1-2 0,-6-3 0,1 3 0,-4 0 0,-1 0 0,-1 1 0,-5-2 0,1 3 0,0-1 0,-1-3 0,-2 3 0,-3 0 0,0 1 0,-1 2 0,-2 1 0,0 1 0,-1 0 0,0 0 0,0 4 0,-3 2 0,5 4 0,4 2 0,-2-1 0,4 4 0,0 1 0,2 2 0,5 0 0,1 0 0,2 1 0,2-1 0,2 0 0,3 1 0,3-2 0,3-2 0,1-2 0,1-2 0,1 0 0,-1 1 0,3-3 0,-2-4 0,-1 0 0,-1 0 0,-1-3 0,0 1 0,1-2 0,-1-1 0,-1-1 0,-1-2 0,-2-3 0,-1-2 0,-1-1 0,-3-1 0,0-1 0,0-2 0,0-2 0,0 3 0,0 0 0,0-1 0,-3 2 0,-1-2 0,-1 1 0,-2 0 0,2 0 0,-1 2 0,-1 1 0,-2 0 0,0 0 0,0 1 0,0 1 0,0 1 0,0 4 0,0-2 0,-1 3 0,1 2 0,0 3 0,3 1 0,1 4 0,1 0 0,1 0 0,3 0 0,0 0 0,28 21 0,8 4 0</inkml:trace>
  <inkml:trace contextRef="#ctx0" brushRef="#br0" timeOffset="2932">1264 1795 12294,'9'-1'0,"0"-1"0,0-1 0,-3 0 0,0 3 0,1 0 0,-2-1 0,2-2 0,-5 0 0,1-3 0,-3 0 0,-3-3 0,-2 3 0,-5 0 0,1-1 0,0 2 0,0 0 0,-1 0 0,-2-1 0,0 3 0,-2-2 0,0 1 0,0 2 0,-2 1 0,-2 1 0,0 0 0,-1 0 0,1 1 0,0 2 0,0 3 0,-1 2 0,1 2 0,0 0 0,0 1 0,3 1 0,-1 1 0,4-1 0,0 1 0,2 1 0,4 0 0,1 3 0,1-2 0,2 1 0,1 1 0,1 1 0,1-2 0,2-1 0,-1 1 0,4 1 0,1-2 0,1-3 0,1-2 0,1 0 0,-1-1 0,0 0 0,0-4 0,0-1 0,0-1 0,1 0 0,0 0 0,1-3 0,1-1 0,-1-2 0,1-2 0,-1-4 0,1 0 0,-1 0 0,-1-2 0,-2 0 0,0-1 0,-2 1 0,-4 1 0,1 1 0,-2-1 0,-1 1 0,0 0 0,-1 0 0,-1-1 0,-1-2 0,-5 1 0,-1 0 0,-2 3 0,0 2 0,-2 0 0,1-2 0,-1 1 0,0 0 0,3 5 0,-2-2 0,2 1 0,0 0 0,1 0 0,0 3 0,0 0 0,3 3 0,1 1 0,1 1 0,1 2 0,2 1 0,-2-2 0,2 2 0,-2-2 0,18 6 0,5 2 0</inkml:trace>
  <inkml:trace contextRef="#ctx0" brushRef="#br0" timeOffset="3732">1401 2124 12364,'3'-6'0,"1"0"0,1-1 0,-2 2 0,3 0 0,1 1 0,-1-2 0,0 3 0,1 1 0,1 1 0,1 1 0,0 0 0,-3 0 0,0 0 0,0 1 0,0 2 0,2 2 0,-3 4 0,0 0 0,0 0 0,-3 0 0,1 0 0,0 1 0,-3-1 0,0 0 0,0 0 0,-4 0 0,-2 0 0,-2 0 0,-1-3 0,-2 1 0,-1-3 0,-3 0 0,-2 0 0,-2 2 0,1-3 0,-1-1 0,-3-1 0,3-1 0,-3 0 0,0 0 0,1 0 0,-3 0 0,2-1 0,2-1 0,1-1 0,3 0 0,1 2 0,0-1 0,1-1 0,0 0 0,5 3 0,0 0 0,0 0 0,4 4 0,2 2 0,2 2 0,4 1 0,1 0 0,1 2 0,2 1 0,1-2 0,1 2 0,0-2 0,1 0 0,2 2 0,0 0 0,-1-1 0,-1-1 0,0 3 0,-1-1 0,0-1 0,0-1 0,0-1 0,-1 0 0,-2 1 0,3-4 0,-3 0 0,-2-4 0,-4-14 0,-5-9 0</inkml:trace>
  <inkml:trace contextRef="#ctx0" brushRef="#br0" timeOffset="4801">1428 2701 12425,'7'-3'0,"-1"0"0,1 1 0,-2 1 0,1 1 0,1 0 0,1-3 0,1 0 0,0 0 0,1-1 0,3 2 0,2-4 0,3-2 0,4 0 0,-2-4 0,5 0 0,1 0 0,4-2 0,-5 4 0,1-2 0,-3 3 0,-6 3 0,0-1 0,-4 4 0,-5 0 0,-8 3 0,-6 0 0,-4 1 0,-2 2 0,1-1 0,-3 4 0,0 1 0,-1 1 0,1 4 0,-2 2 0,1-1 0,-2 0 0,3 2 0,0-3 0,1 1 0,1 0 0,2-2 0,2 3 0,2 0 0,3-3 0,2-1 0,1-1 0,0 0 0,7-4 0,3-2 0,2-2 0,2-1 0,2 0 0,-1 0 0,2-1 0,2-2 0,-1 1 0,0-4 0,2-1 0,1-1 0,-2-1 0,3 0 0,-4-1 0,-3 1 0,0 0 0,-4 0 0,1 0 0,-4 4 0,-8 1 0,-6 5 0,-2 2 0,-1 2 0,0 3 0,-2-1 0,-1-1 0,2 0 0,-2 3 0,1 2 0,-2 1 0,3-2 0,-2 3 0,1-1 0,-1 1 0,1 2 0,-1-2 0,2 1 0,1 3 0,3-3 0,1 0 0,0 0 0,0 1 0,3-3 0,-2 2 0,3-1 0,1-2 0,0 0 0,0-2 0,-4 0 0,-1 0 0</inkml:trace>
  <inkml:trace contextRef="#ctx0" brushRef="#br0" timeOffset="5398">2005 2985 12654,'6'-6'0,"0"1"0,2 1 0,0-2 0,1 2 0,0-2 0,0 3 0,-4-1 0,-2 1 0,-2 2 0,-2-3 0,-2 4 0,-3 0 0,1 1 0,-1 1 0,-1 2 0,-1 1 0,-3 1 0,0 4 0,-1-1 0,1 0 0,-2 1 0,0 1 0,1 2 0,-1 2 0,2-3 0,-3 2 0,0 0 0,3 1 0,-2-1 0,1 1 0,1-2 0,0 1 0,2-4 0,0 2 0,0-2 0,0-1 0,4-4 0,9-1 0,6-4 0</inkml:trace>
  <inkml:trace contextRef="#ctx0" brushRef="#br0" timeOffset="5782">2124 3086 12725,'5'0'-33,"-2"1"28,-6 2 1,-2 1 0,-3 3 0,1-1 0,1 1 1,0 1-1,-3 1 1,-2 1-1,-1-1 0,2 0 0,-2 1 0,1 1-1,-2 1 0,3 4 0,-3-3 0,1 0-1,0 0 0,-1 1 0,4-3 0,0 1-2,0-1 0,3-4 0,1-1 8,1 2 0,9-17 0,5-2 0</inkml:trace>
  <inkml:trace contextRef="#ctx0" brushRef="#br0" timeOffset="6132">1923 3086 12613,'4'-5'0,"-3"0"0,7 6 0,-2 3 0,-1-2 0,0 4 0,-1 1 0,2-2 0,-1 1 0,-1 1 0,0 1 0,2 1 0,-2 0 0,0-2 0,0-1 0,15 16 0,2 8 0</inkml:trace>
  <inkml:trace contextRef="#ctx0" brushRef="#br0" timeOffset="6782">2097 3305 12635,'0'-5'0,"0"1"0,0 4 0,3 1 0,0 2 0,3 2 0,-2 4 0,1 1 0,-3-4 0,2 0 0,0 1 0,-3 1 0,3 1 0,0 0 0,-3 1 0,2-1 0,-1 0 0,-4-4 0,-1-2 0,-3-2 0,-2-1 0,-1 0 0,0 0 0,0 0 0,-3-1 0,-1-1 0,2-1 0,1 1 0,1 1 0,0 1 0,-1 0 0,4 0 0,0 0 0,-1 0 0,3 1 0,1 2 0,2 2 0,1 4 0,0 0 0,0 1 0,3-1 0,1 0 0,0 0 0,0 0 0,3 0 0,-2 0 0,2 1 0,-1-1 0,-3 0 0,2 0 0,0 0 0,0 0 0,-2 0 0,2-2-2,-1-1 2,3 0 0,-6-13 0,3-4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5T15:09:36.165"/>
    </inkml:context>
    <inkml:brush xml:id="br0">
      <inkml:brushProperty name="width" value="0.08571" units="cm"/>
      <inkml:brushProperty name="height" value="0.08571" units="cm"/>
      <inkml:brushProperty name="color" value="#00A0D7"/>
    </inkml:brush>
  </inkml:definitions>
  <inkml:trace contextRef="#ctx0" brushRef="#br0">651 119 12211,'5'-4'0,"0"3"0,-2-2 0,-2 1 0,2-1 0,-2 1 0,-1-4 0,0 3 0,0-3 0,0 3 0,0-4 0,0 0 0,0 2 0,-1 0 0,-1 0 0,-1 0 0,-1 2 0,2-3 0,-2 0 0,-1 1 0,2-2 0,-3 2 0,-2 0 0,3 3 0,0-2 0,0 1 0,0 0 0,-1 0 0,-3 3 0,0 0 0,-1 0 0,1 0 0,0 0 0,0 0 0,0 0 0,0 0 0,0 3 0,-1 1 0,1 0 0,0 0 0,0 2 0,0-1 0,0 0 0,-1 2 0,1-2 0,0 1 0,0 0 0,0-1 0,0 3 0,-1-3 0,-2 1 0,0 1 0,1-1 0,4 2 0,1-1 0,-1-1 0,-2 0 0,0 2 0,1-1 0,2-1 0,-2 0 0,2 1 0,-1-1 0,1 1 0,-3-2 0,3 0 0,-2-1 0,-1 3 0,0-1 0,0-1 0,0 1 0,-1-2 0,4 2 0,0-2 0,-1 1 0,-1-2 0,-1 3 0,1-3 0,1 2 0,0-1 0,2 3 0,-2-2 0,1 1 0,3-2 0,-2-3 0,0 1 0,0 1 0,2 1 0,-3-1 0,1-1 0,-3 3 0,2-1 0,3-1 0,-3-3 0,-1 0 0,3 1 0,0 1 0,0 1 0,-2-1 0,1-1 0,-1-1 0,-2 0 0,3 0 0,-1 0 0,-1 0 0,-1 3 0,-1 0 0,4 0 0,1-3 0</inkml:trace>
  <inkml:trace contextRef="#ctx0" brushRef="#br0" timeOffset="783">193 92 12500,'-5'-4'0,"2"-3"0,2 2 0,1-1 0,0 3 0,0-3 0,0 3 0,0-3 0,0 4 0,0-2 0,0 4 0,3 1 0,1 2 0,1 3 0,-2-1 0,3 1 0,1 1 0,1 1 0,2 2 0,-1 0 0,0 2 0,0-2 0,0 2 0,0-1 0,1-2 0,-1 0 0,0 0 0,0 0 0,0 0 0,-3-3 0,0 1 0,1 0 0,2 1 0,-3-3 0,0-2 0,-4-1 0,1 1 0,-2-2 0,-1 3 0,-16-16 0,-5-3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30T03:54:34.405"/>
    </inkml:context>
    <inkml:brush xml:id="br0">
      <inkml:brushProperty name="width" value="0.2" units="cm"/>
      <inkml:brushProperty name="height" value="0.2" units="cm"/>
      <inkml:brushProperty name="color" value="#004F8B"/>
    </inkml:brush>
  </inkml:definitions>
  <inkml:trace contextRef="#ctx0" brushRef="#br0">240 1 27012,'-22'0'-4,"0"0"1,8 0 0,-1 0 2,10 0 1,-7 0-1,5 0 0,5 0 1,-18 0 0,18 0-2,-8 0 2,1 0 0,6 0 0,-9 0 0,5 0 0,4 0 0,-16 0 0,17 0 0,-8 0 0,0 0 0,8 0 0,-8 0 0,0 0 0,8 0 0,-8 0 0,30 0 0,-6 0 0,15 0 0,-12 0 0,-2 0 0,2 0 0,-5 0 0,2 0 0,3 0 0,3 0 0,1 0 0,1 0 0,0 0 0,0 0 0,-1 0 0,1 0 0,0 0 0,0 0 0,0 0 0,-1 0 0,1 0 0,0 0 0,0 0 0,-1 0 0,1 0 0,-7 0 0,-1 0 0,3 0 0,3 0 0,-6 0 0,1 0 0,2 0 0,2 0 0,-5 0 0,1 0 0,2 0 0,-5 0 0,2 0 0,3 0 0,3 0 0,2 0 0,-1 0 0,1 0 0,0 0 0,0 0 0,-1 0 0,1 0 0,0 0 0,0 0 0,0 0 0,-1 0 0,1 0 0,0 0 0,-8 0 0,1 0 0,2 0 0,2 0 0,3 0 0,0 0 0,0 0 0,-1 0 0,1 0 0,0 0 0,0 0 0,-1 0 0,1 0 0,0 0 0,0 0 0,0 0 0,-1 0 0,1 0 0,0 0 0,0 0 0,-1 0 0,-6 0 0,-1 0 0,3 0 0,3 0 0,1 0 0,1 0 0,0 0 0,0 0 0,0 0 0,-1 0 0,1 0 0,-7 0 0,-1 0 0,3 0 0,2 0 0,3 0 0,0 0 0,0 0 0,0 0 0,-1 0 0,1 0 0,0 0 0,0 0 0,7 0 0,0 0 0,-3 0 0,-1 0 0,-4 0 0,1 0 0,0 0 0,0 0 0,7 0 0,0 0 0,0 0 0,2 0 0,-7 0 0,5 0 0,-2 0 0,2 0 0,-5 0 0,8 0 0,-3 0 0,0 0 0,7 0 0,-4 0 0,-1 0 0,0 0 0,6 0 0,-6 0 0,1 0 0,-1 0 0,8 0 0,-5 0 0,2 0 0,0 0 0,-7 0 0,8 0 0,-1 0 0,-2 0 0,7 0 0,-7 0 0,2 0 0,0 0 0,1 0 0,4 0 0,-2 0 0,-3 0 0,-7 0 0,7 0 0,0 0 0,-2 0 0,5 0 0,-10 0 0,0 0 0,3 0 0,-1 0 0,5 0 0,-4 0 0,-1 0 0,-7 0 0,8 0 0,-3 0 0,0 0 0,2 0 0,-4 0 0,5 0 0,1 0 0,-4 0 0,5 0 0,0 0 0,0 0 0,-5 0 0,7 0 0,1 0 0,-3 0 0,4 0 0,-9 0 0,0 0 0,3 0 0,-6 0 0,8 0 0,0 0 0,0 0 0,-5 0 0,5 0 0,-3 0 0,-4 0 0,4 0 0,1 0 0,-1 0 0,1 0 0,4 0 0,-4 0 0,-1 0-1,0 0 1,8 0 0,-5 0 0,2 0 0,1 0 0,-8 0 0,5 0 0,-1 0-1,1 0 1,-5 0 0,8 0 0,-1 0-1,-2 0 1,5 0 0,-8 0 0,3 0-1,5 0 1,-6 0 0,1 0 0,0 0-1,0 0 1,0 0-1,5 0 1,-5 0-1,-3 0 0,8 0 1,-5 0-1,2 0 0,0 0 1,-7 0-1,5 0 1,0 0-1,0 0 0,-8 0 0,6 0 1,-3 0-1,0 0 0,2 0 0,-4 0 0,2 0 0,-2 0 0,-3 0 0,-2 0 1,2 0-1,5 0 0,-5 0 0,5 0 0,-5 0 0,-2 0 0,0 0 0,0 0 0,-1 0 0,1 0 0,7 0 0,0 0 0,-2 0-1,-3 0 0,-2 0 0,2 0 0,3 0-5,2 0 0,0 0 1,-5 0-1,3 0-2,2 0 1,2 0 0,-4 0 0,4 0-2,3 0 1,-5 0-1,5 0 1,0 0-1,0 0 1,-5 0 0,7 0-1,3 0 2,2 0 0,-5 0 0,0 0 0,3 0 0,2 0 1,-4 0-1,-1 0 1,3 0-1,2 0 1,-3 0 0,1 0-1,2 0-1,-2 0 1,0 0-1,4 0 1,1 0-2,-1 0 1,3 0-1,3 0 1,1 0-1,-1 0 0,-1 0 0,1 0 1,4 0 0,3 0 0,-8 0 1,5 0-1,0 0 0,5 0 1,-2 0 0,0 0 0,-3 0-1,-5 0 0,8 0 0,0 0 1,2 0-2,0 0 0,-10 0 0,5 0 0,-2 0 0,0 0 0,0 0 1,-5 0-1,2 0 1,3 0 1,0 0-1,-8 0 1,1 0-1,0 0 1,2 0-1,2 0 1,3 0-2,-3 0 1,1 0 0,-1 0 0,3 0-1,-3 0 0,8 0 0,-1 0 1,3 0-1,1 0 1,-9 0 0,8 0 0,3 0 0,2 0 1,2 0-1,0 0 1,1 0-2,-1 0 1,8 0-1,-1 0 1,-2 0-1,-2 0 0,5 0 0,-1 0 0,1 0 0,2 0 0,-7 0 0,4 0 0,-4 0-1,-3 0 0,3 0 0,2 0 0,1 0-1,-9 0 0,4 0 0,-8 0 0,5 0-1,2 0 1,-7 0 0,-2 0 0,-1 0 0,1 0 1,2 0-1,7 0 1,1 0-1,-1 0 0,-7 0 0,0 0 0,3 0-1,2 0 1,2 0 0,-2 0 0,-3 0 0,-2 0 0,-7 0 1,7 0-1,0 0 1,-2 0 0,5 0 0,-8 0 0,2 0 0,6 0 0,-5 0 0,-1 0 1,-2 0 0,-4 0 0,4 0 0,-2 0 1,-3 0 0,-2 0 0,-2 0 0,-1 0 1,1 0 0,-1 0 1,1 0-1,2 0 1,2 0 0,3 0 0,0 0 0,-7 0 1,-1 0-1,1 0 0,-1 0 1,1 0-1,2 0 0,5 0 0,-5 0 0,4 0 0,-4 0 0,-2 0 1,-1 0-1,1 0 1,0 0 0,-1 0 0,1 0 0,-1 0 0,3 0 0,5 0 1,-5 0 0,5 0 0,-5 0-1,-3 0 1,1 0-1,-1 0 1,1 0-1,0 0 0,6 0 0,1 0 0,0 0 0,2 0 0,-4 0 0,6 0 0,1 0 0,0 0 0,-6 0 1,8 0-1,0 0 0,-2 0 1,5 0 0,-8 0-1,2 0 0,6 0 1,-1 0-1,1 0 1,-5 0-1,-3 0 0,7 0 0,-4 0 0,0 0 0,-6 0 1,4 0-1,-4 0 1,-1 0-1,-3 0 1,-3 0 0,1 0 0,0 0-1,-1 0 1,8 0 0,0 0-1,-3 0 0,-2 0 0,-2 0 1,-1 0-1,3 0 0,5 0 0,-8 0 1,3 0-1,-7 0 0,0 0 1,2 0-1,0 0 1,-2 0-1,-3 0 1,-7 0 0,5 0 0,0 0 0,0 0 0,-5 0 0,5 0 0,0 0 0,-1 0 0,-3 0 0,6 0 0,0 0-1,-2 0 1,7 0-1,-7 0 1,2 0-1,1 0 0,-1 0 1,7 0-1,-1 0 0,-6 0 1,5 0 0,-5 0 0,5 0 0,3 0 0,0 0 0,-1 0 0,-2 0 0,-4 0 1,4 0-1,-5 0 1,3 0-1,-3 0 0,3 0 0,-8 0 1,3 0-1,5 0 0,-1 0 0,1 0 0,-5 0 0,-3 0 0,8 0 0,-3 0 0,3 0 0,-3 0 0,6 0 0,-6 0 1,5 0-1,3 0 1,-1 0-1,-2 0 1,-2 0-1,-3 0 1,1 0 0,4 0 0,-3 0 0,-1 0 0,-8 0 0,5 0 0,-1 0-1,1 0 1,-7 0 0,2 0 0,-5 0-1,-2 0 1,0 0 0,0 0 0,-1 0-1,1 0 1,0 0-1,0 0 1,-1 0-1,1 0 1,2 0 0,3 0-1,2 0 1,-2 0 0,-3 0 0,-2 0 0,2 0 0,5 0 0,-5 0 1,5 0-1,-2 0 1,2 0 0,-5 0 0,5 0 0,-2 0 0,2 0 0,-5 0 0,7 0 0,-2 0 0,0 0 0,8 0 0,-6 0 1,1 0-2,-1 0 1,5 0 0,-4 0 0,-1 0-1,1 0 1,4 0 0,-5 0 0,1 0-1,-1 0 1,6 0-1,-6 0 1,1 0 0,-1 0 0,0 0 0,-4 0 0,2 0 0,-2 0 0,4 0 1,-2 0-1,-2 0 0,-3 0 1,5 0 0,2 0 0,1 0-1,-1 0 1,1 0 0,-6 0 0,6 0-1,2 0 1,2 0-1,5 0 1,-2 0-1,-3 0 0,3 0 0,9 0 0,3 0-1,-2 0 1,-1 0 0,0 0 0,3 0-1,-2 0 1,4 0 0,0 0 0,0 0 0,0 0 0,1 0 0,-3 0 0,4 0-1,1 0 1,-3 0 0,-7 0 0,2 0-1,3 0 0,7 0 1,-7 0-1,-3 0 0,-2 0 0,-2 0 1,0 0-1,-1 0 0,1 0 0,-1 0 0,1 0 0,-3 0 0,-5 0 1,3 0-1,-8 0 1,1 0-1,-1 0 0,-2 0 1,-4 0-1,1 0-1,3 0 0,0 0 1,-7 0-1,0 0 0,0 0 0,-1 0-1,1 0 1,-7 0 0,-1 0 0,3 0 0,-5 0 0,3 0-3,2 0 1,2 0-1,3 0 1,0 0 0,-1 0 0,1 0 3,0 0 0,0 0 0,-1 0 0,1 0 1,0 0-1,0 0 1,0 0 1,-1 0 0,1 0 0,2 0-1,5 0 1,-5 0 0,6 0-1,-6 0 1,-3 0 0,9 0 0,1 0 0,0 0 0,1 0 0,-3 0 0,-7 0 0,2 0-1,5 0 1,-5 0 0,5 0 0,-5 0-1,-2 0 1,0 0-1,0 0 1,-1 0-2,1 0 1,0 0 0,0 0-1,0 0 1,-1 0 0,1 0-1,0 0 1,0 0 0,-1 0-1,1 0 1,0 0 0,0 0 0,0 0 1,-8 0 0,1 0 0,2 0-1,2 0 1,-5 0 0,1 0 0,2 0 0,2 0 0,3 0 1,0 0-1,0 0 0,-8 0 1,1 0-1,2 0 0,2 0 1,3 0 0,-1 0 0,1 0-1,0 0 1,2 0 0,3 0 0,2 0-1,-3 0 1,1 0 0,0 0 0,2 0-1,-3 0 1,6 0-1,-1 0 1,1 0-1,-1 0 0,5 0 0,-4 0 1,-1 0-1,1 0-1,4 0 1,-4 0 0,1 0 0,6 0 0,-7 0 0,-1 0 0,-2 0-1,0 0 1,7 0 0,-7 0 0,-2 0 0,-3 0 0,0 0 0,3 0 0,2 0 0,-2 0 0,-3 0 0,-2 0 0,-1 0-1,1 0 0,0 0 0,0 0 0,0 0 1,7 0-1,0 0 1,-3 0 0,-2 0 0,-2 0 0,0 0-1,0 0 1,0 0 0,-1 0 0,1 0-1,0 0 1,7 0 0,0 0 0,-2 0-1,-3 0 1,-2 0 0,-1 0 0,1 0-1,0 0 1,0 0 0,2 0-1,2 0 0,4 0 1,-1 0 0,-5 0-1,2 0 0,3 0 1,0 0 0,-4 0-1,1 0 0,3 0 1,3 0 0,-6 0-1,3 0 0,-2 0 1,0 0-1,-1 0 1,3 0-1,-2 0 1,-3 0-1,0 0 1,3 0-1,2 0 1,0 0-1,-7 0 1,0 0-1,-1 0 1,1 0-1,0 0 1,0 0-1,-1 0 1,1 0-1,0 0 1,0 0-1,-1 0 1,1 0 0,0 0-1,0 0 0,0 0 1,-1 0 0,1 0 0,0 0 0,0 0 0,-1 0 0,1 0 0,0 0 0,0 0 0,0 0 0,-1 0 0,1 0-1,0 0 1,0 0 0,-1 0-1,1 0 1,0 0 0,0 0-2,0 0 1,-1 0-1,1 0 1,0 0 0,0 0 0,-8 0 0,1 0 0,-8 0 0,7 0 0,-6 0 1,6 0 0,-6 0-3,6 0 2,-9 0 1,14 0 0,-7 0 1,10 0 0,-7 0 1,-1 0-1,3 0 0,-5 0 0,3 0-1,2 0 1,2 0 0,3 0 0,0 0 1,-1 0-1,1 0 0,-7 0 1,-1 0-1,3 0 1,2 0-1,3 0 0,0 0 1,0 0 0,0 0-1,-1 0 1,1 0 0,0 0 0,0 0-1,-1 0 1,1 0 0,0 0-1,0 0 1,0 0 0,-1 0-1,1 0 1,0 0-1,0 0 1,-1 0 0,1 0 0,0 0-1,0 0 0,0 0 1,-1 0-1,1 0 1,-7 0-1,-1 0 1,-7 0-1,8 0 1,-8 0-1,8 0 1,-1 0-1,8 0 1,0 0-1,0 0 1,-1 0-1,1 0 0,0 0 1,-8 0-1,1 0 0,2 0 1,2 0-1,3 0 0,0 0 1,-1 0-1,1 0 0,0 0 0,0 0 0,0 0 0,-1 0 1,1 0-1,0 0 0,-8 0 1,1 0-1,2 0 1,-5 0-1,3 0 0,1 0 0,-3 0 0,1 0 0,1 0 0,6 0 0,1 0-1,0 0 1,-8 0-1,1 0 0,-1 0 1,1 0-1,0 0 0,-11 0-3,6 0 4,0 0 0,-5 0 0,9 0 0,-7 0 0,8 0 0,-8 0-1,8 0 1,-8 0-2,7 0 1,1 0-1,7 0 1,-1 0 1,-6 0 0,-1 0 0,-6 0-1,6 0 1,-6 0-1,6 0-1,-9 0 1,14 0 1,-7 0 0,10 0-1,0 0 1,-10 0 0,7 0 0,-4 0 0,-3 0 0,2 0 1,-6 0-1,6 0 1,-6 0 0,6 0-1,3 0 0,-5 0 0,3 0 0,-1 0 0,8 0 0,-8 0 1,1 0-2,2 0 0,-5 0-1,2 0 1,1 0 0,7 0 1,-8 0-1,1 0 0,2 0 0,-5 0 0,2 0 1,-6 0-1,6 0 1,1 0-1,6 0 1,-6 0-2,-1 0 1,-9 0 0,15 0 1,-16 0-2,11 0 2,-10 0 0,7 0-1,-5 0-10,-4 0 12,-13 0 0,5 0 0,-14 0 0,19 0 0,-10 0 0,8 0 0,-8 0 0,-19 0 0,-7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2AE71F-675C-4BAB-BBFE-79B63970366C}" type="datetimeFigureOut">
              <a:t>4/21/2025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307079-28A9-4B30-94ED-1A3984132A94}" type="slidenum">
              <a:t>‹#›</a:t>
            </a:fld>
            <a:endParaRPr lang="en-US"/>
          </a:p>
        </p:txBody>
      </p:sp>
    </p:spTree>
    <p:extLst>
      <p:ext uri="{BB962C8B-B14F-4D97-AF65-F5344CB8AC3E}">
        <p14:creationId xmlns:p14="http://schemas.microsoft.com/office/powerpoint/2010/main" val="2734624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youtube.com/watch?v=TJK1PvfAgQU" TargetMode="External"/><Relationship Id="rId2" Type="http://schemas.openxmlformats.org/officeDocument/2006/relationships/slide" Target="../slides/slide12.xml"/><Relationship Id="rId1" Type="http://schemas.openxmlformats.org/officeDocument/2006/relationships/notesMaster" Target="../notesMasters/notesMaster1.xml"/><Relationship Id="rId4" Type="http://schemas.openxmlformats.org/officeDocument/2006/relationships/hyperlink" Target="https://www.youtube.com/watch?v=70BOKA0PmdE" TargetMode="Externa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www.youtube.com/watch?v=TJK1PvfAgQU" TargetMode="External"/><Relationship Id="rId2" Type="http://schemas.openxmlformats.org/officeDocument/2006/relationships/slide" Target="../slides/slide13.xml"/><Relationship Id="rId1" Type="http://schemas.openxmlformats.org/officeDocument/2006/relationships/notesMaster" Target="../notesMasters/notesMaster1.xml"/><Relationship Id="rId4" Type="http://schemas.openxmlformats.org/officeDocument/2006/relationships/hyperlink" Target="https://www.youtube.com/watch?v=70BOKA0PmdE" TargetMode="Externa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www.youtube.com/watch?v=TJK1PvfAgQU" TargetMode="External"/><Relationship Id="rId2" Type="http://schemas.openxmlformats.org/officeDocument/2006/relationships/slide" Target="../slides/slide14.xml"/><Relationship Id="rId1" Type="http://schemas.openxmlformats.org/officeDocument/2006/relationships/notesMaster" Target="../notesMasters/notesMaster1.xml"/><Relationship Id="rId4" Type="http://schemas.openxmlformats.org/officeDocument/2006/relationships/hyperlink" Target="https://www.youtube.com/watch?v=70BOKA0PmdE"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www.seti.net/NewToSETINet/aboutSETINet/about.php" TargetMode="External"/><Relationship Id="rId2" Type="http://schemas.openxmlformats.org/officeDocument/2006/relationships/slide" Target="../slides/slide29.xml"/><Relationship Id="rId1" Type="http://schemas.openxmlformats.org/officeDocument/2006/relationships/notesMaster" Target="../notesMasters/notesMaster1.xml"/><Relationship Id="rId4" Type="http://schemas.openxmlformats.org/officeDocument/2006/relationships/hyperlink" Target="https://www.seti.net/indepth/waterhole/waterhole.php" TargetMode="Externa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85DF45D-9EB7-48AA-9FEF-AFCA1E74AF7E}" type="slidenum">
              <a:rPr lang="en-US"/>
              <a:t>2</a:t>
            </a:fld>
            <a:endParaRPr lang="en-US"/>
          </a:p>
        </p:txBody>
      </p:sp>
    </p:spTree>
    <p:extLst>
      <p:ext uri="{BB962C8B-B14F-4D97-AF65-F5344CB8AC3E}">
        <p14:creationId xmlns:p14="http://schemas.microsoft.com/office/powerpoint/2010/main" val="1831599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785DF45D-9EB7-48AA-9FEF-AFCA1E74AF7E}" type="slidenum">
              <a:rPr lang="en-US"/>
              <a:t>3</a:t>
            </a:fld>
            <a:endParaRPr lang="en-US"/>
          </a:p>
        </p:txBody>
      </p:sp>
    </p:spTree>
    <p:extLst>
      <p:ext uri="{BB962C8B-B14F-4D97-AF65-F5344CB8AC3E}">
        <p14:creationId xmlns:p14="http://schemas.microsoft.com/office/powerpoint/2010/main" val="31740764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785DF45D-9EB7-48AA-9FEF-AFCA1E74AF7E}" type="slidenum">
              <a:rPr lang="en-US"/>
              <a:t>4</a:t>
            </a:fld>
            <a:endParaRPr lang="en-US"/>
          </a:p>
        </p:txBody>
      </p:sp>
    </p:spTree>
    <p:extLst>
      <p:ext uri="{BB962C8B-B14F-4D97-AF65-F5344CB8AC3E}">
        <p14:creationId xmlns:p14="http://schemas.microsoft.com/office/powerpoint/2010/main" val="25943673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785DF45D-9EB7-48AA-9FEF-AFCA1E74AF7E}" type="slidenum">
              <a:rPr lang="en-US"/>
              <a:t>5</a:t>
            </a:fld>
            <a:endParaRPr lang="en-US"/>
          </a:p>
        </p:txBody>
      </p:sp>
    </p:spTree>
    <p:extLst>
      <p:ext uri="{BB962C8B-B14F-4D97-AF65-F5344CB8AC3E}">
        <p14:creationId xmlns:p14="http://schemas.microsoft.com/office/powerpoint/2010/main" val="19747678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785DF45D-9EB7-48AA-9FEF-AFCA1E74AF7E}" type="slidenum">
              <a:rPr lang="en-US"/>
              <a:t>6</a:t>
            </a:fld>
            <a:endParaRPr lang="en-US"/>
          </a:p>
        </p:txBody>
      </p:sp>
    </p:spTree>
    <p:extLst>
      <p:ext uri="{BB962C8B-B14F-4D97-AF65-F5344CB8AC3E}">
        <p14:creationId xmlns:p14="http://schemas.microsoft.com/office/powerpoint/2010/main" val="2896867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785DF45D-9EB7-48AA-9FEF-AFCA1E74AF7E}" type="slidenum">
              <a:rPr lang="en-US"/>
              <a:t>7</a:t>
            </a:fld>
            <a:endParaRPr lang="en-US"/>
          </a:p>
        </p:txBody>
      </p:sp>
    </p:spTree>
    <p:extLst>
      <p:ext uri="{BB962C8B-B14F-4D97-AF65-F5344CB8AC3E}">
        <p14:creationId xmlns:p14="http://schemas.microsoft.com/office/powerpoint/2010/main" val="32556285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785DF45D-9EB7-48AA-9FEF-AFCA1E74AF7E}" type="slidenum">
              <a:rPr lang="en-US"/>
              <a:t>8</a:t>
            </a:fld>
            <a:endParaRPr lang="en-US"/>
          </a:p>
        </p:txBody>
      </p:sp>
    </p:spTree>
    <p:extLst>
      <p:ext uri="{BB962C8B-B14F-4D97-AF65-F5344CB8AC3E}">
        <p14:creationId xmlns:p14="http://schemas.microsoft.com/office/powerpoint/2010/main" val="39769881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Sharing Spectrum and Services in the 7-24 GHz  Upper Midband</a:t>
            </a:r>
          </a:p>
          <a:p>
            <a:r>
              <a:rPr lang="en-US" dirty="0"/>
              <a:t>18.8 − 20.2 GHz: While the propagation characteristics of this band are less favorable than the lower ones, hotspots and Wireless Local Area Network (WLAN) can benefit of the higher bandwidth, comparable to the ones available at the higher </a:t>
            </a:r>
            <a:r>
              <a:rPr lang="en-US" dirty="0" err="1"/>
              <a:t>mmWave</a:t>
            </a:r>
            <a:r>
              <a:rPr lang="en-US" dirty="0"/>
              <a:t> frequencies, while maintaining good coverage (above 80%), </a:t>
            </a:r>
            <a:endParaRPr lang="en-US" dirty="0">
              <a:ea typeface="Calibri"/>
              <a:cs typeface="Calibri"/>
            </a:endParaRPr>
          </a:p>
          <a:p>
            <a:r>
              <a:rPr lang="en-US" dirty="0">
                <a:ea typeface="Calibri"/>
                <a:cs typeface="Calibri"/>
              </a:rPr>
              <a:t>NON Federal :</a:t>
            </a:r>
            <a:br>
              <a:rPr lang="en-US" dirty="0">
                <a:ea typeface="Calibri" panose="020F0502020204030204"/>
                <a:cs typeface="+mn-lt"/>
              </a:rPr>
            </a:br>
            <a:r>
              <a:rPr lang="en-US" dirty="0">
                <a:ea typeface="Calibri"/>
                <a:cs typeface="Calibri"/>
              </a:rPr>
              <a:t>18.4-18.6 SRS and EESS are passive </a:t>
            </a:r>
          </a:p>
          <a:p>
            <a:r>
              <a:rPr lang="en-US" dirty="0">
                <a:ea typeface="Calibri"/>
                <a:cs typeface="Calibri"/>
              </a:rPr>
              <a:t>NSF 17.8-19.7 Radio </a:t>
            </a:r>
            <a:r>
              <a:rPr lang="en-US" dirty="0" err="1">
                <a:ea typeface="Calibri"/>
                <a:cs typeface="Calibri"/>
              </a:rPr>
              <a:t>asstoronomy</a:t>
            </a:r>
            <a:r>
              <a:rPr lang="en-US" dirty="0">
                <a:ea typeface="Calibri"/>
                <a:cs typeface="Calibri"/>
              </a:rPr>
              <a:t> research </a:t>
            </a:r>
          </a:p>
          <a:p>
            <a:r>
              <a:rPr lang="en-US" dirty="0" err="1">
                <a:ea typeface="Calibri"/>
                <a:cs typeface="Calibri"/>
              </a:rPr>
              <a:t>FEderal</a:t>
            </a:r>
            <a:r>
              <a:rPr lang="en-US" dirty="0">
                <a:ea typeface="Calibri"/>
                <a:cs typeface="Calibri"/>
              </a:rPr>
              <a:t> FSS the DL of </a:t>
            </a:r>
            <a:r>
              <a:rPr lang="en-US" dirty="0" err="1">
                <a:ea typeface="Calibri"/>
                <a:cs typeface="Calibri"/>
              </a:rPr>
              <a:t>som</a:t>
            </a:r>
            <a:r>
              <a:rPr lang="en-US" dirty="0">
                <a:ea typeface="Calibri"/>
                <a:cs typeface="Calibri"/>
              </a:rPr>
              <a:t> satellite network </a:t>
            </a:r>
          </a:p>
          <a:p>
            <a:r>
              <a:rPr lang="en-US" dirty="0">
                <a:ea typeface="Calibri"/>
                <a:cs typeface="Calibri"/>
              </a:rPr>
              <a:t>18.6-18.8NASA passive sensing of the Earth from the space  rain rates Sea State, sea ice, ocean wind speed and humidity. </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785DF45D-9EB7-48AA-9FEF-AFCA1E74AF7E}" type="slidenum">
              <a:rPr lang="en-US"/>
              <a:t>9</a:t>
            </a:fld>
            <a:endParaRPr lang="en-US"/>
          </a:p>
        </p:txBody>
      </p:sp>
    </p:spTree>
    <p:extLst>
      <p:ext uri="{BB962C8B-B14F-4D97-AF65-F5344CB8AC3E}">
        <p14:creationId xmlns:p14="http://schemas.microsoft.com/office/powerpoint/2010/main" val="3807211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785DF45D-9EB7-48AA-9FEF-AFCA1E74AF7E}" type="slidenum">
              <a:rPr lang="en-US"/>
              <a:t>10</a:t>
            </a:fld>
            <a:endParaRPr lang="en-US"/>
          </a:p>
        </p:txBody>
      </p:sp>
    </p:spTree>
    <p:extLst>
      <p:ext uri="{BB962C8B-B14F-4D97-AF65-F5344CB8AC3E}">
        <p14:creationId xmlns:p14="http://schemas.microsoft.com/office/powerpoint/2010/main" val="36874553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785DF45D-9EB7-48AA-9FEF-AFCA1E74AF7E}" type="slidenum">
              <a:rPr lang="en-US"/>
              <a:t>11</a:t>
            </a:fld>
            <a:endParaRPr lang="en-US"/>
          </a:p>
        </p:txBody>
      </p:sp>
    </p:spTree>
    <p:extLst>
      <p:ext uri="{BB962C8B-B14F-4D97-AF65-F5344CB8AC3E}">
        <p14:creationId xmlns:p14="http://schemas.microsoft.com/office/powerpoint/2010/main" val="41660318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https://www.youtube.com/watch?v=TJK1PvfAgQU</a:t>
            </a:r>
            <a:endParaRPr lang="en-US" dirty="0"/>
          </a:p>
          <a:p>
            <a:r>
              <a:rPr lang="en-US" dirty="0">
                <a:hlinkClick r:id="rId4"/>
              </a:rPr>
              <a:t>https://www.youtube.com/watch?v=70BOKA0PmdE</a:t>
            </a:r>
            <a:endParaRPr lang="en-US" dirty="0">
              <a:ea typeface="Calibri" panose="020F0502020204030204"/>
              <a:cs typeface="Calibri" panose="020F0502020204030204"/>
              <a:hlinkClick r:id="rId4"/>
            </a:endParaRPr>
          </a:p>
          <a:p>
            <a:endParaRPr lang="en-US" dirty="0">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785DF45D-9EB7-48AA-9FEF-AFCA1E74AF7E}" type="slidenum">
              <a:rPr lang="en-US"/>
              <a:t>12</a:t>
            </a:fld>
            <a:endParaRPr lang="en-US"/>
          </a:p>
        </p:txBody>
      </p:sp>
    </p:spTree>
    <p:extLst>
      <p:ext uri="{BB962C8B-B14F-4D97-AF65-F5344CB8AC3E}">
        <p14:creationId xmlns:p14="http://schemas.microsoft.com/office/powerpoint/2010/main" val="31131697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https://www.youtube.com/watch?v=TJK1PvfAgQU</a:t>
            </a:r>
            <a:endParaRPr lang="en-US" dirty="0"/>
          </a:p>
          <a:p>
            <a:r>
              <a:rPr lang="en-US" dirty="0">
                <a:hlinkClick r:id="rId4"/>
              </a:rPr>
              <a:t>https://www.youtube.com/watch?v=70BOKA0PmdE</a:t>
            </a:r>
            <a:endParaRPr lang="en-US" dirty="0">
              <a:ea typeface="Calibri" panose="020F0502020204030204"/>
              <a:cs typeface="Calibri" panose="020F0502020204030204"/>
              <a:hlinkClick r:id="rId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785DF45D-9EB7-48AA-9FEF-AFCA1E74AF7E}" type="slidenum">
              <a:rPr lang="en-US"/>
              <a:t>13</a:t>
            </a:fld>
            <a:endParaRPr lang="en-US"/>
          </a:p>
        </p:txBody>
      </p:sp>
    </p:spTree>
    <p:extLst>
      <p:ext uri="{BB962C8B-B14F-4D97-AF65-F5344CB8AC3E}">
        <p14:creationId xmlns:p14="http://schemas.microsoft.com/office/powerpoint/2010/main" val="38196413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https://www.youtube.com/watch?v=TJK1PvfAgQU</a:t>
            </a:r>
            <a:endParaRPr lang="en-US" dirty="0"/>
          </a:p>
          <a:p>
            <a:r>
              <a:rPr lang="en-US" dirty="0">
                <a:hlinkClick r:id="rId4"/>
              </a:rPr>
              <a:t>https://www.youtube.com/watch?v=70BOKA0PmdE</a:t>
            </a:r>
            <a:endParaRPr lang="en-US" dirty="0">
              <a:ea typeface="Calibri" panose="020F0502020204030204"/>
              <a:cs typeface="Calibri" panose="020F0502020204030204"/>
              <a:hlinkClick r:id="rId4"/>
            </a:endParaRPr>
          </a:p>
          <a:p>
            <a:endParaRPr lang="en-US" dirty="0">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785DF45D-9EB7-48AA-9FEF-AFCA1E74AF7E}" type="slidenum">
              <a:rPr lang="en-US"/>
              <a:t>14</a:t>
            </a:fld>
            <a:endParaRPr lang="en-US"/>
          </a:p>
        </p:txBody>
      </p:sp>
    </p:spTree>
    <p:extLst>
      <p:ext uri="{BB962C8B-B14F-4D97-AF65-F5344CB8AC3E}">
        <p14:creationId xmlns:p14="http://schemas.microsoft.com/office/powerpoint/2010/main" val="36482407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785DF45D-9EB7-48AA-9FEF-AFCA1E74AF7E}" type="slidenum">
              <a:rPr lang="en-US"/>
              <a:t>15</a:t>
            </a:fld>
            <a:endParaRPr lang="en-US"/>
          </a:p>
        </p:txBody>
      </p:sp>
    </p:spTree>
    <p:extLst>
      <p:ext uri="{BB962C8B-B14F-4D97-AF65-F5344CB8AC3E}">
        <p14:creationId xmlns:p14="http://schemas.microsoft.com/office/powerpoint/2010/main" val="20887631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785DF45D-9EB7-48AA-9FEF-AFCA1E74AF7E}" type="slidenum">
              <a:rPr lang="en-US"/>
              <a:t>16</a:t>
            </a:fld>
            <a:endParaRPr lang="en-US"/>
          </a:p>
        </p:txBody>
      </p:sp>
    </p:spTree>
    <p:extLst>
      <p:ext uri="{BB962C8B-B14F-4D97-AF65-F5344CB8AC3E}">
        <p14:creationId xmlns:p14="http://schemas.microsoft.com/office/powerpoint/2010/main" val="14954767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785DF45D-9EB7-48AA-9FEF-AFCA1E74AF7E}" type="slidenum">
              <a:rPr lang="en-US"/>
              <a:t>17</a:t>
            </a:fld>
            <a:endParaRPr lang="en-US"/>
          </a:p>
        </p:txBody>
      </p:sp>
    </p:spTree>
    <p:extLst>
      <p:ext uri="{BB962C8B-B14F-4D97-AF65-F5344CB8AC3E}">
        <p14:creationId xmlns:p14="http://schemas.microsoft.com/office/powerpoint/2010/main" val="7680489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785DF45D-9EB7-48AA-9FEF-AFCA1E74AF7E}" type="slidenum">
              <a:rPr lang="en-US"/>
              <a:t>18</a:t>
            </a:fld>
            <a:endParaRPr lang="en-US"/>
          </a:p>
        </p:txBody>
      </p:sp>
    </p:spTree>
    <p:extLst>
      <p:ext uri="{BB962C8B-B14F-4D97-AF65-F5344CB8AC3E}">
        <p14:creationId xmlns:p14="http://schemas.microsoft.com/office/powerpoint/2010/main" val="23905954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785DF45D-9EB7-48AA-9FEF-AFCA1E74AF7E}" type="slidenum">
              <a:rPr lang="en-US"/>
              <a:t>19</a:t>
            </a:fld>
            <a:endParaRPr lang="en-US"/>
          </a:p>
        </p:txBody>
      </p:sp>
    </p:spTree>
    <p:extLst>
      <p:ext uri="{BB962C8B-B14F-4D97-AF65-F5344CB8AC3E}">
        <p14:creationId xmlns:p14="http://schemas.microsoft.com/office/powerpoint/2010/main" val="22895714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785DF45D-9EB7-48AA-9FEF-AFCA1E74AF7E}" type="slidenum">
              <a:rPr lang="en-US"/>
              <a:t>20</a:t>
            </a:fld>
            <a:endParaRPr lang="en-US"/>
          </a:p>
        </p:txBody>
      </p:sp>
    </p:spTree>
    <p:extLst>
      <p:ext uri="{BB962C8B-B14F-4D97-AF65-F5344CB8AC3E}">
        <p14:creationId xmlns:p14="http://schemas.microsoft.com/office/powerpoint/2010/main" val="38626592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785DF45D-9EB7-48AA-9FEF-AFCA1E74AF7E}" type="slidenum">
              <a:rPr lang="en-US"/>
              <a:t>21</a:t>
            </a:fld>
            <a:endParaRPr lang="en-US"/>
          </a:p>
        </p:txBody>
      </p:sp>
    </p:spTree>
    <p:extLst>
      <p:ext uri="{BB962C8B-B14F-4D97-AF65-F5344CB8AC3E}">
        <p14:creationId xmlns:p14="http://schemas.microsoft.com/office/powerpoint/2010/main" val="11306078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785DF45D-9EB7-48AA-9FEF-AFCA1E74AF7E}" type="slidenum">
              <a:rPr lang="en-US"/>
              <a:t>22</a:t>
            </a:fld>
            <a:endParaRPr lang="en-US"/>
          </a:p>
        </p:txBody>
      </p:sp>
    </p:spTree>
    <p:extLst>
      <p:ext uri="{BB962C8B-B14F-4D97-AF65-F5344CB8AC3E}">
        <p14:creationId xmlns:p14="http://schemas.microsoft.com/office/powerpoint/2010/main" val="6035899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785DF45D-9EB7-48AA-9FEF-AFCA1E74AF7E}" type="slidenum">
              <a:rPr lang="en-US"/>
              <a:t>23</a:t>
            </a:fld>
            <a:endParaRPr lang="en-US"/>
          </a:p>
        </p:txBody>
      </p:sp>
    </p:spTree>
    <p:extLst>
      <p:ext uri="{BB962C8B-B14F-4D97-AF65-F5344CB8AC3E}">
        <p14:creationId xmlns:p14="http://schemas.microsoft.com/office/powerpoint/2010/main" val="21661399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785DF45D-9EB7-48AA-9FEF-AFCA1E74AF7E}" type="slidenum">
              <a:rPr lang="en-US"/>
              <a:t>24</a:t>
            </a:fld>
            <a:endParaRPr lang="en-US"/>
          </a:p>
        </p:txBody>
      </p:sp>
    </p:spTree>
    <p:extLst>
      <p:ext uri="{BB962C8B-B14F-4D97-AF65-F5344CB8AC3E}">
        <p14:creationId xmlns:p14="http://schemas.microsoft.com/office/powerpoint/2010/main" val="39704505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785DF45D-9EB7-48AA-9FEF-AFCA1E74AF7E}" type="slidenum">
              <a:rPr lang="en-US"/>
              <a:t>25</a:t>
            </a:fld>
            <a:endParaRPr lang="en-US"/>
          </a:p>
        </p:txBody>
      </p:sp>
    </p:spTree>
    <p:extLst>
      <p:ext uri="{BB962C8B-B14F-4D97-AF65-F5344CB8AC3E}">
        <p14:creationId xmlns:p14="http://schemas.microsoft.com/office/powerpoint/2010/main" val="7681017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785DF45D-9EB7-48AA-9FEF-AFCA1E74AF7E}" type="slidenum">
              <a:rPr lang="en-US"/>
              <a:t>26</a:t>
            </a:fld>
            <a:endParaRPr lang="en-US"/>
          </a:p>
        </p:txBody>
      </p:sp>
    </p:spTree>
    <p:extLst>
      <p:ext uri="{BB962C8B-B14F-4D97-AF65-F5344CB8AC3E}">
        <p14:creationId xmlns:p14="http://schemas.microsoft.com/office/powerpoint/2010/main" val="23765218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785DF45D-9EB7-48AA-9FEF-AFCA1E74AF7E}" type="slidenum">
              <a:rPr lang="en-US"/>
              <a:t>27</a:t>
            </a:fld>
            <a:endParaRPr lang="en-US"/>
          </a:p>
        </p:txBody>
      </p:sp>
    </p:spTree>
    <p:extLst>
      <p:ext uri="{BB962C8B-B14F-4D97-AF65-F5344CB8AC3E}">
        <p14:creationId xmlns:p14="http://schemas.microsoft.com/office/powerpoint/2010/main" val="9945131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785DF45D-9EB7-48AA-9FEF-AFCA1E74AF7E}" type="slidenum">
              <a:rPr lang="en-US"/>
              <a:t>28</a:t>
            </a:fld>
            <a:endParaRPr lang="en-US"/>
          </a:p>
        </p:txBody>
      </p:sp>
    </p:spTree>
    <p:extLst>
      <p:ext uri="{BB962C8B-B14F-4D97-AF65-F5344CB8AC3E}">
        <p14:creationId xmlns:p14="http://schemas.microsoft.com/office/powerpoint/2010/main" val="4991435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 went on to list the following reasons:</a:t>
            </a:r>
          </a:p>
          <a:p>
            <a:pPr marL="285750" indent="-285750">
              <a:buFont typeface="Arial"/>
              <a:buChar char="•"/>
            </a:pPr>
            <a:r>
              <a:rPr lang="en-US" dirty="0"/>
              <a:t>Galactic noise (synchrotron radiation) at a minimum</a:t>
            </a:r>
          </a:p>
          <a:p>
            <a:pPr marL="285750" indent="-285750">
              <a:buFont typeface="Arial"/>
              <a:buChar char="•"/>
            </a:pPr>
            <a:r>
              <a:rPr lang="en-US" dirty="0"/>
              <a:t>Thermal noise (receiver and isotropic background noise) at a minimum</a:t>
            </a:r>
            <a:endParaRPr lang="en-US" dirty="0">
              <a:ea typeface="Calibri"/>
              <a:cs typeface="Calibri"/>
            </a:endParaRPr>
          </a:p>
          <a:p>
            <a:pPr marL="285750" indent="-285750">
              <a:buFont typeface="Arial"/>
              <a:buChar char="•"/>
            </a:pPr>
            <a:r>
              <a:rPr lang="en-US" dirty="0"/>
              <a:t>Quantum noise (spontaneous emissions or shot noise) at low level</a:t>
            </a:r>
            <a:endParaRPr lang="en-US" dirty="0">
              <a:ea typeface="Calibri"/>
              <a:cs typeface="Calibri"/>
            </a:endParaRPr>
          </a:p>
          <a:p>
            <a:pPr marL="285750" indent="-285750">
              <a:buFont typeface="Arial"/>
              <a:buChar char="•"/>
            </a:pPr>
            <a:r>
              <a:rPr lang="en-US" dirty="0"/>
              <a:t>Star noise at a low level</a:t>
            </a:r>
            <a:endParaRPr lang="en-US" dirty="0">
              <a:ea typeface="Calibri"/>
              <a:cs typeface="Calibri"/>
            </a:endParaRPr>
          </a:p>
          <a:p>
            <a:r>
              <a:rPr lang="en-US" dirty="0">
                <a:hlinkClick r:id="rId3"/>
              </a:rPr>
              <a:t>https://www.seti.net/NewToSETINet/aboutSETINet/about.php</a:t>
            </a:r>
          </a:p>
          <a:p>
            <a:r>
              <a:rPr lang="en-US" dirty="0">
                <a:hlinkClick r:id="rId4"/>
              </a:rPr>
              <a:t>https://www.seti.net/indepth/waterhole/waterhole.php</a:t>
            </a:r>
            <a:endParaRPr lang="en-US" dirty="0"/>
          </a:p>
          <a:p>
            <a:endParaRPr lang="en-US" dirty="0"/>
          </a:p>
        </p:txBody>
      </p:sp>
      <p:sp>
        <p:nvSpPr>
          <p:cNvPr id="4" name="Slide Number Placeholder 3"/>
          <p:cNvSpPr>
            <a:spLocks noGrp="1"/>
          </p:cNvSpPr>
          <p:nvPr>
            <p:ph type="sldNum" sz="quarter" idx="5"/>
          </p:nvPr>
        </p:nvSpPr>
        <p:spPr/>
        <p:txBody>
          <a:bodyPr/>
          <a:lstStyle/>
          <a:p>
            <a:fld id="{785DF45D-9EB7-48AA-9FEF-AFCA1E74AF7E}" type="slidenum">
              <a:rPr lang="en-US"/>
              <a:t>29</a:t>
            </a:fld>
            <a:endParaRPr lang="en-US"/>
          </a:p>
        </p:txBody>
      </p:sp>
    </p:spTree>
    <p:extLst>
      <p:ext uri="{BB962C8B-B14F-4D97-AF65-F5344CB8AC3E}">
        <p14:creationId xmlns:p14="http://schemas.microsoft.com/office/powerpoint/2010/main" val="16602870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85DF45D-9EB7-48AA-9FEF-AFCA1E74AF7E}" type="slidenum">
              <a:rPr lang="en-US"/>
              <a:t>30</a:t>
            </a:fld>
            <a:endParaRPr lang="en-US"/>
          </a:p>
        </p:txBody>
      </p:sp>
    </p:spTree>
    <p:extLst>
      <p:ext uri="{BB962C8B-B14F-4D97-AF65-F5344CB8AC3E}">
        <p14:creationId xmlns:p14="http://schemas.microsoft.com/office/powerpoint/2010/main" val="4834503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85DF45D-9EB7-48AA-9FEF-AFCA1E74AF7E}" type="slidenum">
              <a:rPr lang="en-US"/>
              <a:t>31</a:t>
            </a:fld>
            <a:endParaRPr lang="en-US"/>
          </a:p>
        </p:txBody>
      </p:sp>
    </p:spTree>
    <p:extLst>
      <p:ext uri="{BB962C8B-B14F-4D97-AF65-F5344CB8AC3E}">
        <p14:creationId xmlns:p14="http://schemas.microsoft.com/office/powerpoint/2010/main" val="2070396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4/21/2025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4/21/2025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4/21/2025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4/21/2025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4/21/2025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20.png"/></Relationships>
</file>

<file path=ppt/slides/_rels/slide3.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4.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customXml" Target="../ink/ink10.xml"/><Relationship Id="rId7" Type="http://schemas.openxmlformats.org/officeDocument/2006/relationships/diagramQuickStyle" Target="../diagrams/quickStyle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20.png"/><Relationship Id="rId9" Type="http://schemas.microsoft.com/office/2007/relationships/diagramDrawing" Target="../diagrams/drawing1.xml"/></Relationships>
</file>

<file path=ppt/slides/_rels/slide11.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customXml" Target="../ink/ink11.xml"/><Relationship Id="rId7" Type="http://schemas.openxmlformats.org/officeDocument/2006/relationships/diagramQuickStyle" Target="../diagrams/quickStyle2.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20.png"/><Relationship Id="rId9" Type="http://schemas.microsoft.com/office/2007/relationships/diagramDrawing" Target="../diagrams/drawing2.xml"/></Relationships>
</file>

<file path=ppt/slides/_rels/slide12.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bin"/><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bin"/><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customXml" Target="../ink/ink15.xml"/><Relationship Id="rId7"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10.png"/></Relationships>
</file>

<file path=ppt/slides/_rels/slide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customXml" Target="../ink/ink16.xml"/><Relationship Id="rId7"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1.png"/><Relationship Id="rId9" Type="http://schemas.openxmlformats.org/officeDocument/2006/relationships/hyperlink" Target="https://www.youtube.com/watch?v=TJK1PvfAgQU" TargetMode="External"/></Relationships>
</file>

<file path=ppt/slides/_rels/slide1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customXml" Target="../ink/ink17.xml"/><Relationship Id="rId7"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1.png"/><Relationship Id="rId9" Type="http://schemas.openxmlformats.org/officeDocument/2006/relationships/hyperlink" Target="https://www.youtube.com/watch?v=TJK1PvfAgQU" TargetMode="External"/></Relationships>
</file>

<file path=ppt/slides/_rels/slide18.xml.rels><?xml version="1.0" encoding="UTF-8" standalone="yes"?>
<Relationships xmlns="http://schemas.openxmlformats.org/package/2006/relationships"><Relationship Id="rId3" Type="http://schemas.openxmlformats.org/officeDocument/2006/relationships/customXml" Target="../ink/ink18.xm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customXml" Target="../ink/ink19.xml"/><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2.png"/><Relationship Id="rId3" Type="http://schemas.openxmlformats.org/officeDocument/2006/relationships/customXml" Target="../ink/ink20.xml"/><Relationship Id="rId7" Type="http://schemas.openxmlformats.org/officeDocument/2006/relationships/image" Target="../media/image15.png"/><Relationship Id="rId12" Type="http://schemas.openxmlformats.org/officeDocument/2006/relationships/image" Target="../media/image21.png"/><Relationship Id="rId2" Type="http://schemas.openxmlformats.org/officeDocument/2006/relationships/notesSlide" Target="../notesSlides/notesSlide19.xml"/><Relationship Id="rId16"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customXml" Target="../ink/ink21.xml"/><Relationship Id="rId10" Type="http://schemas.openxmlformats.org/officeDocument/2006/relationships/image" Target="../media/image18.svg"/><Relationship Id="rId4" Type="http://schemas.openxmlformats.org/officeDocument/2006/relationships/image" Target="../media/image210.png"/><Relationship Id="rId9" Type="http://schemas.openxmlformats.org/officeDocument/2006/relationships/image" Target="../media/image17.png"/><Relationship Id="rId14" Type="http://schemas.microsoft.com/office/2007/relationships/hdphoto" Target="../media/hdphoto1.wdp"/></Relationships>
</file>

<file path=ppt/slides/_rels/slide21.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8.png"/><Relationship Id="rId3" Type="http://schemas.openxmlformats.org/officeDocument/2006/relationships/customXml" Target="../ink/ink22.xml"/><Relationship Id="rId7" Type="http://schemas.openxmlformats.org/officeDocument/2006/relationships/image" Target="../media/image23.png"/><Relationship Id="rId12"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8.svg"/><Relationship Id="rId11" Type="http://schemas.openxmlformats.org/officeDocument/2006/relationships/image" Target="../media/image13.png"/><Relationship Id="rId5" Type="http://schemas.openxmlformats.org/officeDocument/2006/relationships/image" Target="../media/image17.png"/><Relationship Id="rId15" Type="http://schemas.openxmlformats.org/officeDocument/2006/relationships/image" Target="../media/image30.png"/><Relationship Id="rId10" Type="http://schemas.openxmlformats.org/officeDocument/2006/relationships/image" Target="../media/image26.png"/><Relationship Id="rId4" Type="http://schemas.openxmlformats.org/officeDocument/2006/relationships/image" Target="../media/image210.png"/><Relationship Id="rId9" Type="http://schemas.openxmlformats.org/officeDocument/2006/relationships/image" Target="../media/image25.png"/><Relationship Id="rId14" Type="http://schemas.openxmlformats.org/officeDocument/2006/relationships/image" Target="../media/image29.png"/></Relationships>
</file>

<file path=ppt/slides/_rels/slide22.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32.png"/><Relationship Id="rId3" Type="http://schemas.openxmlformats.org/officeDocument/2006/relationships/customXml" Target="../ink/ink23.xml"/><Relationship Id="rId7" Type="http://schemas.openxmlformats.org/officeDocument/2006/relationships/image" Target="../media/image17.png"/><Relationship Id="rId12"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1.png"/><Relationship Id="rId11" Type="http://schemas.openxmlformats.org/officeDocument/2006/relationships/image" Target="../media/image25.png"/><Relationship Id="rId5" Type="http://schemas.openxmlformats.org/officeDocument/2006/relationships/image" Target="../media/image30.png"/><Relationship Id="rId10" Type="http://schemas.openxmlformats.org/officeDocument/2006/relationships/image" Target="../media/image24.png"/><Relationship Id="rId4" Type="http://schemas.openxmlformats.org/officeDocument/2006/relationships/image" Target="../media/image210.png"/><Relationship Id="rId9" Type="http://schemas.openxmlformats.org/officeDocument/2006/relationships/image" Target="../media/image23.png"/></Relationships>
</file>

<file path=ppt/slides/_rels/slide23.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32.png"/><Relationship Id="rId3" Type="http://schemas.openxmlformats.org/officeDocument/2006/relationships/customXml" Target="../ink/ink24.xml"/><Relationship Id="rId7" Type="http://schemas.openxmlformats.org/officeDocument/2006/relationships/image" Target="../media/image17.png"/><Relationship Id="rId12"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1.png"/><Relationship Id="rId11" Type="http://schemas.openxmlformats.org/officeDocument/2006/relationships/image" Target="../media/image25.png"/><Relationship Id="rId5" Type="http://schemas.openxmlformats.org/officeDocument/2006/relationships/image" Target="../media/image30.png"/><Relationship Id="rId10" Type="http://schemas.openxmlformats.org/officeDocument/2006/relationships/image" Target="../media/image24.png"/><Relationship Id="rId4" Type="http://schemas.openxmlformats.org/officeDocument/2006/relationships/image" Target="../media/image210.png"/><Relationship Id="rId9" Type="http://schemas.openxmlformats.org/officeDocument/2006/relationships/image" Target="../media/image23.png"/></Relationships>
</file>

<file path=ppt/slides/_rels/slide24.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customXml" Target="../ink/ink25.xml"/><Relationship Id="rId7"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3.png"/><Relationship Id="rId10" Type="http://schemas.openxmlformats.org/officeDocument/2006/relationships/image" Target="../media/image37.png"/><Relationship Id="rId4" Type="http://schemas.openxmlformats.org/officeDocument/2006/relationships/image" Target="../media/image210.png"/><Relationship Id="rId9"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openxmlformats.org/officeDocument/2006/relationships/customXml" Target="../ink/ink26.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5.png"/><Relationship Id="rId4" Type="http://schemas.openxmlformats.org/officeDocument/2006/relationships/image" Target="../media/image210.png"/></Relationships>
</file>

<file path=ppt/slides/_rels/slide26.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customXml" Target="../ink/ink27.xml"/><Relationship Id="rId7" Type="http://schemas.openxmlformats.org/officeDocument/2006/relationships/image" Target="../media/image40.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3.png"/><Relationship Id="rId4" Type="http://schemas.openxmlformats.org/officeDocument/2006/relationships/image" Target="../media/image210.png"/></Relationships>
</file>

<file path=ppt/slides/_rels/slide27.xml.rels><?xml version="1.0" encoding="UTF-8" standalone="yes"?>
<Relationships xmlns="http://schemas.openxmlformats.org/package/2006/relationships"><Relationship Id="rId8" Type="http://schemas.openxmlformats.org/officeDocument/2006/relationships/hyperlink" Target="https://www.youtube.com/watch?v=TJK1PvfAgQU" TargetMode="External"/><Relationship Id="rId3" Type="http://schemas.openxmlformats.org/officeDocument/2006/relationships/customXml" Target="../ink/ink28.xml"/><Relationship Id="rId7" Type="http://schemas.openxmlformats.org/officeDocument/2006/relationships/image" Target="../media/image44.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210.png"/></Relationships>
</file>

<file path=ppt/slides/_rels/slide28.xml.rels><?xml version="1.0" encoding="UTF-8" standalone="yes"?>
<Relationships xmlns="http://schemas.openxmlformats.org/package/2006/relationships"><Relationship Id="rId3" Type="http://schemas.openxmlformats.org/officeDocument/2006/relationships/customXml" Target="../ink/ink29.xml"/><Relationship Id="rId7" Type="http://schemas.openxmlformats.org/officeDocument/2006/relationships/hyperlink" Target="https://new.nsf.gov/funding/opportunities/sii-nrdz-spectrum-innovation-initiative-national-radio-dynamic-zones/505990/nsf22-579"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hyperlink" Target="https://www.cs.albany.edu/nrdz-ra/" TargetMode="External"/><Relationship Id="rId5" Type="http://schemas.openxmlformats.org/officeDocument/2006/relationships/image" Target="../media/image46.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customXml" Target="../ink/ink30.xml"/><Relationship Id="rId7" Type="http://schemas.openxmlformats.org/officeDocument/2006/relationships/hyperlink" Target="https://en.wikipedia.org/wiki/Project_Cyclops"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hyperlink" Target="https://en.wikipedia.org/wiki/Water_hole_(radio" TargetMode="External"/><Relationship Id="rId5" Type="http://schemas.openxmlformats.org/officeDocument/2006/relationships/image" Target="../media/image47.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customXml" Target="../ink/ink33.xml"/><Relationship Id="rId18" Type="http://schemas.openxmlformats.org/officeDocument/2006/relationships/image" Target="../media/image74.png"/><Relationship Id="rId26" Type="http://schemas.openxmlformats.org/officeDocument/2006/relationships/image" Target="../media/image78.png"/><Relationship Id="rId3" Type="http://schemas.openxmlformats.org/officeDocument/2006/relationships/customXml" Target="../ink/ink31.xml"/><Relationship Id="rId21" Type="http://schemas.openxmlformats.org/officeDocument/2006/relationships/customXml" Target="../ink/ink37.xml"/><Relationship Id="rId7" Type="http://schemas.openxmlformats.org/officeDocument/2006/relationships/image" Target="../media/image48.png"/><Relationship Id="rId12" Type="http://schemas.openxmlformats.org/officeDocument/2006/relationships/image" Target="../media/image71.png"/><Relationship Id="rId17" Type="http://schemas.openxmlformats.org/officeDocument/2006/relationships/customXml" Target="../ink/ink35.xml"/><Relationship Id="rId25" Type="http://schemas.openxmlformats.org/officeDocument/2006/relationships/customXml" Target="../ink/ink39.xml"/><Relationship Id="rId2" Type="http://schemas.openxmlformats.org/officeDocument/2006/relationships/notesSlide" Target="../notesSlides/notesSlide29.xml"/><Relationship Id="rId16" Type="http://schemas.openxmlformats.org/officeDocument/2006/relationships/image" Target="../media/image73.png"/><Relationship Id="rId20" Type="http://schemas.openxmlformats.org/officeDocument/2006/relationships/image" Target="../media/image75.png"/><Relationship Id="rId29" Type="http://schemas.openxmlformats.org/officeDocument/2006/relationships/customXml" Target="../ink/ink41.xml"/><Relationship Id="rId1" Type="http://schemas.openxmlformats.org/officeDocument/2006/relationships/slideLayout" Target="../slideLayouts/slideLayout2.xml"/><Relationship Id="rId6" Type="http://schemas.openxmlformats.org/officeDocument/2006/relationships/hyperlink" Target="https://en.wikipedia.org/wiki/Project_Cyclops" TargetMode="External"/><Relationship Id="rId11" Type="http://schemas.openxmlformats.org/officeDocument/2006/relationships/customXml" Target="../ink/ink32.xml"/><Relationship Id="rId24" Type="http://schemas.openxmlformats.org/officeDocument/2006/relationships/image" Target="../media/image77.png"/><Relationship Id="rId32" Type="http://schemas.openxmlformats.org/officeDocument/2006/relationships/image" Target="../media/image81.png"/><Relationship Id="rId5" Type="http://schemas.openxmlformats.org/officeDocument/2006/relationships/hyperlink" Target="https://en.wikipedia.org/wiki/Water_hole_(radio" TargetMode="External"/><Relationship Id="rId15" Type="http://schemas.openxmlformats.org/officeDocument/2006/relationships/customXml" Target="../ink/ink34.xml"/><Relationship Id="rId23" Type="http://schemas.openxmlformats.org/officeDocument/2006/relationships/customXml" Target="../ink/ink38.xml"/><Relationship Id="rId28" Type="http://schemas.openxmlformats.org/officeDocument/2006/relationships/image" Target="../media/image79.png"/><Relationship Id="rId10" Type="http://schemas.openxmlformats.org/officeDocument/2006/relationships/hyperlink" Target="https://en.wikipedia.org/wiki/Hydrogen_line" TargetMode="External"/><Relationship Id="rId19" Type="http://schemas.openxmlformats.org/officeDocument/2006/relationships/customXml" Target="../ink/ink36.xml"/><Relationship Id="rId31" Type="http://schemas.openxmlformats.org/officeDocument/2006/relationships/customXml" Target="../ink/ink42.xml"/><Relationship Id="rId4" Type="http://schemas.openxmlformats.org/officeDocument/2006/relationships/image" Target="../media/image3.png"/><Relationship Id="rId9" Type="http://schemas.openxmlformats.org/officeDocument/2006/relationships/hyperlink" Target="https://en.wikipedia.org/wiki/Hydroxyl_radical" TargetMode="External"/><Relationship Id="rId14" Type="http://schemas.openxmlformats.org/officeDocument/2006/relationships/image" Target="../media/image72.png"/><Relationship Id="rId22" Type="http://schemas.openxmlformats.org/officeDocument/2006/relationships/image" Target="../media/image76.png"/><Relationship Id="rId27" Type="http://schemas.openxmlformats.org/officeDocument/2006/relationships/customXml" Target="../ink/ink40.xml"/><Relationship Id="rId30" Type="http://schemas.openxmlformats.org/officeDocument/2006/relationships/image" Target="../media/image80.png"/></Relationships>
</file>

<file path=ppt/slides/_rels/slide31.xml.rels><?xml version="1.0" encoding="UTF-8" standalone="yes"?>
<Relationships xmlns="http://schemas.openxmlformats.org/package/2006/relationships"><Relationship Id="rId3" Type="http://schemas.openxmlformats.org/officeDocument/2006/relationships/customXml" Target="../ink/ink43.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hyperlink" Target="https://www.seti.net/indepth/waterhole/waterhole.php" TargetMode="Externa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786720"/>
            <a:ext cx="9144000" cy="2387600"/>
          </a:xfrm>
        </p:spPr>
        <p:txBody>
          <a:bodyPr/>
          <a:lstStyle/>
          <a:p>
            <a:r>
              <a:rPr lang="en-US" b="1">
                <a:latin typeface="Times New Roman"/>
                <a:cs typeface="Times New Roman"/>
              </a:rPr>
              <a:t>6G Midband Technology and Spectrum</a:t>
            </a:r>
          </a:p>
        </p:txBody>
      </p:sp>
      <p:sp>
        <p:nvSpPr>
          <p:cNvPr id="3" name="Subtitle 2"/>
          <p:cNvSpPr>
            <a:spLocks noGrp="1"/>
          </p:cNvSpPr>
          <p:nvPr>
            <p:ph type="subTitle" idx="1"/>
          </p:nvPr>
        </p:nvSpPr>
        <p:spPr>
          <a:xfrm>
            <a:off x="1524000" y="4382181"/>
            <a:ext cx="9144000" cy="1655762"/>
          </a:xfrm>
        </p:spPr>
        <p:txBody>
          <a:bodyPr vert="horz" lIns="91440" tIns="45720" rIns="91440" bIns="45720" rtlCol="0" anchor="t">
            <a:normAutofit/>
          </a:bodyPr>
          <a:lstStyle/>
          <a:p>
            <a:r>
              <a:rPr lang="en-US"/>
              <a:t>Shima Mashhadi</a:t>
            </a:r>
          </a:p>
          <a:p>
            <a:r>
              <a:rPr lang="en-US"/>
              <a:t>Jan 2025</a:t>
            </a:r>
          </a:p>
        </p:txBody>
      </p:sp>
      <p:sp>
        <p:nvSpPr>
          <p:cNvPr id="5" name="Rectangle 4">
            <a:extLst>
              <a:ext uri="{FF2B5EF4-FFF2-40B4-BE49-F238E27FC236}">
                <a16:creationId xmlns:a16="http://schemas.microsoft.com/office/drawing/2014/main" id="{6A988B8B-C179-121B-35F5-8096C1BFD96A}"/>
              </a:ext>
            </a:extLst>
          </p:cNvPr>
          <p:cNvSpPr/>
          <p:nvPr/>
        </p:nvSpPr>
        <p:spPr>
          <a:xfrm>
            <a:off x="0" y="1157968"/>
            <a:ext cx="12192000" cy="4305943"/>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TR"/>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944A3577-7487-A3CD-5B88-97457728019E}"/>
                  </a:ext>
                </a:extLst>
              </p14:cNvPr>
              <p14:cNvContentPartPr/>
              <p14:nvPr/>
            </p14:nvContentPartPr>
            <p14:xfrm>
              <a:off x="506301" y="3633751"/>
              <a:ext cx="11183760" cy="360"/>
            </p14:xfrm>
          </p:contentPart>
        </mc:Choice>
        <mc:Fallback xmlns="">
          <p:pic>
            <p:nvPicPr>
              <p:cNvPr id="7" name="Ink 6">
                <a:extLst>
                  <a:ext uri="{FF2B5EF4-FFF2-40B4-BE49-F238E27FC236}">
                    <a16:creationId xmlns:a16="http://schemas.microsoft.com/office/drawing/2014/main" id="{944A3577-7487-A3CD-5B88-97457728019E}"/>
                  </a:ext>
                </a:extLst>
              </p:cNvPr>
              <p:cNvPicPr/>
              <p:nvPr/>
            </p:nvPicPr>
            <p:blipFill>
              <a:blip r:embed="rId3"/>
              <a:stretch>
                <a:fillRect/>
              </a:stretch>
            </p:blipFill>
            <p:spPr>
              <a:xfrm>
                <a:off x="470302" y="3597751"/>
                <a:ext cx="11255398" cy="72000"/>
              </a:xfrm>
              <a:prstGeom prst="rect">
                <a:avLst/>
              </a:prstGeom>
            </p:spPr>
          </p:pic>
        </mc:Fallback>
      </mc:AlternateContent>
      <p:sp>
        <p:nvSpPr>
          <p:cNvPr id="9" name="TextBox 8">
            <a:extLst>
              <a:ext uri="{FF2B5EF4-FFF2-40B4-BE49-F238E27FC236}">
                <a16:creationId xmlns:a16="http://schemas.microsoft.com/office/drawing/2014/main" id="{7112D950-35D4-A6BB-A918-D3DECD235201}"/>
              </a:ext>
            </a:extLst>
          </p:cNvPr>
          <p:cNvSpPr txBox="1"/>
          <p:nvPr/>
        </p:nvSpPr>
        <p:spPr>
          <a:xfrm>
            <a:off x="302380" y="411238"/>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solidFill>
                  <a:schemeClr val="accent1"/>
                </a:solidFill>
                <a:latin typeface="Times New Roman"/>
                <a:cs typeface="Times New Roman"/>
              </a:rPr>
              <a:t>RIT</a:t>
            </a:r>
          </a:p>
        </p:txBody>
      </p:sp>
    </p:spTree>
    <p:extLst>
      <p:ext uri="{BB962C8B-B14F-4D97-AF65-F5344CB8AC3E}">
        <p14:creationId xmlns:p14="http://schemas.microsoft.com/office/powerpoint/2010/main" val="4224500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B99E642-E7D3-B231-4F8F-1F91BBE90028}"/>
              </a:ext>
            </a:extLst>
          </p:cNvPr>
          <p:cNvSpPr/>
          <p:nvPr/>
        </p:nvSpPr>
        <p:spPr>
          <a:xfrm>
            <a:off x="0" y="-3175"/>
            <a:ext cx="12192000" cy="1524039"/>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T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7CB8CC4F-10BA-9230-438F-6B150E9D0211}"/>
                  </a:ext>
                </a:extLst>
              </p14:cNvPr>
              <p14:cNvContentPartPr/>
              <p14:nvPr/>
            </p14:nvContentPartPr>
            <p14:xfrm>
              <a:off x="506301" y="525275"/>
              <a:ext cx="11183760" cy="360"/>
            </p14:xfrm>
          </p:contentPart>
        </mc:Choice>
        <mc:Fallback xmlns="">
          <p:pic>
            <p:nvPicPr>
              <p:cNvPr id="7" name="Ink 6">
                <a:extLst>
                  <a:ext uri="{FF2B5EF4-FFF2-40B4-BE49-F238E27FC236}">
                    <a16:creationId xmlns:a16="http://schemas.microsoft.com/office/drawing/2014/main" id="{7CB8CC4F-10BA-9230-438F-6B150E9D0211}"/>
                  </a:ext>
                </a:extLst>
              </p:cNvPr>
              <p:cNvPicPr/>
              <p:nvPr/>
            </p:nvPicPr>
            <p:blipFill>
              <a:blip r:embed="rId4"/>
              <a:stretch>
                <a:fillRect/>
              </a:stretch>
            </p:blipFill>
            <p:spPr>
              <a:xfrm>
                <a:off x="470302" y="489275"/>
                <a:ext cx="11255398" cy="72000"/>
              </a:xfrm>
              <a:prstGeom prst="rect">
                <a:avLst/>
              </a:prstGeom>
            </p:spPr>
          </p:pic>
        </mc:Fallback>
      </mc:AlternateContent>
      <p:sp>
        <p:nvSpPr>
          <p:cNvPr id="9" name="TextBox 8">
            <a:extLst>
              <a:ext uri="{FF2B5EF4-FFF2-40B4-BE49-F238E27FC236}">
                <a16:creationId xmlns:a16="http://schemas.microsoft.com/office/drawing/2014/main" id="{D20471DB-9FB5-200D-8C40-ED81ABC17926}"/>
              </a:ext>
            </a:extLst>
          </p:cNvPr>
          <p:cNvSpPr txBox="1"/>
          <p:nvPr/>
        </p:nvSpPr>
        <p:spPr>
          <a:xfrm>
            <a:off x="411237" y="1209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solidFill>
                  <a:schemeClr val="accent1"/>
                </a:solidFill>
                <a:latin typeface="Times New Roman"/>
                <a:cs typeface="Times New Roman"/>
              </a:rPr>
              <a:t>RIT</a:t>
            </a:r>
          </a:p>
        </p:txBody>
      </p:sp>
      <p:sp>
        <p:nvSpPr>
          <p:cNvPr id="8" name="Title 1">
            <a:extLst>
              <a:ext uri="{FF2B5EF4-FFF2-40B4-BE49-F238E27FC236}">
                <a16:creationId xmlns:a16="http://schemas.microsoft.com/office/drawing/2014/main" id="{C4F4E60F-2C04-B357-3E9E-6F63A562775D}"/>
              </a:ext>
            </a:extLst>
          </p:cNvPr>
          <p:cNvSpPr>
            <a:spLocks noGrp="1"/>
          </p:cNvSpPr>
          <p:nvPr/>
        </p:nvSpPr>
        <p:spPr>
          <a:xfrm>
            <a:off x="741438" y="47594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a:latin typeface="Times New Roman"/>
                <a:cs typeface="Times New Roman"/>
              </a:rPr>
              <a:t>Current allocations and uses in 7.125 - 24 GHz in the U.S.</a:t>
            </a:r>
          </a:p>
        </p:txBody>
      </p:sp>
      <p:sp>
        <p:nvSpPr>
          <p:cNvPr id="2" name="TextBox 1">
            <a:extLst>
              <a:ext uri="{FF2B5EF4-FFF2-40B4-BE49-F238E27FC236}">
                <a16:creationId xmlns:a16="http://schemas.microsoft.com/office/drawing/2014/main" id="{6AE2074A-0F33-F834-093F-04AF3CD49DF1}"/>
              </a:ext>
            </a:extLst>
          </p:cNvPr>
          <p:cNvSpPr txBox="1"/>
          <p:nvPr/>
        </p:nvSpPr>
        <p:spPr>
          <a:xfrm>
            <a:off x="742043" y="1709663"/>
            <a:ext cx="11454795" cy="11200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400"/>
              <a:t>7.125 - 24 GHz band is split into four sub-categories for ease of presentation and analysis</a:t>
            </a:r>
            <a:endParaRPr lang="en-US"/>
          </a:p>
          <a:p>
            <a:endParaRPr lang="en-US"/>
          </a:p>
        </p:txBody>
      </p:sp>
      <p:pic>
        <p:nvPicPr>
          <p:cNvPr id="3" name="Picture 2">
            <a:extLst>
              <a:ext uri="{FF2B5EF4-FFF2-40B4-BE49-F238E27FC236}">
                <a16:creationId xmlns:a16="http://schemas.microsoft.com/office/drawing/2014/main" id="{8B5A6538-D40F-268B-B4C6-C0EE6557271E}"/>
              </a:ext>
            </a:extLst>
          </p:cNvPr>
          <p:cNvPicPr>
            <a:picLocks noChangeAspect="1"/>
          </p:cNvPicPr>
          <p:nvPr/>
        </p:nvPicPr>
        <p:blipFill>
          <a:blip r:embed="rId5"/>
          <a:stretch>
            <a:fillRect/>
          </a:stretch>
        </p:blipFill>
        <p:spPr>
          <a:xfrm>
            <a:off x="0" y="3637666"/>
            <a:ext cx="12192000" cy="2588334"/>
          </a:xfrm>
          <a:prstGeom prst="rect">
            <a:avLst/>
          </a:prstGeom>
          <a:ln>
            <a:solidFill>
              <a:schemeClr val="accent4">
                <a:lumMod val="75000"/>
              </a:schemeClr>
            </a:solidFill>
          </a:ln>
        </p:spPr>
      </p:pic>
      <p:sp>
        <p:nvSpPr>
          <p:cNvPr id="10" name="Rectangle 9">
            <a:extLst>
              <a:ext uri="{FF2B5EF4-FFF2-40B4-BE49-F238E27FC236}">
                <a16:creationId xmlns:a16="http://schemas.microsoft.com/office/drawing/2014/main" id="{2C3C64AD-3724-9697-E1AB-6F79B15145AC}"/>
              </a:ext>
            </a:extLst>
          </p:cNvPr>
          <p:cNvSpPr/>
          <p:nvPr/>
        </p:nvSpPr>
        <p:spPr>
          <a:xfrm>
            <a:off x="-2756" y="3547262"/>
            <a:ext cx="2880169" cy="2889159"/>
          </a:xfrm>
          <a:prstGeom prst="rect">
            <a:avLst/>
          </a:prstGeom>
          <a:noFill/>
          <a:ln w="57150"/>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B56E3B6E-5904-44AD-E54F-E6389F06F2A5}"/>
              </a:ext>
            </a:extLst>
          </p:cNvPr>
          <p:cNvSpPr/>
          <p:nvPr/>
        </p:nvSpPr>
        <p:spPr>
          <a:xfrm>
            <a:off x="2870190" y="3547262"/>
            <a:ext cx="3489833" cy="2889159"/>
          </a:xfrm>
          <a:prstGeom prst="rect">
            <a:avLst/>
          </a:prstGeom>
          <a:noFill/>
          <a:ln w="57150">
            <a:solidFill>
              <a:schemeClr val="tx2">
                <a:lumMod val="50000"/>
                <a:lumOff val="50000"/>
              </a:schemeClr>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13" name="Rectangle 12">
            <a:extLst>
              <a:ext uri="{FF2B5EF4-FFF2-40B4-BE49-F238E27FC236}">
                <a16:creationId xmlns:a16="http://schemas.microsoft.com/office/drawing/2014/main" id="{1C4F1C16-CD67-CD7A-D81B-AB6E9E11029B}"/>
              </a:ext>
            </a:extLst>
          </p:cNvPr>
          <p:cNvSpPr/>
          <p:nvPr/>
        </p:nvSpPr>
        <p:spPr>
          <a:xfrm>
            <a:off x="6364896" y="3547262"/>
            <a:ext cx="2340786" cy="2889159"/>
          </a:xfrm>
          <a:prstGeom prst="rect">
            <a:avLst/>
          </a:prstGeom>
          <a:noFill/>
          <a:ln w="57150">
            <a:solidFill>
              <a:schemeClr val="accent6">
                <a:lumMod val="75000"/>
              </a:schemeClr>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4" name="Rectangle 3">
            <a:extLst>
              <a:ext uri="{FF2B5EF4-FFF2-40B4-BE49-F238E27FC236}">
                <a16:creationId xmlns:a16="http://schemas.microsoft.com/office/drawing/2014/main" id="{EE702CD1-E8FC-40CD-C8C3-C7A4D09A0670}"/>
              </a:ext>
            </a:extLst>
          </p:cNvPr>
          <p:cNvSpPr/>
          <p:nvPr/>
        </p:nvSpPr>
        <p:spPr>
          <a:xfrm>
            <a:off x="8711371" y="3547261"/>
            <a:ext cx="3477738" cy="2889159"/>
          </a:xfrm>
          <a:prstGeom prst="rect">
            <a:avLst/>
          </a:prstGeom>
          <a:noFill/>
          <a:ln w="57150">
            <a:solidFill>
              <a:schemeClr val="accent2">
                <a:lumMod val="75000"/>
              </a:schemeClr>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EDA8CE50-3E80-AD5E-E7CE-59B6B232027C}"/>
              </a:ext>
            </a:extLst>
          </p:cNvPr>
          <p:cNvSpPr txBox="1"/>
          <p:nvPr/>
        </p:nvSpPr>
        <p:spPr>
          <a:xfrm>
            <a:off x="3152019" y="2837542"/>
            <a:ext cx="2743200" cy="457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8.5-13.75 GHz</a:t>
            </a:r>
            <a:endParaRPr lang="en-US"/>
          </a:p>
        </p:txBody>
      </p:sp>
      <p:sp>
        <p:nvSpPr>
          <p:cNvPr id="11" name="TextBox 10">
            <a:extLst>
              <a:ext uri="{FF2B5EF4-FFF2-40B4-BE49-F238E27FC236}">
                <a16:creationId xmlns:a16="http://schemas.microsoft.com/office/drawing/2014/main" id="{26D10BFC-0FEF-B987-42E9-512AD816225F}"/>
              </a:ext>
            </a:extLst>
          </p:cNvPr>
          <p:cNvSpPr txBox="1"/>
          <p:nvPr/>
        </p:nvSpPr>
        <p:spPr>
          <a:xfrm>
            <a:off x="309637" y="2837541"/>
            <a:ext cx="2743200" cy="457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7.125 - 8.5 GHz</a:t>
            </a:r>
            <a:endParaRPr lang="en-US"/>
          </a:p>
        </p:txBody>
      </p:sp>
      <p:sp>
        <p:nvSpPr>
          <p:cNvPr id="14" name="TextBox 13">
            <a:extLst>
              <a:ext uri="{FF2B5EF4-FFF2-40B4-BE49-F238E27FC236}">
                <a16:creationId xmlns:a16="http://schemas.microsoft.com/office/drawing/2014/main" id="{828C8214-A15E-DA34-5B99-2BFC42EF584B}"/>
              </a:ext>
            </a:extLst>
          </p:cNvPr>
          <p:cNvSpPr txBox="1"/>
          <p:nvPr/>
        </p:nvSpPr>
        <p:spPr>
          <a:xfrm>
            <a:off x="6369352" y="2837541"/>
            <a:ext cx="2743200" cy="457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13.75-17.1 GHz</a:t>
            </a:r>
            <a:endParaRPr lang="en-US"/>
          </a:p>
        </p:txBody>
      </p:sp>
      <p:sp>
        <p:nvSpPr>
          <p:cNvPr id="15" name="TextBox 14">
            <a:extLst>
              <a:ext uri="{FF2B5EF4-FFF2-40B4-BE49-F238E27FC236}">
                <a16:creationId xmlns:a16="http://schemas.microsoft.com/office/drawing/2014/main" id="{02CC239E-4CCF-DC31-9173-43B41A85EB63}"/>
              </a:ext>
            </a:extLst>
          </p:cNvPr>
          <p:cNvSpPr txBox="1"/>
          <p:nvPr/>
        </p:nvSpPr>
        <p:spPr>
          <a:xfrm>
            <a:off x="9187542" y="2837541"/>
            <a:ext cx="2743200" cy="457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17.1 - 24 GHz</a:t>
            </a:r>
            <a:endParaRPr lang="en-US"/>
          </a:p>
        </p:txBody>
      </p:sp>
    </p:spTree>
    <p:extLst>
      <p:ext uri="{BB962C8B-B14F-4D97-AF65-F5344CB8AC3E}">
        <p14:creationId xmlns:p14="http://schemas.microsoft.com/office/powerpoint/2010/main" val="4641647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B99E642-E7D3-B231-4F8F-1F91BBE90028}"/>
              </a:ext>
            </a:extLst>
          </p:cNvPr>
          <p:cNvSpPr/>
          <p:nvPr/>
        </p:nvSpPr>
        <p:spPr>
          <a:xfrm>
            <a:off x="0" y="-3175"/>
            <a:ext cx="12192000" cy="1524039"/>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T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7CB8CC4F-10BA-9230-438F-6B150E9D0211}"/>
                  </a:ext>
                </a:extLst>
              </p14:cNvPr>
              <p14:cNvContentPartPr/>
              <p14:nvPr/>
            </p14:nvContentPartPr>
            <p14:xfrm>
              <a:off x="506301" y="525275"/>
              <a:ext cx="11183760" cy="360"/>
            </p14:xfrm>
          </p:contentPart>
        </mc:Choice>
        <mc:Fallback xmlns="">
          <p:pic>
            <p:nvPicPr>
              <p:cNvPr id="7" name="Ink 6">
                <a:extLst>
                  <a:ext uri="{FF2B5EF4-FFF2-40B4-BE49-F238E27FC236}">
                    <a16:creationId xmlns:a16="http://schemas.microsoft.com/office/drawing/2014/main" id="{7CB8CC4F-10BA-9230-438F-6B150E9D0211}"/>
                  </a:ext>
                </a:extLst>
              </p:cNvPr>
              <p:cNvPicPr/>
              <p:nvPr/>
            </p:nvPicPr>
            <p:blipFill>
              <a:blip r:embed="rId4"/>
              <a:stretch>
                <a:fillRect/>
              </a:stretch>
            </p:blipFill>
            <p:spPr>
              <a:xfrm>
                <a:off x="470302" y="489275"/>
                <a:ext cx="11255398" cy="72000"/>
              </a:xfrm>
              <a:prstGeom prst="rect">
                <a:avLst/>
              </a:prstGeom>
            </p:spPr>
          </p:pic>
        </mc:Fallback>
      </mc:AlternateContent>
      <p:sp>
        <p:nvSpPr>
          <p:cNvPr id="9" name="TextBox 8">
            <a:extLst>
              <a:ext uri="{FF2B5EF4-FFF2-40B4-BE49-F238E27FC236}">
                <a16:creationId xmlns:a16="http://schemas.microsoft.com/office/drawing/2014/main" id="{D20471DB-9FB5-200D-8C40-ED81ABC17926}"/>
              </a:ext>
            </a:extLst>
          </p:cNvPr>
          <p:cNvSpPr txBox="1"/>
          <p:nvPr/>
        </p:nvSpPr>
        <p:spPr>
          <a:xfrm>
            <a:off x="411237" y="1209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solidFill>
                  <a:schemeClr val="accent1"/>
                </a:solidFill>
                <a:latin typeface="Times New Roman"/>
                <a:cs typeface="Times New Roman"/>
              </a:rPr>
              <a:t>RIT</a:t>
            </a:r>
          </a:p>
        </p:txBody>
      </p:sp>
      <p:graphicFrame>
        <p:nvGraphicFramePr>
          <p:cNvPr id="2" name="Table 1">
            <a:extLst>
              <a:ext uri="{FF2B5EF4-FFF2-40B4-BE49-F238E27FC236}">
                <a16:creationId xmlns:a16="http://schemas.microsoft.com/office/drawing/2014/main" id="{C9575A3D-8F70-571D-8C1B-D91D6BCA45F5}"/>
              </a:ext>
            </a:extLst>
          </p:cNvPr>
          <p:cNvGraphicFramePr>
            <a:graphicFrameLocks noGrp="1"/>
          </p:cNvGraphicFramePr>
          <p:nvPr/>
        </p:nvGraphicFramePr>
        <p:xfrm>
          <a:off x="659027" y="1585537"/>
          <a:ext cx="10869070" cy="3185571"/>
        </p:xfrm>
        <a:graphic>
          <a:graphicData uri="http://schemas.openxmlformats.org/drawingml/2006/table">
            <a:tbl>
              <a:tblPr firstRow="1" bandRow="1">
                <a:tableStyleId>{5940675A-B579-460E-94D1-54222C63F5DA}</a:tableStyleId>
              </a:tblPr>
              <a:tblGrid>
                <a:gridCol w="220853">
                  <a:extLst>
                    <a:ext uri="{9D8B030D-6E8A-4147-A177-3AD203B41FA5}">
                      <a16:colId xmlns:a16="http://schemas.microsoft.com/office/drawing/2014/main" val="4043975947"/>
                    </a:ext>
                  </a:extLst>
                </a:gridCol>
                <a:gridCol w="576647">
                  <a:extLst>
                    <a:ext uri="{9D8B030D-6E8A-4147-A177-3AD203B41FA5}">
                      <a16:colId xmlns:a16="http://schemas.microsoft.com/office/drawing/2014/main" val="1686699970"/>
                    </a:ext>
                  </a:extLst>
                </a:gridCol>
                <a:gridCol w="671438">
                  <a:extLst>
                    <a:ext uri="{9D8B030D-6E8A-4147-A177-3AD203B41FA5}">
                      <a16:colId xmlns:a16="http://schemas.microsoft.com/office/drawing/2014/main" val="4105368480"/>
                    </a:ext>
                  </a:extLst>
                </a:gridCol>
                <a:gridCol w="671438">
                  <a:extLst>
                    <a:ext uri="{9D8B030D-6E8A-4147-A177-3AD203B41FA5}">
                      <a16:colId xmlns:a16="http://schemas.microsoft.com/office/drawing/2014/main" val="3493256866"/>
                    </a:ext>
                  </a:extLst>
                </a:gridCol>
                <a:gridCol w="671438">
                  <a:extLst>
                    <a:ext uri="{9D8B030D-6E8A-4147-A177-3AD203B41FA5}">
                      <a16:colId xmlns:a16="http://schemas.microsoft.com/office/drawing/2014/main" val="1619190838"/>
                    </a:ext>
                  </a:extLst>
                </a:gridCol>
                <a:gridCol w="671438">
                  <a:extLst>
                    <a:ext uri="{9D8B030D-6E8A-4147-A177-3AD203B41FA5}">
                      <a16:colId xmlns:a16="http://schemas.microsoft.com/office/drawing/2014/main" val="1861375321"/>
                    </a:ext>
                  </a:extLst>
                </a:gridCol>
                <a:gridCol w="671438">
                  <a:extLst>
                    <a:ext uri="{9D8B030D-6E8A-4147-A177-3AD203B41FA5}">
                      <a16:colId xmlns:a16="http://schemas.microsoft.com/office/drawing/2014/main" val="769757790"/>
                    </a:ext>
                  </a:extLst>
                </a:gridCol>
                <a:gridCol w="671438">
                  <a:extLst>
                    <a:ext uri="{9D8B030D-6E8A-4147-A177-3AD203B41FA5}">
                      <a16:colId xmlns:a16="http://schemas.microsoft.com/office/drawing/2014/main" val="3185515174"/>
                    </a:ext>
                  </a:extLst>
                </a:gridCol>
                <a:gridCol w="671438">
                  <a:extLst>
                    <a:ext uri="{9D8B030D-6E8A-4147-A177-3AD203B41FA5}">
                      <a16:colId xmlns:a16="http://schemas.microsoft.com/office/drawing/2014/main" val="2864573796"/>
                    </a:ext>
                  </a:extLst>
                </a:gridCol>
                <a:gridCol w="671438">
                  <a:extLst>
                    <a:ext uri="{9D8B030D-6E8A-4147-A177-3AD203B41FA5}">
                      <a16:colId xmlns:a16="http://schemas.microsoft.com/office/drawing/2014/main" val="260775510"/>
                    </a:ext>
                  </a:extLst>
                </a:gridCol>
                <a:gridCol w="671438">
                  <a:extLst>
                    <a:ext uri="{9D8B030D-6E8A-4147-A177-3AD203B41FA5}">
                      <a16:colId xmlns:a16="http://schemas.microsoft.com/office/drawing/2014/main" val="2290538716"/>
                    </a:ext>
                  </a:extLst>
                </a:gridCol>
                <a:gridCol w="671438">
                  <a:extLst>
                    <a:ext uri="{9D8B030D-6E8A-4147-A177-3AD203B41FA5}">
                      <a16:colId xmlns:a16="http://schemas.microsoft.com/office/drawing/2014/main" val="472924852"/>
                    </a:ext>
                  </a:extLst>
                </a:gridCol>
                <a:gridCol w="671438">
                  <a:extLst>
                    <a:ext uri="{9D8B030D-6E8A-4147-A177-3AD203B41FA5}">
                      <a16:colId xmlns:a16="http://schemas.microsoft.com/office/drawing/2014/main" val="671993662"/>
                    </a:ext>
                  </a:extLst>
                </a:gridCol>
                <a:gridCol w="671438">
                  <a:extLst>
                    <a:ext uri="{9D8B030D-6E8A-4147-A177-3AD203B41FA5}">
                      <a16:colId xmlns:a16="http://schemas.microsoft.com/office/drawing/2014/main" val="2212984000"/>
                    </a:ext>
                  </a:extLst>
                </a:gridCol>
                <a:gridCol w="671438">
                  <a:extLst>
                    <a:ext uri="{9D8B030D-6E8A-4147-A177-3AD203B41FA5}">
                      <a16:colId xmlns:a16="http://schemas.microsoft.com/office/drawing/2014/main" val="3471332156"/>
                    </a:ext>
                  </a:extLst>
                </a:gridCol>
                <a:gridCol w="671438">
                  <a:extLst>
                    <a:ext uri="{9D8B030D-6E8A-4147-A177-3AD203B41FA5}">
                      <a16:colId xmlns:a16="http://schemas.microsoft.com/office/drawing/2014/main" val="3660531011"/>
                    </a:ext>
                  </a:extLst>
                </a:gridCol>
                <a:gridCol w="671438">
                  <a:extLst>
                    <a:ext uri="{9D8B030D-6E8A-4147-A177-3AD203B41FA5}">
                      <a16:colId xmlns:a16="http://schemas.microsoft.com/office/drawing/2014/main" val="2251779116"/>
                    </a:ext>
                  </a:extLst>
                </a:gridCol>
              </a:tblGrid>
              <a:tr h="0">
                <a:tc>
                  <a:txBody>
                    <a:bodyPr/>
                    <a:lstStyle/>
                    <a:p>
                      <a:endParaRPr lang="en-US" sz="1100">
                        <a:solidFill>
                          <a:schemeClr val="tx1"/>
                        </a:solidFill>
                      </a:endParaRPr>
                    </a:p>
                  </a:txBody>
                  <a:tcPr/>
                </a:tc>
                <a:tc>
                  <a:txBody>
                    <a:bodyPr/>
                    <a:lstStyle/>
                    <a:p>
                      <a:r>
                        <a:rPr lang="en-US" sz="1400" b="1">
                          <a:solidFill>
                            <a:schemeClr val="tx1"/>
                          </a:solidFill>
                        </a:rPr>
                        <a:t>7125</a:t>
                      </a:r>
                    </a:p>
                  </a:txBody>
                  <a:tcPr/>
                </a:tc>
                <a:tc>
                  <a:txBody>
                    <a:bodyPr/>
                    <a:lstStyle/>
                    <a:p>
                      <a:r>
                        <a:rPr lang="en-US" sz="1400" b="1">
                          <a:solidFill>
                            <a:schemeClr val="tx1"/>
                          </a:solidFill>
                        </a:rPr>
                        <a:t>7145</a:t>
                      </a:r>
                    </a:p>
                  </a:txBody>
                  <a:tcPr/>
                </a:tc>
                <a:tc>
                  <a:txBody>
                    <a:bodyPr/>
                    <a:lstStyle/>
                    <a:p>
                      <a:r>
                        <a:rPr lang="en-US" sz="1400" b="1">
                          <a:solidFill>
                            <a:schemeClr val="tx1"/>
                          </a:solidFill>
                        </a:rPr>
                        <a:t>7190</a:t>
                      </a:r>
                    </a:p>
                  </a:txBody>
                  <a:tcPr/>
                </a:tc>
                <a:tc>
                  <a:txBody>
                    <a:bodyPr/>
                    <a:lstStyle/>
                    <a:p>
                      <a:r>
                        <a:rPr lang="en-US" sz="1400" b="1">
                          <a:solidFill>
                            <a:schemeClr val="tx1"/>
                          </a:solidFill>
                        </a:rPr>
                        <a:t>7235</a:t>
                      </a:r>
                    </a:p>
                  </a:txBody>
                  <a:tcPr/>
                </a:tc>
                <a:tc>
                  <a:txBody>
                    <a:bodyPr/>
                    <a:lstStyle/>
                    <a:p>
                      <a:r>
                        <a:rPr lang="en-US" sz="1400" b="1">
                          <a:solidFill>
                            <a:schemeClr val="tx1"/>
                          </a:solidFill>
                        </a:rPr>
                        <a:t>7250</a:t>
                      </a:r>
                    </a:p>
                  </a:txBody>
                  <a:tcPr/>
                </a:tc>
                <a:tc>
                  <a:txBody>
                    <a:bodyPr/>
                    <a:lstStyle/>
                    <a:p>
                      <a:r>
                        <a:rPr lang="en-US" sz="1400" b="1">
                          <a:solidFill>
                            <a:schemeClr val="tx1"/>
                          </a:solidFill>
                        </a:rPr>
                        <a:t>7300</a:t>
                      </a:r>
                    </a:p>
                  </a:txBody>
                  <a:tcPr/>
                </a:tc>
                <a:tc>
                  <a:txBody>
                    <a:bodyPr/>
                    <a:lstStyle/>
                    <a:p>
                      <a:r>
                        <a:rPr lang="en-US" sz="1400" b="1">
                          <a:solidFill>
                            <a:schemeClr val="tx1"/>
                          </a:solidFill>
                        </a:rPr>
                        <a:t>7375</a:t>
                      </a:r>
                    </a:p>
                  </a:txBody>
                  <a:tcPr/>
                </a:tc>
                <a:tc>
                  <a:txBody>
                    <a:bodyPr/>
                    <a:lstStyle/>
                    <a:p>
                      <a:pPr lvl="0">
                        <a:buNone/>
                      </a:pPr>
                      <a:r>
                        <a:rPr lang="en-US" sz="1400" b="1" u="none" strike="noStrike" noProof="0">
                          <a:solidFill>
                            <a:schemeClr val="tx1"/>
                          </a:solidFill>
                        </a:rPr>
                        <a:t>7450</a:t>
                      </a:r>
                      <a:endParaRPr lang="en-US" sz="1400" b="1">
                        <a:solidFill>
                          <a:schemeClr val="tx1"/>
                        </a:solidFill>
                      </a:endParaRPr>
                    </a:p>
                  </a:txBody>
                  <a:tcPr/>
                </a:tc>
                <a:tc>
                  <a:txBody>
                    <a:bodyPr/>
                    <a:lstStyle/>
                    <a:p>
                      <a:pPr lvl="0">
                        <a:buNone/>
                      </a:pPr>
                      <a:r>
                        <a:rPr lang="en-US" sz="1400" b="1">
                          <a:solidFill>
                            <a:schemeClr val="tx1"/>
                          </a:solidFill>
                        </a:rPr>
                        <a:t>7550</a:t>
                      </a:r>
                    </a:p>
                  </a:txBody>
                  <a:tcPr/>
                </a:tc>
                <a:tc>
                  <a:txBody>
                    <a:bodyPr/>
                    <a:lstStyle/>
                    <a:p>
                      <a:pPr lvl="0">
                        <a:buNone/>
                      </a:pPr>
                      <a:r>
                        <a:rPr lang="en-US" sz="1400" b="1">
                          <a:solidFill>
                            <a:schemeClr val="tx1"/>
                          </a:solidFill>
                        </a:rPr>
                        <a:t>7750</a:t>
                      </a:r>
                    </a:p>
                  </a:txBody>
                  <a:tcPr/>
                </a:tc>
                <a:tc>
                  <a:txBody>
                    <a:bodyPr/>
                    <a:lstStyle/>
                    <a:p>
                      <a:pPr lvl="0">
                        <a:buNone/>
                      </a:pPr>
                      <a:r>
                        <a:rPr lang="en-US" sz="1400" b="1">
                          <a:solidFill>
                            <a:schemeClr val="tx1"/>
                          </a:solidFill>
                        </a:rPr>
                        <a:t>7900</a:t>
                      </a:r>
                    </a:p>
                  </a:txBody>
                  <a:tcPr/>
                </a:tc>
                <a:tc>
                  <a:txBody>
                    <a:bodyPr/>
                    <a:lstStyle/>
                    <a:p>
                      <a:pPr lvl="0">
                        <a:buNone/>
                      </a:pPr>
                      <a:r>
                        <a:rPr lang="en-US" sz="1400" b="1">
                          <a:solidFill>
                            <a:schemeClr val="tx1"/>
                          </a:solidFill>
                        </a:rPr>
                        <a:t>8025</a:t>
                      </a:r>
                    </a:p>
                  </a:txBody>
                  <a:tcPr/>
                </a:tc>
                <a:tc>
                  <a:txBody>
                    <a:bodyPr/>
                    <a:lstStyle/>
                    <a:p>
                      <a:pPr lvl="0">
                        <a:buNone/>
                      </a:pPr>
                      <a:r>
                        <a:rPr lang="en-US" sz="1400" b="1">
                          <a:solidFill>
                            <a:schemeClr val="tx1"/>
                          </a:solidFill>
                        </a:rPr>
                        <a:t>8175</a:t>
                      </a:r>
                    </a:p>
                  </a:txBody>
                  <a:tcPr/>
                </a:tc>
                <a:tc>
                  <a:txBody>
                    <a:bodyPr/>
                    <a:lstStyle/>
                    <a:p>
                      <a:pPr lvl="0">
                        <a:buNone/>
                      </a:pPr>
                      <a:r>
                        <a:rPr lang="en-US" sz="1400" b="1">
                          <a:solidFill>
                            <a:schemeClr val="tx1"/>
                          </a:solidFill>
                        </a:rPr>
                        <a:t>8215</a:t>
                      </a:r>
                    </a:p>
                  </a:txBody>
                  <a:tcPr/>
                </a:tc>
                <a:tc>
                  <a:txBody>
                    <a:bodyPr/>
                    <a:lstStyle/>
                    <a:p>
                      <a:pPr lvl="0">
                        <a:buNone/>
                      </a:pPr>
                      <a:r>
                        <a:rPr lang="en-US" sz="1400" b="1">
                          <a:solidFill>
                            <a:schemeClr val="tx1"/>
                          </a:solidFill>
                        </a:rPr>
                        <a:t>8400</a:t>
                      </a:r>
                    </a:p>
                  </a:txBody>
                  <a:tcPr/>
                </a:tc>
                <a:tc>
                  <a:txBody>
                    <a:bodyPr/>
                    <a:lstStyle/>
                    <a:p>
                      <a:pPr lvl="0">
                        <a:buNone/>
                      </a:pPr>
                      <a:r>
                        <a:rPr lang="en-US" sz="1400" b="1">
                          <a:solidFill>
                            <a:schemeClr val="tx1"/>
                          </a:solidFill>
                        </a:rPr>
                        <a:t>8450</a:t>
                      </a:r>
                    </a:p>
                  </a:txBody>
                  <a:tcPr/>
                </a:tc>
                <a:extLst>
                  <a:ext uri="{0D108BD9-81ED-4DB2-BD59-A6C34878D82A}">
                    <a16:rowId xmlns:a16="http://schemas.microsoft.com/office/drawing/2014/main" val="890178958"/>
                  </a:ext>
                </a:extLst>
              </a:tr>
              <a:tr h="0">
                <a:tc>
                  <a:txBody>
                    <a:bodyPr/>
                    <a:lstStyle/>
                    <a:p>
                      <a:r>
                        <a:rPr lang="en-US" sz="1100">
                          <a:solidFill>
                            <a:schemeClr val="bg1"/>
                          </a:solidFill>
                        </a:rPr>
                        <a:t>F</a:t>
                      </a:r>
                    </a:p>
                  </a:txBody>
                  <a:tcPr>
                    <a:solidFill>
                      <a:srgbClr val="FF0000"/>
                    </a:solidFill>
                  </a:tcPr>
                </a:tc>
                <a:tc gridSpan="16">
                  <a:txBody>
                    <a:bodyPr/>
                    <a:lstStyle/>
                    <a:p>
                      <a:pPr algn="ctr"/>
                      <a:r>
                        <a:rPr lang="en-US" sz="1200">
                          <a:solidFill>
                            <a:schemeClr val="tx1"/>
                          </a:solidFill>
                        </a:rPr>
                        <a:t>Fixed (FS)</a:t>
                      </a:r>
                    </a:p>
                  </a:txBody>
                  <a:tcPr>
                    <a:solidFill>
                      <a:srgbClr val="F2C9E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4210866"/>
                  </a:ext>
                </a:extLst>
              </a:tr>
              <a:tr h="453081">
                <a:tc>
                  <a:txBody>
                    <a:bodyPr/>
                    <a:lstStyle/>
                    <a:p>
                      <a:r>
                        <a:rPr lang="en-US" sz="1100">
                          <a:solidFill>
                            <a:schemeClr val="bg1"/>
                          </a:solidFill>
                        </a:rPr>
                        <a:t>F</a:t>
                      </a:r>
                    </a:p>
                  </a:txBody>
                  <a:tcPr>
                    <a:solidFill>
                      <a:srgbClr val="FF0000"/>
                    </a:solidFill>
                  </a:tcPr>
                </a:tc>
                <a:tc>
                  <a:txBody>
                    <a:bodyPr/>
                    <a:lstStyle/>
                    <a:p>
                      <a:pPr algn="ctr"/>
                      <a:endParaRPr lang="en-US" sz="1200">
                        <a:solidFill>
                          <a:schemeClr val="tx1"/>
                        </a:solidFill>
                      </a:endParaRPr>
                    </a:p>
                  </a:txBody>
                  <a:tcPr/>
                </a:tc>
                <a:tc>
                  <a:txBody>
                    <a:bodyPr/>
                    <a:lstStyle/>
                    <a:p>
                      <a:pPr algn="ctr"/>
                      <a:endParaRPr lang="en-US" sz="1200">
                        <a:solidFill>
                          <a:schemeClr val="tx1"/>
                        </a:solidFill>
                      </a:endParaRPr>
                    </a:p>
                  </a:txBody>
                  <a:tcPr/>
                </a:tc>
                <a:tc gridSpan="2">
                  <a:txBody>
                    <a:bodyPr/>
                    <a:lstStyle/>
                    <a:p>
                      <a:pPr lvl="0" algn="ctr">
                        <a:buNone/>
                      </a:pPr>
                      <a:r>
                        <a:rPr lang="en-US" sz="1200" b="0" i="0" u="none" strike="noStrike" noProof="0">
                          <a:solidFill>
                            <a:schemeClr val="tx1"/>
                          </a:solidFill>
                          <a:latin typeface="Aptos"/>
                        </a:rPr>
                        <a:t>Earth Exploration Satellite(EESS)</a:t>
                      </a:r>
                      <a:endParaRPr lang="en-US"/>
                    </a:p>
                  </a:txBody>
                  <a:tcPr>
                    <a:solidFill>
                      <a:schemeClr val="accent6">
                        <a:lumMod val="20000"/>
                        <a:lumOff val="80000"/>
                      </a:schemeClr>
                    </a:solidFill>
                  </a:tcPr>
                </a:tc>
                <a:tc hMerge="1">
                  <a:txBody>
                    <a:bodyPr/>
                    <a:lstStyle/>
                    <a:p>
                      <a:endParaRPr lang="en-US"/>
                    </a:p>
                  </a:txBody>
                  <a:tcPr/>
                </a:tc>
                <a:tc>
                  <a:txBody>
                    <a:bodyPr/>
                    <a:lstStyle/>
                    <a:p>
                      <a:pPr algn="ctr"/>
                      <a:endParaRPr lang="en-US" sz="1200">
                        <a:solidFill>
                          <a:schemeClr val="tx1"/>
                        </a:solidFill>
                      </a:endParaRPr>
                    </a:p>
                  </a:txBody>
                  <a:tcPr/>
                </a:tc>
                <a:tc>
                  <a:txBody>
                    <a:bodyPr/>
                    <a:lstStyle/>
                    <a:p>
                      <a:pPr algn="ctr"/>
                      <a:endParaRPr lang="en-US" sz="1200">
                        <a:solidFill>
                          <a:schemeClr val="tx1"/>
                        </a:solidFill>
                      </a:endParaRPr>
                    </a:p>
                  </a:txBody>
                  <a:tcPr/>
                </a:tc>
                <a:tc>
                  <a:txBody>
                    <a:bodyPr/>
                    <a:lstStyle/>
                    <a:p>
                      <a:pPr lvl="0" algn="ctr">
                        <a:buNone/>
                      </a:pPr>
                      <a:r>
                        <a:rPr lang="en-US" sz="1200" b="0" i="0" u="none" strike="noStrike" noProof="0">
                          <a:solidFill>
                            <a:schemeClr val="tx1"/>
                          </a:solidFill>
                          <a:latin typeface="Aptos"/>
                        </a:rPr>
                        <a:t>Mobile(MS)</a:t>
                      </a:r>
                      <a:endParaRPr lang="en-US" sz="1200" b="0" i="0" u="none" strike="noStrike" noProof="0">
                        <a:solidFill>
                          <a:srgbClr val="000000"/>
                        </a:solidFill>
                        <a:latin typeface="Aptos"/>
                      </a:endParaRPr>
                    </a:p>
                    <a:p>
                      <a:pPr lvl="0" algn="ctr">
                        <a:buNone/>
                      </a:pPr>
                      <a:endParaRPr lang="en-US" sz="1200">
                        <a:solidFill>
                          <a:schemeClr val="tx1"/>
                        </a:solidFill>
                      </a:endParaRPr>
                    </a:p>
                  </a:txBody>
                  <a:tcPr>
                    <a:solidFill>
                      <a:schemeClr val="accent5">
                        <a:lumMod val="40000"/>
                        <a:lumOff val="60000"/>
                      </a:schemeClr>
                    </a:solidFill>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gridSpan="3">
                  <a:txBody>
                    <a:bodyPr/>
                    <a:lstStyle/>
                    <a:p>
                      <a:pPr lvl="0" algn="ctr">
                        <a:buNone/>
                      </a:pPr>
                      <a:r>
                        <a:rPr lang="en-US" sz="1200" b="0" i="0" u="none" strike="noStrike" noProof="0">
                          <a:solidFill>
                            <a:schemeClr val="tx1"/>
                          </a:solidFill>
                          <a:latin typeface="Aptos"/>
                        </a:rPr>
                        <a:t>Earth Exploration Satellite(EESS)</a:t>
                      </a:r>
                      <a:endParaRPr lang="en-US"/>
                    </a:p>
                  </a:txBody>
                  <a:tcPr>
                    <a:solidFill>
                      <a:schemeClr val="accent6">
                        <a:lumMod val="20000"/>
                        <a:lumOff val="80000"/>
                      </a:schemeClr>
                    </a:solidFill>
                  </a:tcPr>
                </a:tc>
                <a:tc hMerge="1">
                  <a:txBody>
                    <a:bodyPr/>
                    <a:lstStyle/>
                    <a:p>
                      <a:endParaRPr lang="en-US"/>
                    </a:p>
                  </a:txBody>
                  <a:tcPr/>
                </a:tc>
                <a:tc hMerge="1">
                  <a:txBody>
                    <a:bodyPr/>
                    <a:lstStyle/>
                    <a:p>
                      <a:endParaRPr lang="en-US"/>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extLst>
                  <a:ext uri="{0D108BD9-81ED-4DB2-BD59-A6C34878D82A}">
                    <a16:rowId xmlns:a16="http://schemas.microsoft.com/office/drawing/2014/main" val="3975560266"/>
                  </a:ext>
                </a:extLst>
              </a:tr>
              <a:tr h="411891">
                <a:tc>
                  <a:txBody>
                    <a:bodyPr/>
                    <a:lstStyle/>
                    <a:p>
                      <a:pPr lvl="0">
                        <a:buNone/>
                      </a:pPr>
                      <a:r>
                        <a:rPr lang="en-US" sz="1100">
                          <a:solidFill>
                            <a:schemeClr val="bg1"/>
                          </a:solidFill>
                        </a:rPr>
                        <a:t>N</a:t>
                      </a:r>
                    </a:p>
                  </a:txBody>
                  <a:tcPr>
                    <a:solidFill>
                      <a:schemeClr val="accent6">
                        <a:lumMod val="75000"/>
                      </a:schemeClr>
                    </a:solidFill>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b="0" i="0" u="none" strike="noStrike" noProof="0">
                        <a:solidFill>
                          <a:schemeClr val="tx1"/>
                        </a:solidFill>
                        <a:latin typeface="Aptos"/>
                      </a:endParaRPr>
                    </a:p>
                  </a:txBody>
                  <a:tcPr/>
                </a:tc>
                <a:tc>
                  <a:txBody>
                    <a:bodyPr/>
                    <a:lstStyle/>
                    <a:p>
                      <a:pPr lvl="0" algn="ctr">
                        <a:buNone/>
                      </a:pPr>
                      <a:endParaRPr lang="en-US" sz="1200" b="0" i="0" u="none" strike="noStrike" noProof="0">
                        <a:solidFill>
                          <a:schemeClr val="tx1"/>
                        </a:solidFill>
                        <a:latin typeface="Aptos"/>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gridSpan="3">
                  <a:txBody>
                    <a:bodyPr/>
                    <a:lstStyle/>
                    <a:p>
                      <a:pPr lvl="0" algn="ctr">
                        <a:buNone/>
                      </a:pPr>
                      <a:r>
                        <a:rPr lang="en-US" sz="1200" b="0" i="0" u="none" strike="noStrike" noProof="0">
                          <a:solidFill>
                            <a:schemeClr val="tx1"/>
                          </a:solidFill>
                          <a:latin typeface="Aptos"/>
                        </a:rPr>
                        <a:t>EESS</a:t>
                      </a:r>
                      <a:endParaRPr lang="en-US"/>
                    </a:p>
                  </a:txBody>
                  <a:tcPr>
                    <a:solidFill>
                      <a:schemeClr val="accent6">
                        <a:lumMod val="20000"/>
                        <a:lumOff val="80000"/>
                      </a:schemeClr>
                    </a:solidFill>
                  </a:tcPr>
                </a:tc>
                <a:tc hMerge="1">
                  <a:txBody>
                    <a:bodyPr/>
                    <a:lstStyle/>
                    <a:p>
                      <a:endParaRPr lang="en-US"/>
                    </a:p>
                  </a:txBody>
                  <a:tcPr/>
                </a:tc>
                <a:tc hMerge="1">
                  <a:txBody>
                    <a:bodyPr/>
                    <a:lstStyle/>
                    <a:p>
                      <a:endParaRPr lang="en-US"/>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extLst>
                  <a:ext uri="{0D108BD9-81ED-4DB2-BD59-A6C34878D82A}">
                    <a16:rowId xmlns:a16="http://schemas.microsoft.com/office/drawing/2014/main" val="795264920"/>
                  </a:ext>
                </a:extLst>
              </a:tr>
              <a:tr h="0">
                <a:tc>
                  <a:txBody>
                    <a:bodyPr/>
                    <a:lstStyle/>
                    <a:p>
                      <a:r>
                        <a:rPr lang="en-US" sz="1100">
                          <a:solidFill>
                            <a:schemeClr val="bg1"/>
                          </a:solidFill>
                        </a:rPr>
                        <a:t>F</a:t>
                      </a:r>
                    </a:p>
                  </a:txBody>
                  <a:tcPr>
                    <a:solidFill>
                      <a:srgbClr val="FF0000"/>
                    </a:solidFill>
                  </a:tcPr>
                </a:tc>
                <a:tc>
                  <a:txBody>
                    <a:bodyPr/>
                    <a:lstStyle/>
                    <a:p>
                      <a:pPr algn="ctr"/>
                      <a:endParaRPr lang="en-US" sz="1200">
                        <a:solidFill>
                          <a:schemeClr val="tx1"/>
                        </a:solidFill>
                      </a:endParaRPr>
                    </a:p>
                  </a:txBody>
                  <a:tcPr/>
                </a:tc>
                <a:tc>
                  <a:txBody>
                    <a:bodyPr/>
                    <a:lstStyle/>
                    <a:p>
                      <a:pPr algn="ctr"/>
                      <a:endParaRPr lang="en-US" sz="1200">
                        <a:solidFill>
                          <a:schemeClr val="tx1"/>
                        </a:solidFill>
                      </a:endParaRPr>
                    </a:p>
                  </a:txBody>
                  <a:tcPr/>
                </a:tc>
                <a:tc>
                  <a:txBody>
                    <a:bodyPr/>
                    <a:lstStyle/>
                    <a:p>
                      <a:pPr algn="ctr"/>
                      <a:endParaRPr lang="en-US" sz="1200">
                        <a:solidFill>
                          <a:schemeClr val="tx1"/>
                        </a:solidFill>
                      </a:endParaRPr>
                    </a:p>
                  </a:txBody>
                  <a:tcPr/>
                </a:tc>
                <a:tc>
                  <a:txBody>
                    <a:bodyPr/>
                    <a:lstStyle/>
                    <a:p>
                      <a:pPr algn="ctr"/>
                      <a:endParaRPr lang="en-US" sz="1200">
                        <a:solidFill>
                          <a:schemeClr val="tx1"/>
                        </a:solidFill>
                      </a:endParaRPr>
                    </a:p>
                  </a:txBody>
                  <a:tcPr/>
                </a:tc>
                <a:tc gridSpan="5">
                  <a:txBody>
                    <a:bodyPr/>
                    <a:lstStyle/>
                    <a:p>
                      <a:pPr lvl="0" algn="ctr">
                        <a:buNone/>
                      </a:pPr>
                      <a:r>
                        <a:rPr lang="en-US" sz="1200" b="0" i="0" u="none" strike="noStrike" noProof="0">
                          <a:solidFill>
                            <a:schemeClr val="tx1"/>
                          </a:solidFill>
                          <a:latin typeface="Aptos"/>
                        </a:rPr>
                        <a:t>Fixed satellite (FSS)</a:t>
                      </a:r>
                      <a:endParaRPr lang="en-US"/>
                    </a:p>
                  </a:txBody>
                  <a:tcPr>
                    <a:solidFill>
                      <a:schemeClr val="tx2">
                        <a:lumMod val="10000"/>
                        <a:lumOff val="9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lvl="0" algn="ctr">
                        <a:buNone/>
                      </a:pPr>
                      <a:endParaRPr lang="en-US" sz="1200">
                        <a:solidFill>
                          <a:schemeClr val="tx1"/>
                        </a:solidFill>
                      </a:endParaRPr>
                    </a:p>
                  </a:txBody>
                  <a:tcPr/>
                </a:tc>
                <a:tc gridSpan="4">
                  <a:txBody>
                    <a:bodyPr/>
                    <a:lstStyle/>
                    <a:p>
                      <a:pPr lvl="0" algn="ctr">
                        <a:buNone/>
                      </a:pPr>
                      <a:r>
                        <a:rPr lang="en-US" sz="1200" b="0" i="0" u="none" strike="noStrike" noProof="0">
                          <a:solidFill>
                            <a:schemeClr val="tx1"/>
                          </a:solidFill>
                          <a:latin typeface="Aptos"/>
                        </a:rPr>
                        <a:t>Fixed satellite (FSS)</a:t>
                      </a:r>
                      <a:endParaRPr lang="en-US"/>
                    </a:p>
                  </a:txBody>
                  <a:tcPr>
                    <a:solidFill>
                      <a:schemeClr val="tx2">
                        <a:lumMod val="10000"/>
                        <a:lumOff val="9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extLst>
                  <a:ext uri="{0D108BD9-81ED-4DB2-BD59-A6C34878D82A}">
                    <a16:rowId xmlns:a16="http://schemas.microsoft.com/office/drawing/2014/main" val="3995013722"/>
                  </a:ext>
                </a:extLst>
              </a:tr>
              <a:tr h="0">
                <a:tc>
                  <a:txBody>
                    <a:bodyPr/>
                    <a:lstStyle/>
                    <a:p>
                      <a:r>
                        <a:rPr lang="en-US" sz="1100">
                          <a:solidFill>
                            <a:schemeClr val="bg1"/>
                          </a:solidFill>
                        </a:rPr>
                        <a:t>F</a:t>
                      </a:r>
                    </a:p>
                  </a:txBody>
                  <a:tcPr>
                    <a:solidFill>
                      <a:srgbClr val="FF0000"/>
                    </a:solidFill>
                  </a:tcPr>
                </a:tc>
                <a:tc>
                  <a:txBody>
                    <a:bodyPr/>
                    <a:lstStyle/>
                    <a:p>
                      <a:pPr algn="ctr"/>
                      <a:endParaRPr lang="en-US" sz="1200">
                        <a:solidFill>
                          <a:schemeClr val="tx1"/>
                        </a:solidFill>
                      </a:endParaRPr>
                    </a:p>
                  </a:txBody>
                  <a:tcPr/>
                </a:tc>
                <a:tc>
                  <a:txBody>
                    <a:bodyPr/>
                    <a:lstStyle/>
                    <a:p>
                      <a:pPr algn="ctr"/>
                      <a:endParaRPr lang="en-US" sz="1200">
                        <a:solidFill>
                          <a:schemeClr val="tx1"/>
                        </a:solidFill>
                      </a:endParaRPr>
                    </a:p>
                  </a:txBody>
                  <a:tcPr/>
                </a:tc>
                <a:tc>
                  <a:txBody>
                    <a:bodyPr/>
                    <a:lstStyle/>
                    <a:p>
                      <a:pPr algn="ctr"/>
                      <a:r>
                        <a:rPr lang="en-US" sz="1200" err="1">
                          <a:solidFill>
                            <a:schemeClr val="tx1"/>
                          </a:solidFill>
                        </a:rPr>
                        <a:t>MetSat</a:t>
                      </a:r>
                    </a:p>
                  </a:txBody>
                  <a:tcPr>
                    <a:solidFill>
                      <a:srgbClr val="7030A0">
                        <a:alpha val="36000"/>
                      </a:srgbClr>
                    </a:solidFill>
                  </a:tcPr>
                </a:tc>
                <a:tc>
                  <a:txBody>
                    <a:bodyPr/>
                    <a:lstStyle/>
                    <a:p>
                      <a:pPr algn="ctr"/>
                      <a:endParaRPr lang="en-US" sz="1200">
                        <a:solidFill>
                          <a:schemeClr val="tx1"/>
                        </a:solidFill>
                      </a:endParaRPr>
                    </a:p>
                  </a:txBody>
                  <a:tcPr/>
                </a:tc>
                <a:tc>
                  <a:txBody>
                    <a:bodyPr/>
                    <a:lstStyle/>
                    <a:p>
                      <a:pPr algn="ctr"/>
                      <a:endParaRPr lang="en-US" sz="1200">
                        <a:solidFill>
                          <a:schemeClr val="tx1"/>
                        </a:solidFill>
                      </a:endParaRPr>
                    </a:p>
                  </a:txBody>
                  <a:tcPr/>
                </a:tc>
                <a:tc>
                  <a:txBody>
                    <a:bodyPr/>
                    <a:lstStyle/>
                    <a:p>
                      <a:pPr algn="ctr"/>
                      <a:endParaRPr lang="en-US" sz="1200">
                        <a:solidFill>
                          <a:schemeClr val="tx1"/>
                        </a:solidFill>
                      </a:endParaRPr>
                    </a:p>
                  </a:txBody>
                  <a:tcPr/>
                </a:tc>
                <a:tc>
                  <a:txBody>
                    <a:bodyPr/>
                    <a:lstStyle/>
                    <a:p>
                      <a:pPr algn="ctr"/>
                      <a:endParaRPr lang="en-US" sz="1200">
                        <a:solidFill>
                          <a:schemeClr val="tx1"/>
                        </a:solidFill>
                      </a:endParaRPr>
                    </a:p>
                  </a:txBody>
                  <a:tcPr/>
                </a:tc>
                <a:tc>
                  <a:txBody>
                    <a:bodyPr/>
                    <a:lstStyle/>
                    <a:p>
                      <a:pPr lvl="0" algn="ctr">
                        <a:buNone/>
                      </a:pPr>
                      <a:r>
                        <a:rPr lang="en-US" sz="1200" err="1">
                          <a:solidFill>
                            <a:schemeClr val="tx1"/>
                          </a:solidFill>
                        </a:rPr>
                        <a:t>MetSat</a:t>
                      </a:r>
                    </a:p>
                  </a:txBody>
                  <a:tcPr>
                    <a:solidFill>
                      <a:srgbClr val="7030A0">
                        <a:alpha val="46000"/>
                      </a:srgbClr>
                    </a:solidFill>
                  </a:tcPr>
                </a:tc>
                <a:tc>
                  <a:txBody>
                    <a:bodyPr/>
                    <a:lstStyle/>
                    <a:p>
                      <a:pPr lvl="0" algn="ctr">
                        <a:buNone/>
                      </a:pPr>
                      <a:endParaRPr lang="en-US" sz="1200">
                        <a:solidFill>
                          <a:schemeClr val="tx1"/>
                        </a:solidFill>
                      </a:endParaRPr>
                    </a:p>
                  </a:txBody>
                  <a:tcPr/>
                </a:tc>
                <a:tc>
                  <a:txBody>
                    <a:bodyPr/>
                    <a:lstStyle/>
                    <a:p>
                      <a:pPr lvl="0" algn="l">
                        <a:buNone/>
                      </a:pPr>
                      <a:r>
                        <a:rPr lang="en-US" sz="1200" err="1">
                          <a:solidFill>
                            <a:schemeClr val="tx1"/>
                          </a:solidFill>
                        </a:rPr>
                        <a:t>MetSat</a:t>
                      </a:r>
                    </a:p>
                  </a:txBody>
                  <a:tcPr>
                    <a:solidFill>
                      <a:srgbClr val="7030A0">
                        <a:alpha val="46000"/>
                      </a:srgbClr>
                    </a:solidFill>
                  </a:tcPr>
                </a:tc>
                <a:tc>
                  <a:txBody>
                    <a:bodyPr/>
                    <a:lstStyle/>
                    <a:p>
                      <a:pPr lvl="0" algn="ctr">
                        <a:buNone/>
                      </a:pPr>
                      <a:endParaRPr lang="en-US" sz="1200">
                        <a:solidFill>
                          <a:schemeClr val="tx1"/>
                        </a:solidFill>
                      </a:endParaRPr>
                    </a:p>
                  </a:txBody>
                  <a:tcPr/>
                </a:tc>
                <a:tc>
                  <a:txBody>
                    <a:bodyPr/>
                    <a:lstStyle/>
                    <a:p>
                      <a:pPr lvl="0" algn="ctr">
                        <a:buNone/>
                      </a:pPr>
                      <a:r>
                        <a:rPr lang="en-US" sz="1200" err="1">
                          <a:solidFill>
                            <a:schemeClr val="tx1"/>
                          </a:solidFill>
                        </a:rPr>
                        <a:t>MetSat</a:t>
                      </a:r>
                    </a:p>
                  </a:txBody>
                  <a:tcPr>
                    <a:solidFill>
                      <a:srgbClr val="7030A0">
                        <a:alpha val="47000"/>
                      </a:srgbClr>
                    </a:solidFill>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extLst>
                  <a:ext uri="{0D108BD9-81ED-4DB2-BD59-A6C34878D82A}">
                    <a16:rowId xmlns:a16="http://schemas.microsoft.com/office/drawing/2014/main" val="2079184973"/>
                  </a:ext>
                </a:extLst>
              </a:tr>
              <a:tr h="0">
                <a:tc>
                  <a:txBody>
                    <a:bodyPr/>
                    <a:lstStyle/>
                    <a:p>
                      <a:r>
                        <a:rPr lang="en-US" sz="1100">
                          <a:solidFill>
                            <a:schemeClr val="bg1"/>
                          </a:solidFill>
                        </a:rPr>
                        <a:t>F</a:t>
                      </a:r>
                    </a:p>
                  </a:txBody>
                  <a:tcPr>
                    <a:solidFill>
                      <a:srgbClr val="FF0000"/>
                    </a:solidFill>
                  </a:tcPr>
                </a:tc>
                <a:tc>
                  <a:txBody>
                    <a:bodyPr/>
                    <a:lstStyle/>
                    <a:p>
                      <a:pPr algn="ctr"/>
                      <a:endParaRPr lang="en-US" sz="1200">
                        <a:solidFill>
                          <a:schemeClr val="tx1"/>
                        </a:solidFill>
                      </a:endParaRPr>
                    </a:p>
                  </a:txBody>
                  <a:tcPr/>
                </a:tc>
                <a:tc>
                  <a:txBody>
                    <a:bodyPr/>
                    <a:lstStyle/>
                    <a:p>
                      <a:pPr algn="ctr"/>
                      <a:endParaRPr lang="en-US" sz="1200">
                        <a:solidFill>
                          <a:schemeClr val="tx1"/>
                        </a:solidFill>
                      </a:endParaRPr>
                    </a:p>
                  </a:txBody>
                  <a:tcPr/>
                </a:tc>
                <a:tc>
                  <a:txBody>
                    <a:bodyPr/>
                    <a:lstStyle/>
                    <a:p>
                      <a:pPr algn="ctr"/>
                      <a:endParaRPr lang="en-US" sz="1200">
                        <a:solidFill>
                          <a:schemeClr val="tx1"/>
                        </a:solidFill>
                      </a:endParaRPr>
                    </a:p>
                  </a:txBody>
                  <a:tcPr/>
                </a:tc>
                <a:tc>
                  <a:txBody>
                    <a:bodyPr/>
                    <a:lstStyle/>
                    <a:p>
                      <a:pPr algn="ctr"/>
                      <a:endParaRPr lang="en-US" sz="1200">
                        <a:solidFill>
                          <a:schemeClr val="tx1"/>
                        </a:solidFill>
                      </a:endParaRPr>
                    </a:p>
                  </a:txBody>
                  <a:tcPr/>
                </a:tc>
                <a:tc gridSpan="5">
                  <a:txBody>
                    <a:bodyPr/>
                    <a:lstStyle/>
                    <a:p>
                      <a:pPr algn="ctr"/>
                      <a:r>
                        <a:rPr lang="en-US" sz="1200">
                          <a:solidFill>
                            <a:schemeClr val="tx1"/>
                          </a:solidFill>
                        </a:rPr>
                        <a:t>Mobile-Satellite (MSS)</a:t>
                      </a:r>
                    </a:p>
                  </a:txBody>
                  <a:tcPr>
                    <a:solidFill>
                      <a:srgbClr val="00FFBF">
                        <a:alpha val="36000"/>
                      </a:srgb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lvl="0" algn="ctr">
                        <a:buNone/>
                      </a:pPr>
                      <a:endParaRPr lang="en-US" sz="1200">
                        <a:solidFill>
                          <a:schemeClr val="tx1"/>
                        </a:solidFill>
                      </a:endParaRPr>
                    </a:p>
                  </a:txBody>
                  <a:tcPr/>
                </a:tc>
                <a:tc gridSpan="4">
                  <a:txBody>
                    <a:bodyPr/>
                    <a:lstStyle/>
                    <a:p>
                      <a:pPr lvl="0" algn="ctr">
                        <a:buNone/>
                      </a:pPr>
                      <a:r>
                        <a:rPr lang="en-US" sz="1200" b="0" i="0" u="none" strike="noStrike" noProof="0">
                          <a:solidFill>
                            <a:schemeClr val="tx1"/>
                          </a:solidFill>
                          <a:latin typeface="Aptos"/>
                        </a:rPr>
                        <a:t>Mobile-Satellite (MSS)</a:t>
                      </a:r>
                      <a:endParaRPr lang="en-US"/>
                    </a:p>
                  </a:txBody>
                  <a:tcPr>
                    <a:solidFill>
                      <a:srgbClr val="00FFBF">
                        <a:alpha val="38000"/>
                      </a:srgbClr>
                    </a:solid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extLst>
                  <a:ext uri="{0D108BD9-81ED-4DB2-BD59-A6C34878D82A}">
                    <a16:rowId xmlns:a16="http://schemas.microsoft.com/office/drawing/2014/main" val="1029023971"/>
                  </a:ext>
                </a:extLst>
              </a:tr>
              <a:tr h="375851">
                <a:tc>
                  <a:txBody>
                    <a:bodyPr/>
                    <a:lstStyle/>
                    <a:p>
                      <a:pPr lvl="0">
                        <a:buNone/>
                      </a:pPr>
                      <a:r>
                        <a:rPr lang="en-US" sz="1100">
                          <a:solidFill>
                            <a:schemeClr val="bg1"/>
                          </a:solidFill>
                        </a:rPr>
                        <a:t>F</a:t>
                      </a:r>
                    </a:p>
                  </a:txBody>
                  <a:tcPr>
                    <a:solidFill>
                      <a:srgbClr val="FF0000"/>
                    </a:solidFill>
                  </a:tcPr>
                </a:tc>
                <a:tc>
                  <a:txBody>
                    <a:bodyPr/>
                    <a:lstStyle/>
                    <a:p>
                      <a:pPr lvl="0" algn="ctr">
                        <a:buNone/>
                      </a:pPr>
                      <a:endParaRPr lang="en-US" sz="1200">
                        <a:solidFill>
                          <a:schemeClr val="tx1"/>
                        </a:solidFill>
                      </a:endParaRPr>
                    </a:p>
                  </a:txBody>
                  <a:tcPr/>
                </a:tc>
                <a:tc gridSpan="2">
                  <a:txBody>
                    <a:bodyPr/>
                    <a:lstStyle/>
                    <a:p>
                      <a:pPr lvl="0" algn="ctr">
                        <a:buNone/>
                      </a:pPr>
                      <a:r>
                        <a:rPr lang="en-US" sz="1200">
                          <a:solidFill>
                            <a:schemeClr val="tx1"/>
                          </a:solidFill>
                        </a:rPr>
                        <a:t>Space Research (SRS)</a:t>
                      </a:r>
                    </a:p>
                  </a:txBody>
                  <a:tcPr>
                    <a:solidFill>
                      <a:schemeClr val="accent3">
                        <a:lumMod val="20000"/>
                        <a:lumOff val="80000"/>
                      </a:schemeClr>
                    </a:solidFill>
                  </a:tcPr>
                </a:tc>
                <a:tc hMerge="1">
                  <a:txBody>
                    <a:bodyPr/>
                    <a:lstStyle/>
                    <a:p>
                      <a:endParaRPr lang="en-US"/>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gridSpan="3">
                  <a:txBody>
                    <a:bodyPr/>
                    <a:lstStyle/>
                    <a:p>
                      <a:pPr lvl="0" algn="ctr">
                        <a:buNone/>
                      </a:pPr>
                      <a:r>
                        <a:rPr lang="en-US" sz="1200" b="0" i="0" u="none" strike="noStrike" noProof="0">
                          <a:solidFill>
                            <a:schemeClr val="tx1"/>
                          </a:solidFill>
                          <a:latin typeface="Aptos"/>
                        </a:rPr>
                        <a:t>Maritime Mobile Satellite (MMSS)</a:t>
                      </a:r>
                      <a:endParaRPr lang="en-US" sz="1200" b="0" i="0" u="none" strike="noStrike" noProof="0">
                        <a:solidFill>
                          <a:srgbClr val="000000"/>
                        </a:solidFill>
                        <a:latin typeface="Aptos"/>
                      </a:endParaRPr>
                    </a:p>
                  </a:txBody>
                  <a:tcPr>
                    <a:solidFill>
                      <a:schemeClr val="accent2">
                        <a:lumMod val="20000"/>
                        <a:lumOff val="80000"/>
                      </a:schemeClr>
                    </a:solidFill>
                  </a:tcPr>
                </a:tc>
                <a:tc hMerge="1">
                  <a:txBody>
                    <a:bodyPr/>
                    <a:lstStyle/>
                    <a:p>
                      <a:endParaRPr lang="en-US"/>
                    </a:p>
                  </a:txBody>
                  <a:tcPr/>
                </a:tc>
                <a:tc hMerge="1">
                  <a:txBody>
                    <a:bodyPr/>
                    <a:lstStyle/>
                    <a:p>
                      <a:endParaRPr lang="en-US"/>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gridSpan="2">
                  <a:txBody>
                    <a:bodyPr/>
                    <a:lstStyle/>
                    <a:p>
                      <a:pPr lvl="0" algn="ctr">
                        <a:buNone/>
                      </a:pPr>
                      <a:r>
                        <a:rPr lang="en-US" sz="1200" b="0" i="0" u="none" strike="noStrike" noProof="0">
                          <a:solidFill>
                            <a:schemeClr val="tx1"/>
                          </a:solidFill>
                          <a:latin typeface="Aptos"/>
                        </a:rPr>
                        <a:t>Space Research (SRS)</a:t>
                      </a:r>
                      <a:endParaRPr lang="en-US"/>
                    </a:p>
                  </a:txBody>
                  <a:tcPr>
                    <a:solidFill>
                      <a:schemeClr val="accent3">
                        <a:lumMod val="20000"/>
                        <a:lumOff val="80000"/>
                      </a:schemeClr>
                    </a:solidFill>
                  </a:tcPr>
                </a:tc>
                <a:tc hMerge="1">
                  <a:txBody>
                    <a:bodyPr/>
                    <a:lstStyle/>
                    <a:p>
                      <a:endParaRPr lang="en-US"/>
                    </a:p>
                  </a:txBody>
                  <a:tcPr/>
                </a:tc>
                <a:extLst>
                  <a:ext uri="{0D108BD9-81ED-4DB2-BD59-A6C34878D82A}">
                    <a16:rowId xmlns:a16="http://schemas.microsoft.com/office/drawing/2014/main" val="1449048442"/>
                  </a:ext>
                </a:extLst>
              </a:tr>
              <a:tr h="139013">
                <a:tc>
                  <a:txBody>
                    <a:bodyPr/>
                    <a:lstStyle/>
                    <a:p>
                      <a:pPr lvl="0">
                        <a:buNone/>
                      </a:pPr>
                      <a:r>
                        <a:rPr lang="en-US" sz="1100">
                          <a:solidFill>
                            <a:schemeClr val="bg1"/>
                          </a:solidFill>
                        </a:rPr>
                        <a:t>N</a:t>
                      </a:r>
                    </a:p>
                  </a:txBody>
                  <a:tcPr>
                    <a:solidFill>
                      <a:schemeClr val="accent6">
                        <a:lumMod val="75000"/>
                      </a:schemeClr>
                    </a:solidFill>
                  </a:tcPr>
                </a:tc>
                <a:tc>
                  <a:txBody>
                    <a:bodyPr/>
                    <a:lstStyle/>
                    <a:p>
                      <a:pPr lvl="0" algn="ctr">
                        <a:buNone/>
                      </a:pPr>
                      <a:endParaRPr lang="en-US" sz="1200">
                        <a:solidFill>
                          <a:schemeClr val="tx1"/>
                        </a:solidFill>
                      </a:endParaRPr>
                    </a:p>
                  </a:txBody>
                  <a:tcPr/>
                </a:tc>
                <a:tc>
                  <a:txBody>
                    <a:bodyPr/>
                    <a:lstStyle/>
                    <a:p>
                      <a:pPr lvl="0" algn="ctr">
                        <a:buNone/>
                      </a:pPr>
                      <a:r>
                        <a:rPr lang="en-US" sz="1200" b="0" i="0" u="none" strike="noStrike" noProof="0">
                          <a:solidFill>
                            <a:schemeClr val="tx1"/>
                          </a:solidFill>
                          <a:latin typeface="Aptos"/>
                        </a:rPr>
                        <a:t>SRS</a:t>
                      </a:r>
                      <a:endParaRPr lang="en-US"/>
                    </a:p>
                  </a:txBody>
                  <a:tcPr>
                    <a:solidFill>
                      <a:schemeClr val="accent3">
                        <a:lumMod val="20000"/>
                        <a:lumOff val="80000"/>
                      </a:schemeClr>
                    </a:solidFill>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gridSpan="2">
                  <a:txBody>
                    <a:bodyPr/>
                    <a:lstStyle/>
                    <a:p>
                      <a:pPr lvl="0" algn="ctr">
                        <a:buNone/>
                      </a:pPr>
                      <a:r>
                        <a:rPr lang="en-US" sz="1200" b="0" i="0" u="none" strike="noStrike" noProof="0">
                          <a:solidFill>
                            <a:schemeClr val="tx1"/>
                          </a:solidFill>
                          <a:latin typeface="Aptos"/>
                        </a:rPr>
                        <a:t>SRS</a:t>
                      </a:r>
                      <a:endParaRPr lang="en-US"/>
                    </a:p>
                  </a:txBody>
                  <a:tcPr>
                    <a:solidFill>
                      <a:schemeClr val="accent3">
                        <a:lumMod val="20000"/>
                        <a:lumOff val="80000"/>
                      </a:schemeClr>
                    </a:solidFill>
                  </a:tcPr>
                </a:tc>
                <a:tc hMerge="1">
                  <a:txBody>
                    <a:bodyPr/>
                    <a:lstStyle/>
                    <a:p>
                      <a:endParaRPr lang="en-US"/>
                    </a:p>
                  </a:txBody>
                  <a:tcPr>
                    <a:solidFill>
                      <a:schemeClr val="accent3">
                        <a:lumMod val="20000"/>
                        <a:lumOff val="80000"/>
                      </a:schemeClr>
                    </a:solidFill>
                  </a:tcPr>
                </a:tc>
                <a:extLst>
                  <a:ext uri="{0D108BD9-81ED-4DB2-BD59-A6C34878D82A}">
                    <a16:rowId xmlns:a16="http://schemas.microsoft.com/office/drawing/2014/main" val="1946683754"/>
                  </a:ext>
                </a:extLst>
              </a:tr>
            </a:tbl>
          </a:graphicData>
        </a:graphic>
      </p:graphicFrame>
      <p:sp>
        <p:nvSpPr>
          <p:cNvPr id="4" name="Title 1">
            <a:extLst>
              <a:ext uri="{FF2B5EF4-FFF2-40B4-BE49-F238E27FC236}">
                <a16:creationId xmlns:a16="http://schemas.microsoft.com/office/drawing/2014/main" id="{1032E0B9-4EEF-0249-8894-B5AE48C64F97}"/>
              </a:ext>
            </a:extLst>
          </p:cNvPr>
          <p:cNvSpPr>
            <a:spLocks noGrp="1"/>
          </p:cNvSpPr>
          <p:nvPr/>
        </p:nvSpPr>
        <p:spPr>
          <a:xfrm>
            <a:off x="782627" y="38326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a:latin typeface="Times New Roman"/>
                <a:ea typeface="+mj-lt"/>
                <a:cs typeface="+mj-lt"/>
              </a:rPr>
              <a:t>7.125 - 8.5 GHz</a:t>
            </a:r>
            <a:endParaRPr lang="en-US">
              <a:latin typeface="Times New Roman"/>
              <a:cs typeface="Times New Roman"/>
            </a:endParaRPr>
          </a:p>
        </p:txBody>
      </p:sp>
      <p:sp>
        <p:nvSpPr>
          <p:cNvPr id="3" name="TextBox 2">
            <a:extLst>
              <a:ext uri="{FF2B5EF4-FFF2-40B4-BE49-F238E27FC236}">
                <a16:creationId xmlns:a16="http://schemas.microsoft.com/office/drawing/2014/main" id="{0762C871-FB05-A8D0-6EE6-3E61AE5DAE73}"/>
              </a:ext>
            </a:extLst>
          </p:cNvPr>
          <p:cNvSpPr txBox="1"/>
          <p:nvPr/>
        </p:nvSpPr>
        <p:spPr>
          <a:xfrm>
            <a:off x="554566" y="5084234"/>
            <a:ext cx="11775318"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t> </a:t>
            </a:r>
            <a:r>
              <a:rPr lang="en-US" sz="2000"/>
              <a:t>FS, FSS and MSS are the largest current allocations </a:t>
            </a:r>
            <a:endParaRPr lang="en-US"/>
          </a:p>
          <a:p>
            <a:pPr marL="342900" indent="-342900">
              <a:buFont typeface="Arial"/>
              <a:buChar char="•"/>
            </a:pPr>
            <a:r>
              <a:rPr lang="en-US" sz="2000"/>
              <a:t> Approximately 20% of FS use is by the Department of Defense (DoD), </a:t>
            </a:r>
          </a:p>
          <a:p>
            <a:pPr marL="342900" indent="-342900">
              <a:buFont typeface="Arial"/>
              <a:buChar char="•"/>
            </a:pPr>
            <a:r>
              <a:rPr lang="en-US" sz="2000">
                <a:ea typeface="+mn-lt"/>
                <a:cs typeface="+mn-lt"/>
              </a:rPr>
              <a:t>The 8400 – 8500 MHz band is allocated for SRS (DL).</a:t>
            </a:r>
            <a:endParaRPr lang="en-US" sz="2000"/>
          </a:p>
          <a:p>
            <a:pPr marL="342900" indent="-342900">
              <a:buFont typeface="Arial"/>
              <a:buChar char="•"/>
            </a:pPr>
            <a:r>
              <a:rPr lang="en-US" sz="2000"/>
              <a:t> Other uses may not be ubiquitous and hence perhaps more amenable to sharing.</a:t>
            </a:r>
          </a:p>
        </p:txBody>
      </p:sp>
      <p:sp>
        <p:nvSpPr>
          <p:cNvPr id="14" name="Rectangle 13">
            <a:extLst>
              <a:ext uri="{FF2B5EF4-FFF2-40B4-BE49-F238E27FC236}">
                <a16:creationId xmlns:a16="http://schemas.microsoft.com/office/drawing/2014/main" id="{512E5804-D5EC-342D-65DE-B7ED360B8D11}"/>
              </a:ext>
            </a:extLst>
          </p:cNvPr>
          <p:cNvSpPr/>
          <p:nvPr/>
        </p:nvSpPr>
        <p:spPr>
          <a:xfrm>
            <a:off x="858762" y="1853595"/>
            <a:ext cx="10692190" cy="374952"/>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326572D-DF23-5762-DB9E-07BC5AABA9E7}"/>
              </a:ext>
            </a:extLst>
          </p:cNvPr>
          <p:cNvSpPr/>
          <p:nvPr/>
        </p:nvSpPr>
        <p:spPr>
          <a:xfrm>
            <a:off x="3422952" y="3208261"/>
            <a:ext cx="3422952" cy="350762"/>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AF803CB-96D4-9A73-7656-C30667A46813}"/>
              </a:ext>
            </a:extLst>
          </p:cNvPr>
          <p:cNvSpPr/>
          <p:nvPr/>
        </p:nvSpPr>
        <p:spPr>
          <a:xfrm>
            <a:off x="7486951" y="3220356"/>
            <a:ext cx="2709333" cy="350762"/>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97767580-9BDF-1F01-A672-9BB00238305E}"/>
              </a:ext>
            </a:extLst>
          </p:cNvPr>
          <p:cNvSpPr/>
          <p:nvPr/>
        </p:nvSpPr>
        <p:spPr>
          <a:xfrm>
            <a:off x="3422951" y="3849307"/>
            <a:ext cx="3422950" cy="338667"/>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46798A42-232F-6742-1542-5FA754AC6A80}"/>
              </a:ext>
            </a:extLst>
          </p:cNvPr>
          <p:cNvSpPr/>
          <p:nvPr/>
        </p:nvSpPr>
        <p:spPr>
          <a:xfrm>
            <a:off x="7486950" y="3849306"/>
            <a:ext cx="2709331" cy="326572"/>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75679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B99E642-E7D3-B231-4F8F-1F91BBE90028}"/>
              </a:ext>
            </a:extLst>
          </p:cNvPr>
          <p:cNvSpPr/>
          <p:nvPr/>
        </p:nvSpPr>
        <p:spPr>
          <a:xfrm>
            <a:off x="0" y="-3175"/>
            <a:ext cx="12192000" cy="1524039"/>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T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7CB8CC4F-10BA-9230-438F-6B150E9D0211}"/>
                  </a:ext>
                </a:extLst>
              </p14:cNvPr>
              <p14:cNvContentPartPr/>
              <p14:nvPr/>
            </p14:nvContentPartPr>
            <p14:xfrm>
              <a:off x="506301" y="525275"/>
              <a:ext cx="11183760" cy="360"/>
            </p14:xfrm>
          </p:contentPart>
        </mc:Choice>
        <mc:Fallback xmlns="">
          <p:pic>
            <p:nvPicPr>
              <p:cNvPr id="7" name="Ink 6">
                <a:extLst>
                  <a:ext uri="{FF2B5EF4-FFF2-40B4-BE49-F238E27FC236}">
                    <a16:creationId xmlns:a16="http://schemas.microsoft.com/office/drawing/2014/main" id="{7CB8CC4F-10BA-9230-438F-6B150E9D0211}"/>
                  </a:ext>
                </a:extLst>
              </p:cNvPr>
              <p:cNvPicPr/>
              <p:nvPr/>
            </p:nvPicPr>
            <p:blipFill>
              <a:blip r:embed="rId4"/>
              <a:stretch>
                <a:fillRect/>
              </a:stretch>
            </p:blipFill>
            <p:spPr>
              <a:xfrm>
                <a:off x="470302" y="489275"/>
                <a:ext cx="11255398" cy="72000"/>
              </a:xfrm>
              <a:prstGeom prst="rect">
                <a:avLst/>
              </a:prstGeom>
            </p:spPr>
          </p:pic>
        </mc:Fallback>
      </mc:AlternateContent>
      <p:sp>
        <p:nvSpPr>
          <p:cNvPr id="9" name="TextBox 8">
            <a:extLst>
              <a:ext uri="{FF2B5EF4-FFF2-40B4-BE49-F238E27FC236}">
                <a16:creationId xmlns:a16="http://schemas.microsoft.com/office/drawing/2014/main" id="{D20471DB-9FB5-200D-8C40-ED81ABC17926}"/>
              </a:ext>
            </a:extLst>
          </p:cNvPr>
          <p:cNvSpPr txBox="1"/>
          <p:nvPr/>
        </p:nvSpPr>
        <p:spPr>
          <a:xfrm>
            <a:off x="411237" y="1209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solidFill>
                  <a:schemeClr val="accent1"/>
                </a:solidFill>
                <a:latin typeface="Times New Roman"/>
                <a:cs typeface="Times New Roman"/>
              </a:rPr>
              <a:t>RIT</a:t>
            </a:r>
          </a:p>
        </p:txBody>
      </p:sp>
      <p:graphicFrame>
        <p:nvGraphicFramePr>
          <p:cNvPr id="2" name="Table 1">
            <a:extLst>
              <a:ext uri="{FF2B5EF4-FFF2-40B4-BE49-F238E27FC236}">
                <a16:creationId xmlns:a16="http://schemas.microsoft.com/office/drawing/2014/main" id="{C9575A3D-8F70-571D-8C1B-D91D6BCA45F5}"/>
              </a:ext>
            </a:extLst>
          </p:cNvPr>
          <p:cNvGraphicFramePr>
            <a:graphicFrameLocks noGrp="1"/>
          </p:cNvGraphicFramePr>
          <p:nvPr/>
        </p:nvGraphicFramePr>
        <p:xfrm>
          <a:off x="659027" y="1812323"/>
          <a:ext cx="10869070" cy="3185571"/>
        </p:xfrm>
        <a:graphic>
          <a:graphicData uri="http://schemas.openxmlformats.org/drawingml/2006/table">
            <a:tbl>
              <a:tblPr firstRow="1" bandRow="1">
                <a:tableStyleId>{5940675A-B579-460E-94D1-54222C63F5DA}</a:tableStyleId>
              </a:tblPr>
              <a:tblGrid>
                <a:gridCol w="220853">
                  <a:extLst>
                    <a:ext uri="{9D8B030D-6E8A-4147-A177-3AD203B41FA5}">
                      <a16:colId xmlns:a16="http://schemas.microsoft.com/office/drawing/2014/main" val="4043975947"/>
                    </a:ext>
                  </a:extLst>
                </a:gridCol>
                <a:gridCol w="576647">
                  <a:extLst>
                    <a:ext uri="{9D8B030D-6E8A-4147-A177-3AD203B41FA5}">
                      <a16:colId xmlns:a16="http://schemas.microsoft.com/office/drawing/2014/main" val="1686699970"/>
                    </a:ext>
                  </a:extLst>
                </a:gridCol>
                <a:gridCol w="671438">
                  <a:extLst>
                    <a:ext uri="{9D8B030D-6E8A-4147-A177-3AD203B41FA5}">
                      <a16:colId xmlns:a16="http://schemas.microsoft.com/office/drawing/2014/main" val="4105368480"/>
                    </a:ext>
                  </a:extLst>
                </a:gridCol>
                <a:gridCol w="671438">
                  <a:extLst>
                    <a:ext uri="{9D8B030D-6E8A-4147-A177-3AD203B41FA5}">
                      <a16:colId xmlns:a16="http://schemas.microsoft.com/office/drawing/2014/main" val="3493256866"/>
                    </a:ext>
                  </a:extLst>
                </a:gridCol>
                <a:gridCol w="671438">
                  <a:extLst>
                    <a:ext uri="{9D8B030D-6E8A-4147-A177-3AD203B41FA5}">
                      <a16:colId xmlns:a16="http://schemas.microsoft.com/office/drawing/2014/main" val="1619190838"/>
                    </a:ext>
                  </a:extLst>
                </a:gridCol>
                <a:gridCol w="671438">
                  <a:extLst>
                    <a:ext uri="{9D8B030D-6E8A-4147-A177-3AD203B41FA5}">
                      <a16:colId xmlns:a16="http://schemas.microsoft.com/office/drawing/2014/main" val="1861375321"/>
                    </a:ext>
                  </a:extLst>
                </a:gridCol>
                <a:gridCol w="671438">
                  <a:extLst>
                    <a:ext uri="{9D8B030D-6E8A-4147-A177-3AD203B41FA5}">
                      <a16:colId xmlns:a16="http://schemas.microsoft.com/office/drawing/2014/main" val="769757790"/>
                    </a:ext>
                  </a:extLst>
                </a:gridCol>
                <a:gridCol w="671438">
                  <a:extLst>
                    <a:ext uri="{9D8B030D-6E8A-4147-A177-3AD203B41FA5}">
                      <a16:colId xmlns:a16="http://schemas.microsoft.com/office/drawing/2014/main" val="3185515174"/>
                    </a:ext>
                  </a:extLst>
                </a:gridCol>
                <a:gridCol w="671438">
                  <a:extLst>
                    <a:ext uri="{9D8B030D-6E8A-4147-A177-3AD203B41FA5}">
                      <a16:colId xmlns:a16="http://schemas.microsoft.com/office/drawing/2014/main" val="2864573796"/>
                    </a:ext>
                  </a:extLst>
                </a:gridCol>
                <a:gridCol w="671438">
                  <a:extLst>
                    <a:ext uri="{9D8B030D-6E8A-4147-A177-3AD203B41FA5}">
                      <a16:colId xmlns:a16="http://schemas.microsoft.com/office/drawing/2014/main" val="260775510"/>
                    </a:ext>
                  </a:extLst>
                </a:gridCol>
                <a:gridCol w="671438">
                  <a:extLst>
                    <a:ext uri="{9D8B030D-6E8A-4147-A177-3AD203B41FA5}">
                      <a16:colId xmlns:a16="http://schemas.microsoft.com/office/drawing/2014/main" val="2290538716"/>
                    </a:ext>
                  </a:extLst>
                </a:gridCol>
                <a:gridCol w="671438">
                  <a:extLst>
                    <a:ext uri="{9D8B030D-6E8A-4147-A177-3AD203B41FA5}">
                      <a16:colId xmlns:a16="http://schemas.microsoft.com/office/drawing/2014/main" val="472924852"/>
                    </a:ext>
                  </a:extLst>
                </a:gridCol>
                <a:gridCol w="671438">
                  <a:extLst>
                    <a:ext uri="{9D8B030D-6E8A-4147-A177-3AD203B41FA5}">
                      <a16:colId xmlns:a16="http://schemas.microsoft.com/office/drawing/2014/main" val="671993662"/>
                    </a:ext>
                  </a:extLst>
                </a:gridCol>
                <a:gridCol w="671438">
                  <a:extLst>
                    <a:ext uri="{9D8B030D-6E8A-4147-A177-3AD203B41FA5}">
                      <a16:colId xmlns:a16="http://schemas.microsoft.com/office/drawing/2014/main" val="2212984000"/>
                    </a:ext>
                  </a:extLst>
                </a:gridCol>
                <a:gridCol w="671438">
                  <a:extLst>
                    <a:ext uri="{9D8B030D-6E8A-4147-A177-3AD203B41FA5}">
                      <a16:colId xmlns:a16="http://schemas.microsoft.com/office/drawing/2014/main" val="3471332156"/>
                    </a:ext>
                  </a:extLst>
                </a:gridCol>
                <a:gridCol w="671438">
                  <a:extLst>
                    <a:ext uri="{9D8B030D-6E8A-4147-A177-3AD203B41FA5}">
                      <a16:colId xmlns:a16="http://schemas.microsoft.com/office/drawing/2014/main" val="3660531011"/>
                    </a:ext>
                  </a:extLst>
                </a:gridCol>
                <a:gridCol w="671438">
                  <a:extLst>
                    <a:ext uri="{9D8B030D-6E8A-4147-A177-3AD203B41FA5}">
                      <a16:colId xmlns:a16="http://schemas.microsoft.com/office/drawing/2014/main" val="2251779116"/>
                    </a:ext>
                  </a:extLst>
                </a:gridCol>
              </a:tblGrid>
              <a:tr h="0">
                <a:tc>
                  <a:txBody>
                    <a:bodyPr/>
                    <a:lstStyle/>
                    <a:p>
                      <a:endParaRPr lang="en-US" sz="1100">
                        <a:solidFill>
                          <a:schemeClr val="tx1"/>
                        </a:solidFill>
                      </a:endParaRPr>
                    </a:p>
                  </a:txBody>
                  <a:tcPr/>
                </a:tc>
                <a:tc>
                  <a:txBody>
                    <a:bodyPr/>
                    <a:lstStyle/>
                    <a:p>
                      <a:r>
                        <a:rPr lang="en-US" sz="1400" b="1">
                          <a:solidFill>
                            <a:schemeClr val="tx1"/>
                          </a:solidFill>
                        </a:rPr>
                        <a:t>7125</a:t>
                      </a:r>
                    </a:p>
                  </a:txBody>
                  <a:tcPr/>
                </a:tc>
                <a:tc>
                  <a:txBody>
                    <a:bodyPr/>
                    <a:lstStyle/>
                    <a:p>
                      <a:r>
                        <a:rPr lang="en-US" sz="1400" b="1">
                          <a:solidFill>
                            <a:schemeClr val="tx1"/>
                          </a:solidFill>
                        </a:rPr>
                        <a:t>7145</a:t>
                      </a:r>
                    </a:p>
                  </a:txBody>
                  <a:tcPr/>
                </a:tc>
                <a:tc>
                  <a:txBody>
                    <a:bodyPr/>
                    <a:lstStyle/>
                    <a:p>
                      <a:r>
                        <a:rPr lang="en-US" sz="1400" b="1">
                          <a:solidFill>
                            <a:schemeClr val="tx1"/>
                          </a:solidFill>
                        </a:rPr>
                        <a:t>7190</a:t>
                      </a:r>
                    </a:p>
                  </a:txBody>
                  <a:tcPr/>
                </a:tc>
                <a:tc>
                  <a:txBody>
                    <a:bodyPr/>
                    <a:lstStyle/>
                    <a:p>
                      <a:r>
                        <a:rPr lang="en-US" sz="1400" b="1">
                          <a:solidFill>
                            <a:schemeClr val="tx1"/>
                          </a:solidFill>
                        </a:rPr>
                        <a:t>7235</a:t>
                      </a:r>
                    </a:p>
                  </a:txBody>
                  <a:tcPr/>
                </a:tc>
                <a:tc>
                  <a:txBody>
                    <a:bodyPr/>
                    <a:lstStyle/>
                    <a:p>
                      <a:r>
                        <a:rPr lang="en-US" sz="1400" b="1">
                          <a:solidFill>
                            <a:schemeClr val="tx1"/>
                          </a:solidFill>
                        </a:rPr>
                        <a:t>7250</a:t>
                      </a:r>
                    </a:p>
                  </a:txBody>
                  <a:tcPr/>
                </a:tc>
                <a:tc>
                  <a:txBody>
                    <a:bodyPr/>
                    <a:lstStyle/>
                    <a:p>
                      <a:r>
                        <a:rPr lang="en-US" sz="1400" b="1">
                          <a:solidFill>
                            <a:schemeClr val="tx1"/>
                          </a:solidFill>
                        </a:rPr>
                        <a:t>7300</a:t>
                      </a:r>
                    </a:p>
                  </a:txBody>
                  <a:tcPr/>
                </a:tc>
                <a:tc>
                  <a:txBody>
                    <a:bodyPr/>
                    <a:lstStyle/>
                    <a:p>
                      <a:r>
                        <a:rPr lang="en-US" sz="1400" b="1">
                          <a:solidFill>
                            <a:schemeClr val="tx1"/>
                          </a:solidFill>
                        </a:rPr>
                        <a:t>7375</a:t>
                      </a:r>
                    </a:p>
                  </a:txBody>
                  <a:tcPr/>
                </a:tc>
                <a:tc>
                  <a:txBody>
                    <a:bodyPr/>
                    <a:lstStyle/>
                    <a:p>
                      <a:pPr lvl="0">
                        <a:buNone/>
                      </a:pPr>
                      <a:r>
                        <a:rPr lang="en-US" sz="1400" b="1" u="none" strike="noStrike" noProof="0">
                          <a:solidFill>
                            <a:schemeClr val="tx1"/>
                          </a:solidFill>
                        </a:rPr>
                        <a:t>7450</a:t>
                      </a:r>
                      <a:endParaRPr lang="en-US" sz="1400" b="1">
                        <a:solidFill>
                          <a:schemeClr val="tx1"/>
                        </a:solidFill>
                      </a:endParaRPr>
                    </a:p>
                  </a:txBody>
                  <a:tcPr/>
                </a:tc>
                <a:tc>
                  <a:txBody>
                    <a:bodyPr/>
                    <a:lstStyle/>
                    <a:p>
                      <a:pPr lvl="0">
                        <a:buNone/>
                      </a:pPr>
                      <a:r>
                        <a:rPr lang="en-US" sz="1400" b="1">
                          <a:solidFill>
                            <a:schemeClr val="tx1"/>
                          </a:solidFill>
                        </a:rPr>
                        <a:t>7550</a:t>
                      </a:r>
                    </a:p>
                  </a:txBody>
                  <a:tcPr/>
                </a:tc>
                <a:tc>
                  <a:txBody>
                    <a:bodyPr/>
                    <a:lstStyle/>
                    <a:p>
                      <a:pPr lvl="0">
                        <a:buNone/>
                      </a:pPr>
                      <a:r>
                        <a:rPr lang="en-US" sz="1400" b="1">
                          <a:solidFill>
                            <a:schemeClr val="tx1"/>
                          </a:solidFill>
                        </a:rPr>
                        <a:t>7750</a:t>
                      </a:r>
                    </a:p>
                  </a:txBody>
                  <a:tcPr/>
                </a:tc>
                <a:tc>
                  <a:txBody>
                    <a:bodyPr/>
                    <a:lstStyle/>
                    <a:p>
                      <a:pPr lvl="0">
                        <a:buNone/>
                      </a:pPr>
                      <a:r>
                        <a:rPr lang="en-US" sz="1400" b="1">
                          <a:solidFill>
                            <a:schemeClr val="tx1"/>
                          </a:solidFill>
                        </a:rPr>
                        <a:t>7900</a:t>
                      </a:r>
                    </a:p>
                  </a:txBody>
                  <a:tcPr/>
                </a:tc>
                <a:tc>
                  <a:txBody>
                    <a:bodyPr/>
                    <a:lstStyle/>
                    <a:p>
                      <a:pPr lvl="0">
                        <a:buNone/>
                      </a:pPr>
                      <a:r>
                        <a:rPr lang="en-US" sz="1400" b="1">
                          <a:solidFill>
                            <a:schemeClr val="tx1"/>
                          </a:solidFill>
                        </a:rPr>
                        <a:t>8025</a:t>
                      </a:r>
                    </a:p>
                  </a:txBody>
                  <a:tcPr/>
                </a:tc>
                <a:tc>
                  <a:txBody>
                    <a:bodyPr/>
                    <a:lstStyle/>
                    <a:p>
                      <a:pPr lvl="0">
                        <a:buNone/>
                      </a:pPr>
                      <a:r>
                        <a:rPr lang="en-US" sz="1400" b="1">
                          <a:solidFill>
                            <a:schemeClr val="tx1"/>
                          </a:solidFill>
                        </a:rPr>
                        <a:t>8175</a:t>
                      </a:r>
                    </a:p>
                  </a:txBody>
                  <a:tcPr/>
                </a:tc>
                <a:tc>
                  <a:txBody>
                    <a:bodyPr/>
                    <a:lstStyle/>
                    <a:p>
                      <a:pPr lvl="0">
                        <a:buNone/>
                      </a:pPr>
                      <a:r>
                        <a:rPr lang="en-US" sz="1400" b="1">
                          <a:solidFill>
                            <a:schemeClr val="tx1"/>
                          </a:solidFill>
                        </a:rPr>
                        <a:t>8215</a:t>
                      </a:r>
                    </a:p>
                  </a:txBody>
                  <a:tcPr/>
                </a:tc>
                <a:tc>
                  <a:txBody>
                    <a:bodyPr/>
                    <a:lstStyle/>
                    <a:p>
                      <a:pPr lvl="0">
                        <a:buNone/>
                      </a:pPr>
                      <a:r>
                        <a:rPr lang="en-US" sz="1400" b="1">
                          <a:solidFill>
                            <a:schemeClr val="tx1"/>
                          </a:solidFill>
                        </a:rPr>
                        <a:t>8400</a:t>
                      </a:r>
                    </a:p>
                  </a:txBody>
                  <a:tcPr/>
                </a:tc>
                <a:tc>
                  <a:txBody>
                    <a:bodyPr/>
                    <a:lstStyle/>
                    <a:p>
                      <a:pPr lvl="0">
                        <a:buNone/>
                      </a:pPr>
                      <a:r>
                        <a:rPr lang="en-US" sz="1400" b="1">
                          <a:solidFill>
                            <a:schemeClr val="tx1"/>
                          </a:solidFill>
                        </a:rPr>
                        <a:t>8450</a:t>
                      </a:r>
                    </a:p>
                  </a:txBody>
                  <a:tcPr/>
                </a:tc>
                <a:extLst>
                  <a:ext uri="{0D108BD9-81ED-4DB2-BD59-A6C34878D82A}">
                    <a16:rowId xmlns:a16="http://schemas.microsoft.com/office/drawing/2014/main" val="890178958"/>
                  </a:ext>
                </a:extLst>
              </a:tr>
              <a:tr h="0">
                <a:tc>
                  <a:txBody>
                    <a:bodyPr/>
                    <a:lstStyle/>
                    <a:p>
                      <a:r>
                        <a:rPr lang="en-US" sz="1100">
                          <a:solidFill>
                            <a:schemeClr val="bg1"/>
                          </a:solidFill>
                        </a:rPr>
                        <a:t>F</a:t>
                      </a:r>
                    </a:p>
                  </a:txBody>
                  <a:tcPr>
                    <a:solidFill>
                      <a:srgbClr val="FF0000"/>
                    </a:solidFill>
                  </a:tcPr>
                </a:tc>
                <a:tc gridSpan="16">
                  <a:txBody>
                    <a:bodyPr/>
                    <a:lstStyle/>
                    <a:p>
                      <a:pPr algn="ctr"/>
                      <a:r>
                        <a:rPr lang="en-US" sz="1200">
                          <a:solidFill>
                            <a:schemeClr val="tx1"/>
                          </a:solidFill>
                        </a:rPr>
                        <a:t>Fixed (FS)</a:t>
                      </a:r>
                    </a:p>
                  </a:txBody>
                  <a:tcPr>
                    <a:solidFill>
                      <a:srgbClr val="F2C9E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4210866"/>
                  </a:ext>
                </a:extLst>
              </a:tr>
              <a:tr h="453081">
                <a:tc>
                  <a:txBody>
                    <a:bodyPr/>
                    <a:lstStyle/>
                    <a:p>
                      <a:r>
                        <a:rPr lang="en-US" sz="1100">
                          <a:solidFill>
                            <a:schemeClr val="bg1"/>
                          </a:solidFill>
                        </a:rPr>
                        <a:t>F</a:t>
                      </a:r>
                    </a:p>
                  </a:txBody>
                  <a:tcPr>
                    <a:solidFill>
                      <a:srgbClr val="FF0000"/>
                    </a:solidFill>
                  </a:tcPr>
                </a:tc>
                <a:tc>
                  <a:txBody>
                    <a:bodyPr/>
                    <a:lstStyle/>
                    <a:p>
                      <a:pPr algn="ctr"/>
                      <a:endParaRPr lang="en-US" sz="1200">
                        <a:solidFill>
                          <a:schemeClr val="tx1"/>
                        </a:solidFill>
                      </a:endParaRPr>
                    </a:p>
                  </a:txBody>
                  <a:tcPr/>
                </a:tc>
                <a:tc>
                  <a:txBody>
                    <a:bodyPr/>
                    <a:lstStyle/>
                    <a:p>
                      <a:pPr algn="ctr"/>
                      <a:endParaRPr lang="en-US" sz="1200">
                        <a:solidFill>
                          <a:schemeClr val="tx1"/>
                        </a:solidFill>
                      </a:endParaRPr>
                    </a:p>
                  </a:txBody>
                  <a:tcPr/>
                </a:tc>
                <a:tc gridSpan="2">
                  <a:txBody>
                    <a:bodyPr/>
                    <a:lstStyle/>
                    <a:p>
                      <a:pPr lvl="0" algn="ctr">
                        <a:buNone/>
                      </a:pPr>
                      <a:r>
                        <a:rPr lang="en-US" sz="1200" b="0" i="0" u="none" strike="noStrike" noProof="0">
                          <a:solidFill>
                            <a:schemeClr val="tx1"/>
                          </a:solidFill>
                          <a:latin typeface="Aptos"/>
                        </a:rPr>
                        <a:t>Earth Exploration Satellite(EESS)</a:t>
                      </a:r>
                      <a:endParaRPr lang="en-US"/>
                    </a:p>
                  </a:txBody>
                  <a:tcPr>
                    <a:solidFill>
                      <a:schemeClr val="accent6">
                        <a:lumMod val="20000"/>
                        <a:lumOff val="80000"/>
                      </a:schemeClr>
                    </a:solidFill>
                  </a:tcPr>
                </a:tc>
                <a:tc hMerge="1">
                  <a:txBody>
                    <a:bodyPr/>
                    <a:lstStyle/>
                    <a:p>
                      <a:endParaRPr lang="en-US"/>
                    </a:p>
                  </a:txBody>
                  <a:tcPr/>
                </a:tc>
                <a:tc>
                  <a:txBody>
                    <a:bodyPr/>
                    <a:lstStyle/>
                    <a:p>
                      <a:pPr algn="ctr"/>
                      <a:endParaRPr lang="en-US" sz="1200">
                        <a:solidFill>
                          <a:schemeClr val="tx1"/>
                        </a:solidFill>
                      </a:endParaRPr>
                    </a:p>
                  </a:txBody>
                  <a:tcPr/>
                </a:tc>
                <a:tc>
                  <a:txBody>
                    <a:bodyPr/>
                    <a:lstStyle/>
                    <a:p>
                      <a:pPr algn="ctr"/>
                      <a:endParaRPr lang="en-US" sz="1200">
                        <a:solidFill>
                          <a:schemeClr val="tx1"/>
                        </a:solidFill>
                      </a:endParaRPr>
                    </a:p>
                  </a:txBody>
                  <a:tcPr/>
                </a:tc>
                <a:tc>
                  <a:txBody>
                    <a:bodyPr/>
                    <a:lstStyle/>
                    <a:p>
                      <a:pPr lvl="0" algn="ctr">
                        <a:buNone/>
                      </a:pPr>
                      <a:r>
                        <a:rPr lang="en-US" sz="1200" b="0" i="0" u="none" strike="noStrike" noProof="0">
                          <a:solidFill>
                            <a:schemeClr val="tx1"/>
                          </a:solidFill>
                          <a:latin typeface="Aptos"/>
                        </a:rPr>
                        <a:t>Mobile(MS)</a:t>
                      </a:r>
                      <a:endParaRPr lang="en-US" sz="1200" b="0" i="0" u="none" strike="noStrike" noProof="0">
                        <a:solidFill>
                          <a:srgbClr val="000000"/>
                        </a:solidFill>
                        <a:latin typeface="Aptos"/>
                      </a:endParaRPr>
                    </a:p>
                    <a:p>
                      <a:pPr lvl="0" algn="ctr">
                        <a:buNone/>
                      </a:pPr>
                      <a:endParaRPr lang="en-US" sz="1200">
                        <a:solidFill>
                          <a:schemeClr val="tx1"/>
                        </a:solidFill>
                      </a:endParaRPr>
                    </a:p>
                  </a:txBody>
                  <a:tcPr>
                    <a:solidFill>
                      <a:schemeClr val="accent5">
                        <a:lumMod val="40000"/>
                        <a:lumOff val="60000"/>
                      </a:schemeClr>
                    </a:solidFill>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gridSpan="3">
                  <a:txBody>
                    <a:bodyPr/>
                    <a:lstStyle/>
                    <a:p>
                      <a:pPr lvl="0" algn="ctr">
                        <a:buNone/>
                      </a:pPr>
                      <a:r>
                        <a:rPr lang="en-US" sz="1200" b="0" i="0" u="none" strike="noStrike" noProof="0">
                          <a:solidFill>
                            <a:schemeClr val="tx1"/>
                          </a:solidFill>
                          <a:latin typeface="Aptos"/>
                        </a:rPr>
                        <a:t>Earth Exploration Satellite(EESS)</a:t>
                      </a:r>
                      <a:endParaRPr lang="en-US"/>
                    </a:p>
                  </a:txBody>
                  <a:tcPr>
                    <a:solidFill>
                      <a:schemeClr val="accent6">
                        <a:lumMod val="20000"/>
                        <a:lumOff val="80000"/>
                      </a:schemeClr>
                    </a:solidFill>
                  </a:tcPr>
                </a:tc>
                <a:tc hMerge="1">
                  <a:txBody>
                    <a:bodyPr/>
                    <a:lstStyle/>
                    <a:p>
                      <a:endParaRPr lang="en-US"/>
                    </a:p>
                  </a:txBody>
                  <a:tcPr/>
                </a:tc>
                <a:tc hMerge="1">
                  <a:txBody>
                    <a:bodyPr/>
                    <a:lstStyle/>
                    <a:p>
                      <a:endParaRPr lang="en-US"/>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extLst>
                  <a:ext uri="{0D108BD9-81ED-4DB2-BD59-A6C34878D82A}">
                    <a16:rowId xmlns:a16="http://schemas.microsoft.com/office/drawing/2014/main" val="3975560266"/>
                  </a:ext>
                </a:extLst>
              </a:tr>
              <a:tr h="411891">
                <a:tc>
                  <a:txBody>
                    <a:bodyPr/>
                    <a:lstStyle/>
                    <a:p>
                      <a:pPr lvl="0">
                        <a:buNone/>
                      </a:pPr>
                      <a:r>
                        <a:rPr lang="en-US" sz="1100">
                          <a:solidFill>
                            <a:schemeClr val="bg1"/>
                          </a:solidFill>
                        </a:rPr>
                        <a:t>N</a:t>
                      </a:r>
                    </a:p>
                  </a:txBody>
                  <a:tcPr>
                    <a:solidFill>
                      <a:schemeClr val="accent6">
                        <a:lumMod val="75000"/>
                      </a:schemeClr>
                    </a:solidFill>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b="0" i="0" u="none" strike="noStrike" noProof="0">
                        <a:solidFill>
                          <a:schemeClr val="tx1"/>
                        </a:solidFill>
                        <a:latin typeface="Aptos"/>
                      </a:endParaRPr>
                    </a:p>
                  </a:txBody>
                  <a:tcPr/>
                </a:tc>
                <a:tc>
                  <a:txBody>
                    <a:bodyPr/>
                    <a:lstStyle/>
                    <a:p>
                      <a:pPr lvl="0" algn="ctr">
                        <a:buNone/>
                      </a:pPr>
                      <a:endParaRPr lang="en-US" sz="1200" b="0" i="0" u="none" strike="noStrike" noProof="0">
                        <a:solidFill>
                          <a:schemeClr val="tx1"/>
                        </a:solidFill>
                        <a:latin typeface="Aptos"/>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gridSpan="3">
                  <a:txBody>
                    <a:bodyPr/>
                    <a:lstStyle/>
                    <a:p>
                      <a:pPr lvl="0" algn="ctr">
                        <a:buNone/>
                      </a:pPr>
                      <a:r>
                        <a:rPr lang="en-US" sz="1200" b="0" i="0" u="none" strike="noStrike" noProof="0">
                          <a:solidFill>
                            <a:schemeClr val="tx1"/>
                          </a:solidFill>
                          <a:latin typeface="Aptos"/>
                        </a:rPr>
                        <a:t>EESS</a:t>
                      </a:r>
                      <a:endParaRPr lang="en-US"/>
                    </a:p>
                  </a:txBody>
                  <a:tcPr>
                    <a:solidFill>
                      <a:schemeClr val="accent6">
                        <a:lumMod val="20000"/>
                        <a:lumOff val="80000"/>
                      </a:schemeClr>
                    </a:solidFill>
                  </a:tcPr>
                </a:tc>
                <a:tc hMerge="1">
                  <a:txBody>
                    <a:bodyPr/>
                    <a:lstStyle/>
                    <a:p>
                      <a:endParaRPr lang="en-US"/>
                    </a:p>
                  </a:txBody>
                  <a:tcPr/>
                </a:tc>
                <a:tc hMerge="1">
                  <a:txBody>
                    <a:bodyPr/>
                    <a:lstStyle/>
                    <a:p>
                      <a:endParaRPr lang="en-US"/>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extLst>
                  <a:ext uri="{0D108BD9-81ED-4DB2-BD59-A6C34878D82A}">
                    <a16:rowId xmlns:a16="http://schemas.microsoft.com/office/drawing/2014/main" val="795264920"/>
                  </a:ext>
                </a:extLst>
              </a:tr>
              <a:tr h="0">
                <a:tc>
                  <a:txBody>
                    <a:bodyPr/>
                    <a:lstStyle/>
                    <a:p>
                      <a:r>
                        <a:rPr lang="en-US" sz="1100">
                          <a:solidFill>
                            <a:schemeClr val="bg1"/>
                          </a:solidFill>
                        </a:rPr>
                        <a:t>F</a:t>
                      </a:r>
                    </a:p>
                  </a:txBody>
                  <a:tcPr>
                    <a:solidFill>
                      <a:srgbClr val="FF0000"/>
                    </a:solidFill>
                  </a:tcPr>
                </a:tc>
                <a:tc>
                  <a:txBody>
                    <a:bodyPr/>
                    <a:lstStyle/>
                    <a:p>
                      <a:pPr algn="ctr"/>
                      <a:endParaRPr lang="en-US" sz="1200">
                        <a:solidFill>
                          <a:schemeClr val="tx1"/>
                        </a:solidFill>
                      </a:endParaRPr>
                    </a:p>
                  </a:txBody>
                  <a:tcPr/>
                </a:tc>
                <a:tc>
                  <a:txBody>
                    <a:bodyPr/>
                    <a:lstStyle/>
                    <a:p>
                      <a:pPr algn="ctr"/>
                      <a:endParaRPr lang="en-US" sz="1200">
                        <a:solidFill>
                          <a:schemeClr val="tx1"/>
                        </a:solidFill>
                      </a:endParaRPr>
                    </a:p>
                  </a:txBody>
                  <a:tcPr/>
                </a:tc>
                <a:tc>
                  <a:txBody>
                    <a:bodyPr/>
                    <a:lstStyle/>
                    <a:p>
                      <a:pPr algn="ctr"/>
                      <a:endParaRPr lang="en-US" sz="1200">
                        <a:solidFill>
                          <a:schemeClr val="tx1"/>
                        </a:solidFill>
                      </a:endParaRPr>
                    </a:p>
                  </a:txBody>
                  <a:tcPr/>
                </a:tc>
                <a:tc>
                  <a:txBody>
                    <a:bodyPr/>
                    <a:lstStyle/>
                    <a:p>
                      <a:pPr algn="ctr"/>
                      <a:endParaRPr lang="en-US" sz="1200">
                        <a:solidFill>
                          <a:schemeClr val="tx1"/>
                        </a:solidFill>
                      </a:endParaRPr>
                    </a:p>
                  </a:txBody>
                  <a:tcPr/>
                </a:tc>
                <a:tc gridSpan="5">
                  <a:txBody>
                    <a:bodyPr/>
                    <a:lstStyle/>
                    <a:p>
                      <a:pPr lvl="0" algn="ctr">
                        <a:buNone/>
                      </a:pPr>
                      <a:r>
                        <a:rPr lang="en-US" sz="1200" b="0" i="0" u="none" strike="noStrike" noProof="0">
                          <a:solidFill>
                            <a:schemeClr val="tx1"/>
                          </a:solidFill>
                          <a:latin typeface="Aptos"/>
                        </a:rPr>
                        <a:t>Fixed satellite (FSS)</a:t>
                      </a:r>
                      <a:endParaRPr lang="en-US"/>
                    </a:p>
                  </a:txBody>
                  <a:tcPr>
                    <a:solidFill>
                      <a:schemeClr val="tx2">
                        <a:lumMod val="10000"/>
                        <a:lumOff val="9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lvl="0" algn="ctr">
                        <a:buNone/>
                      </a:pPr>
                      <a:endParaRPr lang="en-US" sz="1200">
                        <a:solidFill>
                          <a:schemeClr val="tx1"/>
                        </a:solidFill>
                      </a:endParaRPr>
                    </a:p>
                  </a:txBody>
                  <a:tcPr/>
                </a:tc>
                <a:tc gridSpan="4">
                  <a:txBody>
                    <a:bodyPr/>
                    <a:lstStyle/>
                    <a:p>
                      <a:pPr lvl="0" algn="ctr">
                        <a:buNone/>
                      </a:pPr>
                      <a:r>
                        <a:rPr lang="en-US" sz="1200" b="0" i="0" u="none" strike="noStrike" noProof="0">
                          <a:solidFill>
                            <a:schemeClr val="tx1"/>
                          </a:solidFill>
                          <a:latin typeface="Aptos"/>
                        </a:rPr>
                        <a:t>Fixed satellite (FSS)</a:t>
                      </a:r>
                      <a:endParaRPr lang="en-US"/>
                    </a:p>
                  </a:txBody>
                  <a:tcPr>
                    <a:solidFill>
                      <a:schemeClr val="tx2">
                        <a:lumMod val="10000"/>
                        <a:lumOff val="9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extLst>
                  <a:ext uri="{0D108BD9-81ED-4DB2-BD59-A6C34878D82A}">
                    <a16:rowId xmlns:a16="http://schemas.microsoft.com/office/drawing/2014/main" val="3995013722"/>
                  </a:ext>
                </a:extLst>
              </a:tr>
              <a:tr h="0">
                <a:tc>
                  <a:txBody>
                    <a:bodyPr/>
                    <a:lstStyle/>
                    <a:p>
                      <a:r>
                        <a:rPr lang="en-US" sz="1100">
                          <a:solidFill>
                            <a:schemeClr val="bg1"/>
                          </a:solidFill>
                        </a:rPr>
                        <a:t>F</a:t>
                      </a:r>
                    </a:p>
                  </a:txBody>
                  <a:tcPr>
                    <a:solidFill>
                      <a:srgbClr val="FF0000"/>
                    </a:solidFill>
                  </a:tcPr>
                </a:tc>
                <a:tc>
                  <a:txBody>
                    <a:bodyPr/>
                    <a:lstStyle/>
                    <a:p>
                      <a:pPr algn="ctr"/>
                      <a:endParaRPr lang="en-US" sz="1200">
                        <a:solidFill>
                          <a:schemeClr val="tx1"/>
                        </a:solidFill>
                      </a:endParaRPr>
                    </a:p>
                  </a:txBody>
                  <a:tcPr/>
                </a:tc>
                <a:tc>
                  <a:txBody>
                    <a:bodyPr/>
                    <a:lstStyle/>
                    <a:p>
                      <a:pPr algn="ctr"/>
                      <a:endParaRPr lang="en-US" sz="1200">
                        <a:solidFill>
                          <a:schemeClr val="tx1"/>
                        </a:solidFill>
                      </a:endParaRPr>
                    </a:p>
                  </a:txBody>
                  <a:tcPr/>
                </a:tc>
                <a:tc>
                  <a:txBody>
                    <a:bodyPr/>
                    <a:lstStyle/>
                    <a:p>
                      <a:pPr algn="ctr"/>
                      <a:r>
                        <a:rPr lang="en-US" sz="1200" err="1">
                          <a:solidFill>
                            <a:schemeClr val="tx1"/>
                          </a:solidFill>
                        </a:rPr>
                        <a:t>MetSat</a:t>
                      </a:r>
                    </a:p>
                  </a:txBody>
                  <a:tcPr>
                    <a:solidFill>
                      <a:srgbClr val="7030A0">
                        <a:alpha val="36000"/>
                      </a:srgbClr>
                    </a:solidFill>
                  </a:tcPr>
                </a:tc>
                <a:tc>
                  <a:txBody>
                    <a:bodyPr/>
                    <a:lstStyle/>
                    <a:p>
                      <a:pPr algn="ctr"/>
                      <a:endParaRPr lang="en-US" sz="1200">
                        <a:solidFill>
                          <a:schemeClr val="tx1"/>
                        </a:solidFill>
                      </a:endParaRPr>
                    </a:p>
                  </a:txBody>
                  <a:tcPr/>
                </a:tc>
                <a:tc>
                  <a:txBody>
                    <a:bodyPr/>
                    <a:lstStyle/>
                    <a:p>
                      <a:pPr algn="ctr"/>
                      <a:endParaRPr lang="en-US" sz="1200">
                        <a:solidFill>
                          <a:schemeClr val="tx1"/>
                        </a:solidFill>
                      </a:endParaRPr>
                    </a:p>
                  </a:txBody>
                  <a:tcPr/>
                </a:tc>
                <a:tc>
                  <a:txBody>
                    <a:bodyPr/>
                    <a:lstStyle/>
                    <a:p>
                      <a:pPr algn="ctr"/>
                      <a:endParaRPr lang="en-US" sz="1200">
                        <a:solidFill>
                          <a:schemeClr val="tx1"/>
                        </a:solidFill>
                      </a:endParaRPr>
                    </a:p>
                  </a:txBody>
                  <a:tcPr/>
                </a:tc>
                <a:tc>
                  <a:txBody>
                    <a:bodyPr/>
                    <a:lstStyle/>
                    <a:p>
                      <a:pPr algn="ctr"/>
                      <a:endParaRPr lang="en-US" sz="1200">
                        <a:solidFill>
                          <a:schemeClr val="tx1"/>
                        </a:solidFill>
                      </a:endParaRPr>
                    </a:p>
                  </a:txBody>
                  <a:tcPr/>
                </a:tc>
                <a:tc>
                  <a:txBody>
                    <a:bodyPr/>
                    <a:lstStyle/>
                    <a:p>
                      <a:pPr lvl="0" algn="ctr">
                        <a:buNone/>
                      </a:pPr>
                      <a:r>
                        <a:rPr lang="en-US" sz="1200" err="1">
                          <a:solidFill>
                            <a:schemeClr val="tx1"/>
                          </a:solidFill>
                        </a:rPr>
                        <a:t>MetSat</a:t>
                      </a:r>
                    </a:p>
                  </a:txBody>
                  <a:tcPr>
                    <a:solidFill>
                      <a:srgbClr val="7030A0">
                        <a:alpha val="46000"/>
                      </a:srgbClr>
                    </a:solidFill>
                  </a:tcPr>
                </a:tc>
                <a:tc>
                  <a:txBody>
                    <a:bodyPr/>
                    <a:lstStyle/>
                    <a:p>
                      <a:pPr lvl="0" algn="ctr">
                        <a:buNone/>
                      </a:pPr>
                      <a:endParaRPr lang="en-US" sz="1200">
                        <a:solidFill>
                          <a:schemeClr val="tx1"/>
                        </a:solidFill>
                      </a:endParaRPr>
                    </a:p>
                  </a:txBody>
                  <a:tcPr/>
                </a:tc>
                <a:tc>
                  <a:txBody>
                    <a:bodyPr/>
                    <a:lstStyle/>
                    <a:p>
                      <a:pPr lvl="0" algn="l">
                        <a:buNone/>
                      </a:pPr>
                      <a:r>
                        <a:rPr lang="en-US" sz="1200" err="1">
                          <a:solidFill>
                            <a:schemeClr val="tx1"/>
                          </a:solidFill>
                        </a:rPr>
                        <a:t>MetSat</a:t>
                      </a:r>
                    </a:p>
                  </a:txBody>
                  <a:tcPr>
                    <a:solidFill>
                      <a:srgbClr val="7030A0">
                        <a:alpha val="46000"/>
                      </a:srgbClr>
                    </a:solidFill>
                  </a:tcPr>
                </a:tc>
                <a:tc>
                  <a:txBody>
                    <a:bodyPr/>
                    <a:lstStyle/>
                    <a:p>
                      <a:pPr lvl="0" algn="ctr">
                        <a:buNone/>
                      </a:pPr>
                      <a:endParaRPr lang="en-US" sz="1200">
                        <a:solidFill>
                          <a:schemeClr val="tx1"/>
                        </a:solidFill>
                      </a:endParaRPr>
                    </a:p>
                  </a:txBody>
                  <a:tcPr/>
                </a:tc>
                <a:tc>
                  <a:txBody>
                    <a:bodyPr/>
                    <a:lstStyle/>
                    <a:p>
                      <a:pPr lvl="0" algn="ctr">
                        <a:buNone/>
                      </a:pPr>
                      <a:r>
                        <a:rPr lang="en-US" sz="1200" err="1">
                          <a:solidFill>
                            <a:schemeClr val="tx1"/>
                          </a:solidFill>
                        </a:rPr>
                        <a:t>MetSat</a:t>
                      </a:r>
                    </a:p>
                  </a:txBody>
                  <a:tcPr>
                    <a:solidFill>
                      <a:srgbClr val="7030A0">
                        <a:alpha val="47000"/>
                      </a:srgbClr>
                    </a:solidFill>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extLst>
                  <a:ext uri="{0D108BD9-81ED-4DB2-BD59-A6C34878D82A}">
                    <a16:rowId xmlns:a16="http://schemas.microsoft.com/office/drawing/2014/main" val="2079184973"/>
                  </a:ext>
                </a:extLst>
              </a:tr>
              <a:tr h="0">
                <a:tc>
                  <a:txBody>
                    <a:bodyPr/>
                    <a:lstStyle/>
                    <a:p>
                      <a:r>
                        <a:rPr lang="en-US" sz="1100">
                          <a:solidFill>
                            <a:schemeClr val="bg1"/>
                          </a:solidFill>
                        </a:rPr>
                        <a:t>F</a:t>
                      </a:r>
                    </a:p>
                  </a:txBody>
                  <a:tcPr>
                    <a:solidFill>
                      <a:srgbClr val="FF0000"/>
                    </a:solidFill>
                  </a:tcPr>
                </a:tc>
                <a:tc>
                  <a:txBody>
                    <a:bodyPr/>
                    <a:lstStyle/>
                    <a:p>
                      <a:pPr algn="ctr"/>
                      <a:endParaRPr lang="en-US" sz="1200">
                        <a:solidFill>
                          <a:schemeClr val="tx1"/>
                        </a:solidFill>
                      </a:endParaRPr>
                    </a:p>
                  </a:txBody>
                  <a:tcPr/>
                </a:tc>
                <a:tc>
                  <a:txBody>
                    <a:bodyPr/>
                    <a:lstStyle/>
                    <a:p>
                      <a:pPr algn="ctr"/>
                      <a:endParaRPr lang="en-US" sz="1200">
                        <a:solidFill>
                          <a:schemeClr val="tx1"/>
                        </a:solidFill>
                      </a:endParaRPr>
                    </a:p>
                  </a:txBody>
                  <a:tcPr/>
                </a:tc>
                <a:tc>
                  <a:txBody>
                    <a:bodyPr/>
                    <a:lstStyle/>
                    <a:p>
                      <a:pPr algn="ctr"/>
                      <a:endParaRPr lang="en-US" sz="1200">
                        <a:solidFill>
                          <a:schemeClr val="tx1"/>
                        </a:solidFill>
                      </a:endParaRPr>
                    </a:p>
                  </a:txBody>
                  <a:tcPr/>
                </a:tc>
                <a:tc>
                  <a:txBody>
                    <a:bodyPr/>
                    <a:lstStyle/>
                    <a:p>
                      <a:pPr algn="ctr"/>
                      <a:endParaRPr lang="en-US" sz="1200">
                        <a:solidFill>
                          <a:schemeClr val="tx1"/>
                        </a:solidFill>
                      </a:endParaRPr>
                    </a:p>
                  </a:txBody>
                  <a:tcPr/>
                </a:tc>
                <a:tc gridSpan="5">
                  <a:txBody>
                    <a:bodyPr/>
                    <a:lstStyle/>
                    <a:p>
                      <a:pPr algn="ctr"/>
                      <a:r>
                        <a:rPr lang="en-US" sz="1200">
                          <a:solidFill>
                            <a:schemeClr val="tx1"/>
                          </a:solidFill>
                        </a:rPr>
                        <a:t>Mobile-Satellite (MSS)</a:t>
                      </a:r>
                    </a:p>
                  </a:txBody>
                  <a:tcPr>
                    <a:solidFill>
                      <a:srgbClr val="00FFBF">
                        <a:alpha val="36000"/>
                      </a:srgb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lvl="0" algn="ctr">
                        <a:buNone/>
                      </a:pPr>
                      <a:endParaRPr lang="en-US" sz="1200">
                        <a:solidFill>
                          <a:schemeClr val="tx1"/>
                        </a:solidFill>
                      </a:endParaRPr>
                    </a:p>
                  </a:txBody>
                  <a:tcPr/>
                </a:tc>
                <a:tc gridSpan="4">
                  <a:txBody>
                    <a:bodyPr/>
                    <a:lstStyle/>
                    <a:p>
                      <a:pPr lvl="0" algn="ctr">
                        <a:buNone/>
                      </a:pPr>
                      <a:r>
                        <a:rPr lang="en-US" sz="1200" b="0" i="0" u="none" strike="noStrike" noProof="0">
                          <a:solidFill>
                            <a:schemeClr val="tx1"/>
                          </a:solidFill>
                          <a:latin typeface="Aptos"/>
                        </a:rPr>
                        <a:t>Mobile-Satellite (MSS)</a:t>
                      </a:r>
                      <a:endParaRPr lang="en-US"/>
                    </a:p>
                  </a:txBody>
                  <a:tcPr>
                    <a:solidFill>
                      <a:srgbClr val="00FFBF">
                        <a:alpha val="38000"/>
                      </a:srgbClr>
                    </a:solid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extLst>
                  <a:ext uri="{0D108BD9-81ED-4DB2-BD59-A6C34878D82A}">
                    <a16:rowId xmlns:a16="http://schemas.microsoft.com/office/drawing/2014/main" val="1029023971"/>
                  </a:ext>
                </a:extLst>
              </a:tr>
              <a:tr h="375851">
                <a:tc>
                  <a:txBody>
                    <a:bodyPr/>
                    <a:lstStyle/>
                    <a:p>
                      <a:pPr lvl="0">
                        <a:buNone/>
                      </a:pPr>
                      <a:r>
                        <a:rPr lang="en-US" sz="1100">
                          <a:solidFill>
                            <a:schemeClr val="bg1"/>
                          </a:solidFill>
                        </a:rPr>
                        <a:t>F</a:t>
                      </a:r>
                    </a:p>
                  </a:txBody>
                  <a:tcPr>
                    <a:solidFill>
                      <a:srgbClr val="FF0000"/>
                    </a:solidFill>
                  </a:tcPr>
                </a:tc>
                <a:tc>
                  <a:txBody>
                    <a:bodyPr/>
                    <a:lstStyle/>
                    <a:p>
                      <a:pPr lvl="0" algn="ctr">
                        <a:buNone/>
                      </a:pPr>
                      <a:endParaRPr lang="en-US" sz="1200">
                        <a:solidFill>
                          <a:schemeClr val="tx1"/>
                        </a:solidFill>
                      </a:endParaRPr>
                    </a:p>
                  </a:txBody>
                  <a:tcPr/>
                </a:tc>
                <a:tc gridSpan="2">
                  <a:txBody>
                    <a:bodyPr/>
                    <a:lstStyle/>
                    <a:p>
                      <a:pPr lvl="0" algn="ctr">
                        <a:buNone/>
                      </a:pPr>
                      <a:r>
                        <a:rPr lang="en-US" sz="1200">
                          <a:solidFill>
                            <a:schemeClr val="tx1"/>
                          </a:solidFill>
                        </a:rPr>
                        <a:t>Space Research (SRS)</a:t>
                      </a:r>
                    </a:p>
                  </a:txBody>
                  <a:tcPr>
                    <a:solidFill>
                      <a:schemeClr val="accent3">
                        <a:lumMod val="20000"/>
                        <a:lumOff val="80000"/>
                      </a:schemeClr>
                    </a:solidFill>
                  </a:tcPr>
                </a:tc>
                <a:tc hMerge="1">
                  <a:txBody>
                    <a:bodyPr/>
                    <a:lstStyle/>
                    <a:p>
                      <a:endParaRPr lang="en-US"/>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gridSpan="3">
                  <a:txBody>
                    <a:bodyPr/>
                    <a:lstStyle/>
                    <a:p>
                      <a:pPr lvl="0" algn="ctr">
                        <a:buNone/>
                      </a:pPr>
                      <a:r>
                        <a:rPr lang="en-US" sz="1200" b="0" i="0" u="none" strike="noStrike" noProof="0">
                          <a:solidFill>
                            <a:schemeClr val="tx1"/>
                          </a:solidFill>
                          <a:latin typeface="Aptos"/>
                        </a:rPr>
                        <a:t>Maritime Mobile Satellite (MMSS)</a:t>
                      </a:r>
                      <a:endParaRPr lang="en-US" sz="1200" b="0" i="0" u="none" strike="noStrike" noProof="0">
                        <a:solidFill>
                          <a:srgbClr val="000000"/>
                        </a:solidFill>
                        <a:latin typeface="Aptos"/>
                      </a:endParaRPr>
                    </a:p>
                  </a:txBody>
                  <a:tcPr>
                    <a:solidFill>
                      <a:schemeClr val="accent2">
                        <a:lumMod val="20000"/>
                        <a:lumOff val="80000"/>
                      </a:schemeClr>
                    </a:solidFill>
                  </a:tcPr>
                </a:tc>
                <a:tc hMerge="1">
                  <a:txBody>
                    <a:bodyPr/>
                    <a:lstStyle/>
                    <a:p>
                      <a:endParaRPr lang="en-US"/>
                    </a:p>
                  </a:txBody>
                  <a:tcPr/>
                </a:tc>
                <a:tc hMerge="1">
                  <a:txBody>
                    <a:bodyPr/>
                    <a:lstStyle/>
                    <a:p>
                      <a:endParaRPr lang="en-US"/>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gridSpan="2">
                  <a:txBody>
                    <a:bodyPr/>
                    <a:lstStyle/>
                    <a:p>
                      <a:pPr lvl="0" algn="ctr">
                        <a:buNone/>
                      </a:pPr>
                      <a:r>
                        <a:rPr lang="en-US" sz="1200" b="0" i="0" u="none" strike="noStrike" noProof="0">
                          <a:solidFill>
                            <a:schemeClr val="tx1"/>
                          </a:solidFill>
                          <a:latin typeface="Aptos"/>
                        </a:rPr>
                        <a:t>Space Research (SRS)</a:t>
                      </a:r>
                      <a:endParaRPr lang="en-US"/>
                    </a:p>
                  </a:txBody>
                  <a:tcPr>
                    <a:solidFill>
                      <a:schemeClr val="accent3">
                        <a:lumMod val="20000"/>
                        <a:lumOff val="80000"/>
                      </a:schemeClr>
                    </a:solidFill>
                  </a:tcPr>
                </a:tc>
                <a:tc hMerge="1">
                  <a:txBody>
                    <a:bodyPr/>
                    <a:lstStyle/>
                    <a:p>
                      <a:endParaRPr lang="en-US"/>
                    </a:p>
                  </a:txBody>
                  <a:tcPr/>
                </a:tc>
                <a:extLst>
                  <a:ext uri="{0D108BD9-81ED-4DB2-BD59-A6C34878D82A}">
                    <a16:rowId xmlns:a16="http://schemas.microsoft.com/office/drawing/2014/main" val="1449048442"/>
                  </a:ext>
                </a:extLst>
              </a:tr>
              <a:tr h="139013">
                <a:tc>
                  <a:txBody>
                    <a:bodyPr/>
                    <a:lstStyle/>
                    <a:p>
                      <a:pPr lvl="0">
                        <a:buNone/>
                      </a:pPr>
                      <a:r>
                        <a:rPr lang="en-US" sz="1100">
                          <a:solidFill>
                            <a:schemeClr val="bg1"/>
                          </a:solidFill>
                        </a:rPr>
                        <a:t>N</a:t>
                      </a:r>
                    </a:p>
                  </a:txBody>
                  <a:tcPr>
                    <a:solidFill>
                      <a:schemeClr val="accent6">
                        <a:lumMod val="75000"/>
                      </a:schemeClr>
                    </a:solidFill>
                  </a:tcPr>
                </a:tc>
                <a:tc>
                  <a:txBody>
                    <a:bodyPr/>
                    <a:lstStyle/>
                    <a:p>
                      <a:pPr lvl="0" algn="ctr">
                        <a:buNone/>
                      </a:pPr>
                      <a:endParaRPr lang="en-US" sz="1200">
                        <a:solidFill>
                          <a:schemeClr val="tx1"/>
                        </a:solidFill>
                      </a:endParaRPr>
                    </a:p>
                  </a:txBody>
                  <a:tcPr/>
                </a:tc>
                <a:tc>
                  <a:txBody>
                    <a:bodyPr/>
                    <a:lstStyle/>
                    <a:p>
                      <a:pPr lvl="0" algn="ctr">
                        <a:buNone/>
                      </a:pPr>
                      <a:r>
                        <a:rPr lang="en-US" sz="1200" b="0" i="0" u="none" strike="noStrike" noProof="0">
                          <a:solidFill>
                            <a:schemeClr val="tx1"/>
                          </a:solidFill>
                          <a:latin typeface="Aptos"/>
                        </a:rPr>
                        <a:t>SRS</a:t>
                      </a:r>
                      <a:endParaRPr lang="en-US"/>
                    </a:p>
                  </a:txBody>
                  <a:tcPr>
                    <a:solidFill>
                      <a:schemeClr val="accent3">
                        <a:lumMod val="20000"/>
                        <a:lumOff val="80000"/>
                      </a:schemeClr>
                    </a:solidFill>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a:txBody>
                    <a:bodyPr/>
                    <a:lstStyle/>
                    <a:p>
                      <a:pPr lvl="0" algn="ctr">
                        <a:buNone/>
                      </a:pPr>
                      <a:endParaRPr lang="en-US" sz="1200">
                        <a:solidFill>
                          <a:schemeClr val="tx1"/>
                        </a:solidFill>
                      </a:endParaRPr>
                    </a:p>
                  </a:txBody>
                  <a:tcPr/>
                </a:tc>
                <a:tc gridSpan="2">
                  <a:txBody>
                    <a:bodyPr/>
                    <a:lstStyle/>
                    <a:p>
                      <a:pPr lvl="0" algn="ctr">
                        <a:buNone/>
                      </a:pPr>
                      <a:r>
                        <a:rPr lang="en-US" sz="1200" b="0" i="0" u="none" strike="noStrike" noProof="0">
                          <a:solidFill>
                            <a:schemeClr val="tx1"/>
                          </a:solidFill>
                          <a:latin typeface="Aptos"/>
                        </a:rPr>
                        <a:t>SRS</a:t>
                      </a:r>
                      <a:endParaRPr lang="en-US"/>
                    </a:p>
                  </a:txBody>
                  <a:tcPr>
                    <a:solidFill>
                      <a:schemeClr val="accent3">
                        <a:lumMod val="20000"/>
                        <a:lumOff val="80000"/>
                      </a:schemeClr>
                    </a:solidFill>
                  </a:tcPr>
                </a:tc>
                <a:tc hMerge="1">
                  <a:txBody>
                    <a:bodyPr/>
                    <a:lstStyle/>
                    <a:p>
                      <a:endParaRPr lang="en-US"/>
                    </a:p>
                  </a:txBody>
                  <a:tcPr>
                    <a:solidFill>
                      <a:schemeClr val="accent3">
                        <a:lumMod val="20000"/>
                        <a:lumOff val="80000"/>
                      </a:schemeClr>
                    </a:solidFill>
                  </a:tcPr>
                </a:tc>
                <a:extLst>
                  <a:ext uri="{0D108BD9-81ED-4DB2-BD59-A6C34878D82A}">
                    <a16:rowId xmlns:a16="http://schemas.microsoft.com/office/drawing/2014/main" val="1946683754"/>
                  </a:ext>
                </a:extLst>
              </a:tr>
            </a:tbl>
          </a:graphicData>
        </a:graphic>
      </p:graphicFrame>
      <p:sp>
        <p:nvSpPr>
          <p:cNvPr id="4" name="Title 1">
            <a:extLst>
              <a:ext uri="{FF2B5EF4-FFF2-40B4-BE49-F238E27FC236}">
                <a16:creationId xmlns:a16="http://schemas.microsoft.com/office/drawing/2014/main" id="{1032E0B9-4EEF-0249-8894-B5AE48C64F97}"/>
              </a:ext>
            </a:extLst>
          </p:cNvPr>
          <p:cNvSpPr>
            <a:spLocks noGrp="1"/>
          </p:cNvSpPr>
          <p:nvPr/>
        </p:nvSpPr>
        <p:spPr>
          <a:xfrm>
            <a:off x="782627" y="38326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a:latin typeface="Times New Roman"/>
                <a:ea typeface="+mj-lt"/>
                <a:cs typeface="+mj-lt"/>
              </a:rPr>
              <a:t>7.125 - 8.5 GHz</a:t>
            </a:r>
            <a:endParaRPr lang="en-US">
              <a:latin typeface="Times New Roman"/>
              <a:cs typeface="Times New Roman"/>
            </a:endParaRPr>
          </a:p>
        </p:txBody>
      </p:sp>
      <p:sp>
        <p:nvSpPr>
          <p:cNvPr id="6" name="Rectangle 5">
            <a:extLst>
              <a:ext uri="{FF2B5EF4-FFF2-40B4-BE49-F238E27FC236}">
                <a16:creationId xmlns:a16="http://schemas.microsoft.com/office/drawing/2014/main" id="{19B02BB6-F7BD-894C-7340-0C457336930C}"/>
              </a:ext>
            </a:extLst>
          </p:cNvPr>
          <p:cNvSpPr/>
          <p:nvPr/>
        </p:nvSpPr>
        <p:spPr>
          <a:xfrm>
            <a:off x="3445508" y="2107840"/>
            <a:ext cx="669324" cy="319216"/>
          </a:xfrm>
          <a:prstGeom prst="rect">
            <a:avLst/>
          </a:prstGeom>
          <a:solidFill>
            <a:srgbClr val="FFC000">
              <a:alpha val="47000"/>
            </a:srgb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DE4F331-A061-D4AE-6F91-B562F9493970}"/>
              </a:ext>
            </a:extLst>
          </p:cNvPr>
          <p:cNvSpPr/>
          <p:nvPr/>
        </p:nvSpPr>
        <p:spPr>
          <a:xfrm>
            <a:off x="7491038" y="2107840"/>
            <a:ext cx="669324" cy="319216"/>
          </a:xfrm>
          <a:prstGeom prst="rect">
            <a:avLst/>
          </a:prstGeom>
          <a:solidFill>
            <a:srgbClr val="FFC000">
              <a:alpha val="47000"/>
            </a:srgb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E98FE7C-6F6F-278E-C7BD-42CFA03B286F}"/>
              </a:ext>
            </a:extLst>
          </p:cNvPr>
          <p:cNvSpPr/>
          <p:nvPr/>
        </p:nvSpPr>
        <p:spPr>
          <a:xfrm>
            <a:off x="4850026" y="4091785"/>
            <a:ext cx="1997675" cy="319216"/>
          </a:xfrm>
          <a:prstGeom prst="rect">
            <a:avLst/>
          </a:prstGeom>
          <a:solidFill>
            <a:srgbClr val="FFC000">
              <a:alpha val="47000"/>
            </a:srgb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4243CD2-BF32-5A5D-DADC-2C35AC09D20F}"/>
              </a:ext>
            </a:extLst>
          </p:cNvPr>
          <p:cNvSpPr/>
          <p:nvPr/>
        </p:nvSpPr>
        <p:spPr>
          <a:xfrm>
            <a:off x="8196648" y="4079690"/>
            <a:ext cx="1987378" cy="319216"/>
          </a:xfrm>
          <a:prstGeom prst="rect">
            <a:avLst/>
          </a:prstGeom>
          <a:solidFill>
            <a:srgbClr val="FFC000">
              <a:alpha val="47000"/>
            </a:srgb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0D553E5-6C92-611D-2811-66E7FD6F8EE0}"/>
              </a:ext>
            </a:extLst>
          </p:cNvPr>
          <p:cNvSpPr/>
          <p:nvPr/>
        </p:nvSpPr>
        <p:spPr>
          <a:xfrm>
            <a:off x="1441621" y="4850680"/>
            <a:ext cx="689918" cy="319216"/>
          </a:xfrm>
          <a:prstGeom prst="rect">
            <a:avLst/>
          </a:prstGeom>
          <a:solidFill>
            <a:srgbClr val="FFC000">
              <a:alpha val="47000"/>
            </a:srgb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1CA18D1-9328-46F3-B46E-D7EE69C0B490}"/>
              </a:ext>
            </a:extLst>
          </p:cNvPr>
          <p:cNvSpPr/>
          <p:nvPr/>
        </p:nvSpPr>
        <p:spPr>
          <a:xfrm>
            <a:off x="10194323" y="4881571"/>
            <a:ext cx="669324" cy="319216"/>
          </a:xfrm>
          <a:prstGeom prst="rect">
            <a:avLst/>
          </a:prstGeom>
          <a:solidFill>
            <a:srgbClr val="FFC000">
              <a:alpha val="47000"/>
            </a:srgb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B2953871-4F36-6F72-B2A7-39F1D018E285}"/>
              </a:ext>
            </a:extLst>
          </p:cNvPr>
          <p:cNvCxnSpPr>
            <a:cxnSpLocks/>
          </p:cNvCxnSpPr>
          <p:nvPr/>
        </p:nvCxnSpPr>
        <p:spPr>
          <a:xfrm>
            <a:off x="9936891" y="2708187"/>
            <a:ext cx="10297" cy="24713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0B2FF9D3-20C3-3054-274F-05A9B12BC797}"/>
              </a:ext>
            </a:extLst>
          </p:cNvPr>
          <p:cNvCxnSpPr>
            <a:cxnSpLocks/>
          </p:cNvCxnSpPr>
          <p:nvPr/>
        </p:nvCxnSpPr>
        <p:spPr>
          <a:xfrm>
            <a:off x="9936891" y="3150971"/>
            <a:ext cx="10297" cy="24713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0256F7B1-CBFD-A5C7-45AA-8AC886AF068A}"/>
              </a:ext>
            </a:extLst>
          </p:cNvPr>
          <p:cNvCxnSpPr>
            <a:cxnSpLocks/>
          </p:cNvCxnSpPr>
          <p:nvPr/>
        </p:nvCxnSpPr>
        <p:spPr>
          <a:xfrm>
            <a:off x="6348037" y="3525270"/>
            <a:ext cx="10297" cy="24713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02CE43E0-0EB9-F24F-3200-2890FAF1AD52}"/>
              </a:ext>
            </a:extLst>
          </p:cNvPr>
          <p:cNvCxnSpPr>
            <a:cxnSpLocks/>
          </p:cNvCxnSpPr>
          <p:nvPr/>
        </p:nvCxnSpPr>
        <p:spPr>
          <a:xfrm>
            <a:off x="6384323" y="4091784"/>
            <a:ext cx="10297" cy="24713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BC05A5EA-CAA3-0BDA-93E7-0D959754BCDB}"/>
              </a:ext>
            </a:extLst>
          </p:cNvPr>
          <p:cNvCxnSpPr/>
          <p:nvPr/>
        </p:nvCxnSpPr>
        <p:spPr>
          <a:xfrm flipV="1">
            <a:off x="3367974" y="2766508"/>
            <a:ext cx="0" cy="217716"/>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34FA45EC-195F-6E9F-9512-35C25FF00CF3}"/>
              </a:ext>
            </a:extLst>
          </p:cNvPr>
          <p:cNvCxnSpPr>
            <a:cxnSpLocks/>
          </p:cNvCxnSpPr>
          <p:nvPr/>
        </p:nvCxnSpPr>
        <p:spPr>
          <a:xfrm flipV="1">
            <a:off x="9837128" y="3521183"/>
            <a:ext cx="0" cy="217716"/>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27D394D5-5F52-EEF2-FC01-DD9720BAB9C8}"/>
              </a:ext>
            </a:extLst>
          </p:cNvPr>
          <p:cNvCxnSpPr>
            <a:cxnSpLocks/>
          </p:cNvCxnSpPr>
          <p:nvPr/>
        </p:nvCxnSpPr>
        <p:spPr>
          <a:xfrm flipV="1">
            <a:off x="9945985" y="4081961"/>
            <a:ext cx="0" cy="217716"/>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512E5804-D5EC-342D-65DE-B7ED360B8D11}"/>
              </a:ext>
            </a:extLst>
          </p:cNvPr>
          <p:cNvSpPr/>
          <p:nvPr/>
        </p:nvSpPr>
        <p:spPr>
          <a:xfrm>
            <a:off x="858762" y="2080381"/>
            <a:ext cx="10692190" cy="374952"/>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326572D-DF23-5762-DB9E-07BC5AABA9E7}"/>
              </a:ext>
            </a:extLst>
          </p:cNvPr>
          <p:cNvSpPr/>
          <p:nvPr/>
        </p:nvSpPr>
        <p:spPr>
          <a:xfrm>
            <a:off x="3422952" y="3435047"/>
            <a:ext cx="3422952" cy="350762"/>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AF803CB-96D4-9A73-7656-C30667A46813}"/>
              </a:ext>
            </a:extLst>
          </p:cNvPr>
          <p:cNvSpPr/>
          <p:nvPr/>
        </p:nvSpPr>
        <p:spPr>
          <a:xfrm>
            <a:off x="7486951" y="3447142"/>
            <a:ext cx="2709333" cy="350762"/>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97767580-9BDF-1F01-A672-9BB00238305E}"/>
              </a:ext>
            </a:extLst>
          </p:cNvPr>
          <p:cNvSpPr/>
          <p:nvPr/>
        </p:nvSpPr>
        <p:spPr>
          <a:xfrm>
            <a:off x="3422951" y="4076093"/>
            <a:ext cx="3422950" cy="338667"/>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46798A42-232F-6742-1542-5FA754AC6A80}"/>
              </a:ext>
            </a:extLst>
          </p:cNvPr>
          <p:cNvSpPr/>
          <p:nvPr/>
        </p:nvSpPr>
        <p:spPr>
          <a:xfrm>
            <a:off x="7486950" y="4076092"/>
            <a:ext cx="2709331" cy="326572"/>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BFF83448-44F8-B061-5DE7-E9556C775F72}"/>
              </a:ext>
            </a:extLst>
          </p:cNvPr>
          <p:cNvSpPr/>
          <p:nvPr/>
        </p:nvSpPr>
        <p:spPr>
          <a:xfrm>
            <a:off x="10184189" y="4850188"/>
            <a:ext cx="1342570" cy="350762"/>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71C413F4-999B-C669-D150-79260B0CCD2B}"/>
              </a:ext>
            </a:extLst>
          </p:cNvPr>
          <p:cNvSpPr/>
          <p:nvPr/>
        </p:nvSpPr>
        <p:spPr>
          <a:xfrm>
            <a:off x="858758" y="1814280"/>
            <a:ext cx="9325428" cy="3386665"/>
          </a:xfrm>
          <a:prstGeom prst="rect">
            <a:avLst/>
          </a:prstGeom>
          <a:solidFill>
            <a:srgbClr val="FFC000">
              <a:alpha val="33000"/>
            </a:srgbClr>
          </a:solidFill>
          <a:ln w="571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Up 21">
            <a:extLst>
              <a:ext uri="{FF2B5EF4-FFF2-40B4-BE49-F238E27FC236}">
                <a16:creationId xmlns:a16="http://schemas.microsoft.com/office/drawing/2014/main" id="{1BF3F33B-A726-4525-DAF9-EAF130B17B5E}"/>
              </a:ext>
            </a:extLst>
          </p:cNvPr>
          <p:cNvSpPr/>
          <p:nvPr/>
        </p:nvSpPr>
        <p:spPr>
          <a:xfrm>
            <a:off x="5104189" y="5309809"/>
            <a:ext cx="326571" cy="459619"/>
          </a:xfrm>
          <a:prstGeom prst="upArrow">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0F9A8E93-5FFF-47A1-C320-46D3533A1CA0}"/>
              </a:ext>
            </a:extLst>
          </p:cNvPr>
          <p:cNvSpPr/>
          <p:nvPr/>
        </p:nvSpPr>
        <p:spPr>
          <a:xfrm>
            <a:off x="4741333" y="5854095"/>
            <a:ext cx="1040190" cy="701523"/>
          </a:xfrm>
          <a:prstGeom prst="ellipse">
            <a:avLst/>
          </a:prstGeom>
          <a:solidFill>
            <a:srgbClr val="F2C9ED"/>
          </a:solidFill>
          <a:ln>
            <a:solidFill>
              <a:srgbClr val="F5DC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t>6G</a:t>
            </a:r>
          </a:p>
        </p:txBody>
      </p:sp>
    </p:spTree>
    <p:extLst>
      <p:ext uri="{BB962C8B-B14F-4D97-AF65-F5344CB8AC3E}">
        <p14:creationId xmlns:p14="http://schemas.microsoft.com/office/powerpoint/2010/main" val="3627608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B99E642-E7D3-B231-4F8F-1F91BBE90028}"/>
              </a:ext>
            </a:extLst>
          </p:cNvPr>
          <p:cNvSpPr/>
          <p:nvPr/>
        </p:nvSpPr>
        <p:spPr>
          <a:xfrm>
            <a:off x="0" y="-3175"/>
            <a:ext cx="12192000" cy="1524039"/>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T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7CB8CC4F-10BA-9230-438F-6B150E9D0211}"/>
                  </a:ext>
                </a:extLst>
              </p14:cNvPr>
              <p14:cNvContentPartPr/>
              <p14:nvPr/>
            </p14:nvContentPartPr>
            <p14:xfrm>
              <a:off x="506301" y="525275"/>
              <a:ext cx="11183760" cy="360"/>
            </p14:xfrm>
          </p:contentPart>
        </mc:Choice>
        <mc:Fallback xmlns="">
          <p:pic>
            <p:nvPicPr>
              <p:cNvPr id="7" name="Ink 6">
                <a:extLst>
                  <a:ext uri="{FF2B5EF4-FFF2-40B4-BE49-F238E27FC236}">
                    <a16:creationId xmlns:a16="http://schemas.microsoft.com/office/drawing/2014/main" id="{7CB8CC4F-10BA-9230-438F-6B150E9D0211}"/>
                  </a:ext>
                </a:extLst>
              </p:cNvPr>
              <p:cNvPicPr/>
              <p:nvPr/>
            </p:nvPicPr>
            <p:blipFill>
              <a:blip r:embed="rId4"/>
              <a:stretch>
                <a:fillRect/>
              </a:stretch>
            </p:blipFill>
            <p:spPr>
              <a:xfrm>
                <a:off x="470302" y="489275"/>
                <a:ext cx="11255398" cy="72000"/>
              </a:xfrm>
              <a:prstGeom prst="rect">
                <a:avLst/>
              </a:prstGeom>
            </p:spPr>
          </p:pic>
        </mc:Fallback>
      </mc:AlternateContent>
      <p:sp>
        <p:nvSpPr>
          <p:cNvPr id="9" name="TextBox 8">
            <a:extLst>
              <a:ext uri="{FF2B5EF4-FFF2-40B4-BE49-F238E27FC236}">
                <a16:creationId xmlns:a16="http://schemas.microsoft.com/office/drawing/2014/main" id="{D20471DB-9FB5-200D-8C40-ED81ABC17926}"/>
              </a:ext>
            </a:extLst>
          </p:cNvPr>
          <p:cNvSpPr txBox="1"/>
          <p:nvPr/>
        </p:nvSpPr>
        <p:spPr>
          <a:xfrm>
            <a:off x="411237" y="1209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solidFill>
                  <a:schemeClr val="accent1"/>
                </a:solidFill>
                <a:latin typeface="Times New Roman"/>
                <a:cs typeface="Times New Roman"/>
              </a:rPr>
              <a:t>RIT</a:t>
            </a:r>
          </a:p>
        </p:txBody>
      </p:sp>
      <p:graphicFrame>
        <p:nvGraphicFramePr>
          <p:cNvPr id="2" name="Table 1">
            <a:extLst>
              <a:ext uri="{FF2B5EF4-FFF2-40B4-BE49-F238E27FC236}">
                <a16:creationId xmlns:a16="http://schemas.microsoft.com/office/drawing/2014/main" id="{C9575A3D-8F70-571D-8C1B-D91D6BCA45F5}"/>
              </a:ext>
            </a:extLst>
          </p:cNvPr>
          <p:cNvGraphicFramePr>
            <a:graphicFrameLocks noGrp="1"/>
          </p:cNvGraphicFramePr>
          <p:nvPr/>
        </p:nvGraphicFramePr>
        <p:xfrm>
          <a:off x="197447" y="1606378"/>
          <a:ext cx="11828180" cy="2417592"/>
        </p:xfrm>
        <a:graphic>
          <a:graphicData uri="http://schemas.openxmlformats.org/drawingml/2006/table">
            <a:tbl>
              <a:tblPr firstRow="1" bandRow="1">
                <a:tableStyleId>{5940675A-B579-460E-94D1-54222C63F5DA}</a:tableStyleId>
              </a:tblPr>
              <a:tblGrid>
                <a:gridCol w="337948">
                  <a:extLst>
                    <a:ext uri="{9D8B030D-6E8A-4147-A177-3AD203B41FA5}">
                      <a16:colId xmlns:a16="http://schemas.microsoft.com/office/drawing/2014/main" val="4043975947"/>
                    </a:ext>
                  </a:extLst>
                </a:gridCol>
                <a:gridCol w="337948">
                  <a:extLst>
                    <a:ext uri="{9D8B030D-6E8A-4147-A177-3AD203B41FA5}">
                      <a16:colId xmlns:a16="http://schemas.microsoft.com/office/drawing/2014/main" val="1686699970"/>
                    </a:ext>
                  </a:extLst>
                </a:gridCol>
                <a:gridCol w="337948">
                  <a:extLst>
                    <a:ext uri="{9D8B030D-6E8A-4147-A177-3AD203B41FA5}">
                      <a16:colId xmlns:a16="http://schemas.microsoft.com/office/drawing/2014/main" val="2742685188"/>
                    </a:ext>
                  </a:extLst>
                </a:gridCol>
                <a:gridCol w="337948">
                  <a:extLst>
                    <a:ext uri="{9D8B030D-6E8A-4147-A177-3AD203B41FA5}">
                      <a16:colId xmlns:a16="http://schemas.microsoft.com/office/drawing/2014/main" val="4105368480"/>
                    </a:ext>
                  </a:extLst>
                </a:gridCol>
                <a:gridCol w="337948">
                  <a:extLst>
                    <a:ext uri="{9D8B030D-6E8A-4147-A177-3AD203B41FA5}">
                      <a16:colId xmlns:a16="http://schemas.microsoft.com/office/drawing/2014/main" val="3296959112"/>
                    </a:ext>
                  </a:extLst>
                </a:gridCol>
                <a:gridCol w="337948">
                  <a:extLst>
                    <a:ext uri="{9D8B030D-6E8A-4147-A177-3AD203B41FA5}">
                      <a16:colId xmlns:a16="http://schemas.microsoft.com/office/drawing/2014/main" val="3493256866"/>
                    </a:ext>
                  </a:extLst>
                </a:gridCol>
                <a:gridCol w="337948">
                  <a:extLst>
                    <a:ext uri="{9D8B030D-6E8A-4147-A177-3AD203B41FA5}">
                      <a16:colId xmlns:a16="http://schemas.microsoft.com/office/drawing/2014/main" val="408667109"/>
                    </a:ext>
                  </a:extLst>
                </a:gridCol>
                <a:gridCol w="337948">
                  <a:extLst>
                    <a:ext uri="{9D8B030D-6E8A-4147-A177-3AD203B41FA5}">
                      <a16:colId xmlns:a16="http://schemas.microsoft.com/office/drawing/2014/main" val="1619190838"/>
                    </a:ext>
                  </a:extLst>
                </a:gridCol>
                <a:gridCol w="337948">
                  <a:extLst>
                    <a:ext uri="{9D8B030D-6E8A-4147-A177-3AD203B41FA5}">
                      <a16:colId xmlns:a16="http://schemas.microsoft.com/office/drawing/2014/main" val="3564307418"/>
                    </a:ext>
                  </a:extLst>
                </a:gridCol>
                <a:gridCol w="337948">
                  <a:extLst>
                    <a:ext uri="{9D8B030D-6E8A-4147-A177-3AD203B41FA5}">
                      <a16:colId xmlns:a16="http://schemas.microsoft.com/office/drawing/2014/main" val="1861375321"/>
                    </a:ext>
                  </a:extLst>
                </a:gridCol>
                <a:gridCol w="337948">
                  <a:extLst>
                    <a:ext uri="{9D8B030D-6E8A-4147-A177-3AD203B41FA5}">
                      <a16:colId xmlns:a16="http://schemas.microsoft.com/office/drawing/2014/main" val="3532527641"/>
                    </a:ext>
                  </a:extLst>
                </a:gridCol>
                <a:gridCol w="337948">
                  <a:extLst>
                    <a:ext uri="{9D8B030D-6E8A-4147-A177-3AD203B41FA5}">
                      <a16:colId xmlns:a16="http://schemas.microsoft.com/office/drawing/2014/main" val="769757790"/>
                    </a:ext>
                  </a:extLst>
                </a:gridCol>
                <a:gridCol w="337948">
                  <a:extLst>
                    <a:ext uri="{9D8B030D-6E8A-4147-A177-3AD203B41FA5}">
                      <a16:colId xmlns:a16="http://schemas.microsoft.com/office/drawing/2014/main" val="4010935166"/>
                    </a:ext>
                  </a:extLst>
                </a:gridCol>
                <a:gridCol w="337948">
                  <a:extLst>
                    <a:ext uri="{9D8B030D-6E8A-4147-A177-3AD203B41FA5}">
                      <a16:colId xmlns:a16="http://schemas.microsoft.com/office/drawing/2014/main" val="3185515174"/>
                    </a:ext>
                  </a:extLst>
                </a:gridCol>
                <a:gridCol w="337948">
                  <a:extLst>
                    <a:ext uri="{9D8B030D-6E8A-4147-A177-3AD203B41FA5}">
                      <a16:colId xmlns:a16="http://schemas.microsoft.com/office/drawing/2014/main" val="1616836779"/>
                    </a:ext>
                  </a:extLst>
                </a:gridCol>
                <a:gridCol w="337948">
                  <a:extLst>
                    <a:ext uri="{9D8B030D-6E8A-4147-A177-3AD203B41FA5}">
                      <a16:colId xmlns:a16="http://schemas.microsoft.com/office/drawing/2014/main" val="2864573796"/>
                    </a:ext>
                  </a:extLst>
                </a:gridCol>
                <a:gridCol w="337948">
                  <a:extLst>
                    <a:ext uri="{9D8B030D-6E8A-4147-A177-3AD203B41FA5}">
                      <a16:colId xmlns:a16="http://schemas.microsoft.com/office/drawing/2014/main" val="1328082019"/>
                    </a:ext>
                  </a:extLst>
                </a:gridCol>
                <a:gridCol w="337948">
                  <a:extLst>
                    <a:ext uri="{9D8B030D-6E8A-4147-A177-3AD203B41FA5}">
                      <a16:colId xmlns:a16="http://schemas.microsoft.com/office/drawing/2014/main" val="260775510"/>
                    </a:ext>
                  </a:extLst>
                </a:gridCol>
                <a:gridCol w="337948">
                  <a:extLst>
                    <a:ext uri="{9D8B030D-6E8A-4147-A177-3AD203B41FA5}">
                      <a16:colId xmlns:a16="http://schemas.microsoft.com/office/drawing/2014/main" val="2479797578"/>
                    </a:ext>
                  </a:extLst>
                </a:gridCol>
                <a:gridCol w="337948">
                  <a:extLst>
                    <a:ext uri="{9D8B030D-6E8A-4147-A177-3AD203B41FA5}">
                      <a16:colId xmlns:a16="http://schemas.microsoft.com/office/drawing/2014/main" val="3578674887"/>
                    </a:ext>
                  </a:extLst>
                </a:gridCol>
                <a:gridCol w="337948">
                  <a:extLst>
                    <a:ext uri="{9D8B030D-6E8A-4147-A177-3AD203B41FA5}">
                      <a16:colId xmlns:a16="http://schemas.microsoft.com/office/drawing/2014/main" val="2290538716"/>
                    </a:ext>
                  </a:extLst>
                </a:gridCol>
                <a:gridCol w="337948">
                  <a:extLst>
                    <a:ext uri="{9D8B030D-6E8A-4147-A177-3AD203B41FA5}">
                      <a16:colId xmlns:a16="http://schemas.microsoft.com/office/drawing/2014/main" val="472924852"/>
                    </a:ext>
                  </a:extLst>
                </a:gridCol>
                <a:gridCol w="337948">
                  <a:extLst>
                    <a:ext uri="{9D8B030D-6E8A-4147-A177-3AD203B41FA5}">
                      <a16:colId xmlns:a16="http://schemas.microsoft.com/office/drawing/2014/main" val="118992940"/>
                    </a:ext>
                  </a:extLst>
                </a:gridCol>
                <a:gridCol w="337948">
                  <a:extLst>
                    <a:ext uri="{9D8B030D-6E8A-4147-A177-3AD203B41FA5}">
                      <a16:colId xmlns:a16="http://schemas.microsoft.com/office/drawing/2014/main" val="671993662"/>
                    </a:ext>
                  </a:extLst>
                </a:gridCol>
                <a:gridCol w="337948">
                  <a:extLst>
                    <a:ext uri="{9D8B030D-6E8A-4147-A177-3AD203B41FA5}">
                      <a16:colId xmlns:a16="http://schemas.microsoft.com/office/drawing/2014/main" val="3431868050"/>
                    </a:ext>
                  </a:extLst>
                </a:gridCol>
                <a:gridCol w="337948">
                  <a:extLst>
                    <a:ext uri="{9D8B030D-6E8A-4147-A177-3AD203B41FA5}">
                      <a16:colId xmlns:a16="http://schemas.microsoft.com/office/drawing/2014/main" val="2212984000"/>
                    </a:ext>
                  </a:extLst>
                </a:gridCol>
                <a:gridCol w="337948">
                  <a:extLst>
                    <a:ext uri="{9D8B030D-6E8A-4147-A177-3AD203B41FA5}">
                      <a16:colId xmlns:a16="http://schemas.microsoft.com/office/drawing/2014/main" val="3613890024"/>
                    </a:ext>
                  </a:extLst>
                </a:gridCol>
                <a:gridCol w="337948">
                  <a:extLst>
                    <a:ext uri="{9D8B030D-6E8A-4147-A177-3AD203B41FA5}">
                      <a16:colId xmlns:a16="http://schemas.microsoft.com/office/drawing/2014/main" val="3471332156"/>
                    </a:ext>
                  </a:extLst>
                </a:gridCol>
                <a:gridCol w="337948">
                  <a:extLst>
                    <a:ext uri="{9D8B030D-6E8A-4147-A177-3AD203B41FA5}">
                      <a16:colId xmlns:a16="http://schemas.microsoft.com/office/drawing/2014/main" val="877817190"/>
                    </a:ext>
                  </a:extLst>
                </a:gridCol>
                <a:gridCol w="337948">
                  <a:extLst>
                    <a:ext uri="{9D8B030D-6E8A-4147-A177-3AD203B41FA5}">
                      <a16:colId xmlns:a16="http://schemas.microsoft.com/office/drawing/2014/main" val="3660531011"/>
                    </a:ext>
                  </a:extLst>
                </a:gridCol>
                <a:gridCol w="337948">
                  <a:extLst>
                    <a:ext uri="{9D8B030D-6E8A-4147-A177-3AD203B41FA5}">
                      <a16:colId xmlns:a16="http://schemas.microsoft.com/office/drawing/2014/main" val="303526998"/>
                    </a:ext>
                  </a:extLst>
                </a:gridCol>
                <a:gridCol w="337948">
                  <a:extLst>
                    <a:ext uri="{9D8B030D-6E8A-4147-A177-3AD203B41FA5}">
                      <a16:colId xmlns:a16="http://schemas.microsoft.com/office/drawing/2014/main" val="2251779116"/>
                    </a:ext>
                  </a:extLst>
                </a:gridCol>
                <a:gridCol w="337948">
                  <a:extLst>
                    <a:ext uri="{9D8B030D-6E8A-4147-A177-3AD203B41FA5}">
                      <a16:colId xmlns:a16="http://schemas.microsoft.com/office/drawing/2014/main" val="1740589837"/>
                    </a:ext>
                  </a:extLst>
                </a:gridCol>
                <a:gridCol w="337948">
                  <a:extLst>
                    <a:ext uri="{9D8B030D-6E8A-4147-A177-3AD203B41FA5}">
                      <a16:colId xmlns:a16="http://schemas.microsoft.com/office/drawing/2014/main" val="2607344353"/>
                    </a:ext>
                  </a:extLst>
                </a:gridCol>
                <a:gridCol w="337948">
                  <a:extLst>
                    <a:ext uri="{9D8B030D-6E8A-4147-A177-3AD203B41FA5}">
                      <a16:colId xmlns:a16="http://schemas.microsoft.com/office/drawing/2014/main" val="1373150164"/>
                    </a:ext>
                  </a:extLst>
                </a:gridCol>
              </a:tblGrid>
              <a:tr h="362857">
                <a:tc>
                  <a:txBody>
                    <a:bodyPr/>
                    <a:lstStyle/>
                    <a:p>
                      <a:endParaRPr lang="en-US" sz="1100">
                        <a:solidFill>
                          <a:schemeClr val="tx1"/>
                        </a:solidFill>
                      </a:endParaRPr>
                    </a:p>
                  </a:txBody>
                  <a:tcPr/>
                </a:tc>
                <a:tc gridSpan="2">
                  <a:txBody>
                    <a:bodyPr/>
                    <a:lstStyle/>
                    <a:p>
                      <a:r>
                        <a:rPr lang="en-US" sz="1400" b="1">
                          <a:solidFill>
                            <a:schemeClr val="tx1"/>
                          </a:solidFill>
                        </a:rPr>
                        <a:t>8.5</a:t>
                      </a:r>
                    </a:p>
                  </a:txBody>
                  <a:tcPr/>
                </a:tc>
                <a:tc hMerge="1">
                  <a:txBody>
                    <a:bodyPr/>
                    <a:lstStyle/>
                    <a:p>
                      <a:endParaRPr lang="en-US" sz="1100">
                        <a:solidFill>
                          <a:schemeClr val="tx1"/>
                        </a:solidFill>
                      </a:endParaRPr>
                    </a:p>
                  </a:txBody>
                  <a:tcPr/>
                </a:tc>
                <a:tc gridSpan="2">
                  <a:txBody>
                    <a:bodyPr/>
                    <a:lstStyle/>
                    <a:p>
                      <a:r>
                        <a:rPr lang="en-US" sz="1400" b="1">
                          <a:solidFill>
                            <a:schemeClr val="tx1"/>
                          </a:solidFill>
                        </a:rPr>
                        <a:t>8.65</a:t>
                      </a:r>
                    </a:p>
                  </a:txBody>
                  <a:tcPr/>
                </a:tc>
                <a:tc hMerge="1">
                  <a:txBody>
                    <a:bodyPr/>
                    <a:lstStyle/>
                    <a:p>
                      <a:endParaRPr lang="en-US" sz="1100">
                        <a:solidFill>
                          <a:schemeClr val="tx1"/>
                        </a:solidFill>
                      </a:endParaRPr>
                    </a:p>
                  </a:txBody>
                  <a:tcPr/>
                </a:tc>
                <a:tc gridSpan="2">
                  <a:txBody>
                    <a:bodyPr/>
                    <a:lstStyle/>
                    <a:p>
                      <a:r>
                        <a:rPr lang="en-US" sz="1400" b="1">
                          <a:solidFill>
                            <a:schemeClr val="tx1"/>
                          </a:solidFill>
                        </a:rPr>
                        <a:t>8.85</a:t>
                      </a:r>
                    </a:p>
                  </a:txBody>
                  <a:tcPr/>
                </a:tc>
                <a:tc hMerge="1">
                  <a:txBody>
                    <a:bodyPr/>
                    <a:lstStyle/>
                    <a:p>
                      <a:endParaRPr lang="en-US" sz="1100">
                        <a:solidFill>
                          <a:schemeClr val="tx1"/>
                        </a:solidFill>
                      </a:endParaRPr>
                    </a:p>
                  </a:txBody>
                  <a:tcPr/>
                </a:tc>
                <a:tc gridSpan="2">
                  <a:txBody>
                    <a:bodyPr/>
                    <a:lstStyle/>
                    <a:p>
                      <a:r>
                        <a:rPr lang="en-US" sz="1400" b="1">
                          <a:solidFill>
                            <a:schemeClr val="tx1"/>
                          </a:solidFill>
                        </a:rPr>
                        <a:t>9.2</a:t>
                      </a:r>
                    </a:p>
                  </a:txBody>
                  <a:tcPr/>
                </a:tc>
                <a:tc hMerge="1">
                  <a:txBody>
                    <a:bodyPr/>
                    <a:lstStyle/>
                    <a:p>
                      <a:endParaRPr lang="en-US" sz="1100">
                        <a:solidFill>
                          <a:schemeClr val="tx1"/>
                        </a:solidFill>
                      </a:endParaRPr>
                    </a:p>
                  </a:txBody>
                  <a:tcPr/>
                </a:tc>
                <a:tc gridSpan="2">
                  <a:txBody>
                    <a:bodyPr/>
                    <a:lstStyle/>
                    <a:p>
                      <a:r>
                        <a:rPr lang="en-US" sz="1400" b="1">
                          <a:solidFill>
                            <a:schemeClr val="tx1"/>
                          </a:solidFill>
                        </a:rPr>
                        <a:t>9.5</a:t>
                      </a:r>
                    </a:p>
                  </a:txBody>
                  <a:tcPr/>
                </a:tc>
                <a:tc hMerge="1">
                  <a:txBody>
                    <a:bodyPr/>
                    <a:lstStyle/>
                    <a:p>
                      <a:endParaRPr lang="en-US" sz="1100">
                        <a:solidFill>
                          <a:schemeClr val="tx1"/>
                        </a:solidFill>
                      </a:endParaRPr>
                    </a:p>
                  </a:txBody>
                  <a:tcPr/>
                </a:tc>
                <a:tc gridSpan="2">
                  <a:txBody>
                    <a:bodyPr/>
                    <a:lstStyle/>
                    <a:p>
                      <a:r>
                        <a:rPr lang="en-US" sz="1400" b="1">
                          <a:solidFill>
                            <a:schemeClr val="tx1"/>
                          </a:solidFill>
                        </a:rPr>
                        <a:t>9.9</a:t>
                      </a:r>
                    </a:p>
                  </a:txBody>
                  <a:tcPr/>
                </a:tc>
                <a:tc hMerge="1">
                  <a:txBody>
                    <a:bodyPr/>
                    <a:lstStyle/>
                    <a:p>
                      <a:endParaRPr lang="en-US" sz="1100">
                        <a:solidFill>
                          <a:schemeClr val="tx1"/>
                        </a:solidFill>
                      </a:endParaRPr>
                    </a:p>
                  </a:txBody>
                  <a:tcPr/>
                </a:tc>
                <a:tc gridSpan="2">
                  <a:txBody>
                    <a:bodyPr/>
                    <a:lstStyle/>
                    <a:p>
                      <a:r>
                        <a:rPr lang="en-US" sz="1400" b="1">
                          <a:solidFill>
                            <a:schemeClr val="tx1"/>
                          </a:solidFill>
                        </a:rPr>
                        <a:t>10</a:t>
                      </a:r>
                    </a:p>
                  </a:txBody>
                  <a:tcPr/>
                </a:tc>
                <a:tc hMerge="1">
                  <a:txBody>
                    <a:bodyPr/>
                    <a:lstStyle/>
                    <a:p>
                      <a:endParaRPr lang="en-US" sz="1100">
                        <a:solidFill>
                          <a:schemeClr val="tx1"/>
                        </a:solidFill>
                      </a:endParaRPr>
                    </a:p>
                  </a:txBody>
                  <a:tcPr/>
                </a:tc>
                <a:tc gridSpan="2">
                  <a:txBody>
                    <a:bodyPr/>
                    <a:lstStyle/>
                    <a:p>
                      <a:pPr lvl="0">
                        <a:buNone/>
                      </a:pPr>
                      <a:r>
                        <a:rPr lang="en-US" sz="1400" b="1" u="none" strike="noStrike" noProof="0">
                          <a:solidFill>
                            <a:schemeClr val="tx1"/>
                          </a:solidFill>
                        </a:rPr>
                        <a:t>10.4</a:t>
                      </a:r>
                    </a:p>
                  </a:txBody>
                  <a:tcPr/>
                </a:tc>
                <a:tc hMerge="1">
                  <a:txBody>
                    <a:bodyPr/>
                    <a:lstStyle/>
                    <a:p>
                      <a:pPr lvl="0">
                        <a:buNone/>
                      </a:pPr>
                      <a:endParaRPr lang="en-US" sz="1100">
                        <a:solidFill>
                          <a:schemeClr val="tx1"/>
                        </a:solidFill>
                      </a:endParaRPr>
                    </a:p>
                  </a:txBody>
                  <a:tcPr/>
                </a:tc>
                <a:tc gridSpan="2">
                  <a:txBody>
                    <a:bodyPr/>
                    <a:lstStyle/>
                    <a:p>
                      <a:pPr lvl="0">
                        <a:buNone/>
                      </a:pPr>
                      <a:r>
                        <a:rPr lang="en-US" sz="1400" b="1">
                          <a:solidFill>
                            <a:schemeClr val="tx1"/>
                          </a:solidFill>
                        </a:rPr>
                        <a:t>10.5</a:t>
                      </a:r>
                    </a:p>
                  </a:txBody>
                  <a:tcPr/>
                </a:tc>
                <a:tc hMerge="1">
                  <a:txBody>
                    <a:bodyPr/>
                    <a:lstStyle/>
                    <a:p>
                      <a:pPr lvl="0">
                        <a:buNone/>
                      </a:pPr>
                      <a:endParaRPr lang="en-US" sz="1100">
                        <a:solidFill>
                          <a:schemeClr val="tx1"/>
                        </a:solidFill>
                      </a:endParaRPr>
                    </a:p>
                  </a:txBody>
                  <a:tcPr/>
                </a:tc>
                <a:tc gridSpan="2">
                  <a:txBody>
                    <a:bodyPr/>
                    <a:lstStyle/>
                    <a:p>
                      <a:pPr lvl="0">
                        <a:buNone/>
                      </a:pPr>
                      <a:r>
                        <a:rPr lang="en-US" sz="1400" b="1">
                          <a:solidFill>
                            <a:schemeClr val="tx1"/>
                          </a:solidFill>
                        </a:rPr>
                        <a:t>10.6</a:t>
                      </a:r>
                    </a:p>
                  </a:txBody>
                  <a:tcPr/>
                </a:tc>
                <a:tc hMerge="1">
                  <a:txBody>
                    <a:bodyPr/>
                    <a:lstStyle/>
                    <a:p>
                      <a:endParaRPr lang="en-US"/>
                    </a:p>
                  </a:txBody>
                  <a:tcPr/>
                </a:tc>
                <a:tc gridSpan="2">
                  <a:txBody>
                    <a:bodyPr/>
                    <a:lstStyle/>
                    <a:p>
                      <a:pPr lvl="0">
                        <a:buNone/>
                      </a:pPr>
                      <a:r>
                        <a:rPr lang="en-US" sz="1400" b="1">
                          <a:solidFill>
                            <a:schemeClr val="tx1"/>
                          </a:solidFill>
                        </a:rPr>
                        <a:t>10.7</a:t>
                      </a:r>
                    </a:p>
                  </a:txBody>
                  <a:tcPr/>
                </a:tc>
                <a:tc hMerge="1">
                  <a:txBody>
                    <a:bodyPr/>
                    <a:lstStyle/>
                    <a:p>
                      <a:pPr lvl="0">
                        <a:buNone/>
                      </a:pPr>
                      <a:endParaRPr lang="en-US" sz="1100">
                        <a:solidFill>
                          <a:schemeClr val="tx1"/>
                        </a:solidFill>
                      </a:endParaRPr>
                    </a:p>
                  </a:txBody>
                  <a:tcPr/>
                </a:tc>
                <a:tc gridSpan="2">
                  <a:txBody>
                    <a:bodyPr/>
                    <a:lstStyle/>
                    <a:p>
                      <a:pPr lvl="0">
                        <a:buNone/>
                      </a:pPr>
                      <a:r>
                        <a:rPr lang="en-US" sz="1400" b="1">
                          <a:solidFill>
                            <a:schemeClr val="tx1"/>
                          </a:solidFill>
                        </a:rPr>
                        <a:t>11.2</a:t>
                      </a:r>
                    </a:p>
                  </a:txBody>
                  <a:tcPr/>
                </a:tc>
                <a:tc hMerge="1">
                  <a:txBody>
                    <a:bodyPr/>
                    <a:lstStyle/>
                    <a:p>
                      <a:pPr lvl="0">
                        <a:buNone/>
                      </a:pPr>
                      <a:endParaRPr lang="en-US" sz="1100">
                        <a:solidFill>
                          <a:schemeClr val="tx1"/>
                        </a:solidFill>
                      </a:endParaRPr>
                    </a:p>
                  </a:txBody>
                  <a:tcPr/>
                </a:tc>
                <a:tc gridSpan="2">
                  <a:txBody>
                    <a:bodyPr/>
                    <a:lstStyle/>
                    <a:p>
                      <a:pPr lvl="0">
                        <a:buNone/>
                      </a:pPr>
                      <a:r>
                        <a:rPr lang="en-US" sz="1400" b="1">
                          <a:solidFill>
                            <a:schemeClr val="tx1"/>
                          </a:solidFill>
                        </a:rPr>
                        <a:t>11.7</a:t>
                      </a:r>
                    </a:p>
                  </a:txBody>
                  <a:tcPr/>
                </a:tc>
                <a:tc hMerge="1">
                  <a:txBody>
                    <a:bodyPr/>
                    <a:lstStyle/>
                    <a:p>
                      <a:pPr lvl="0">
                        <a:buNone/>
                      </a:pPr>
                      <a:endParaRPr lang="en-US" sz="1100">
                        <a:solidFill>
                          <a:schemeClr val="tx1"/>
                        </a:solidFill>
                      </a:endParaRPr>
                    </a:p>
                  </a:txBody>
                  <a:tcPr/>
                </a:tc>
                <a:tc gridSpan="2">
                  <a:txBody>
                    <a:bodyPr/>
                    <a:lstStyle/>
                    <a:p>
                      <a:pPr lvl="0">
                        <a:buNone/>
                      </a:pPr>
                      <a:r>
                        <a:rPr lang="en-US" sz="1400" b="1">
                          <a:solidFill>
                            <a:schemeClr val="tx1"/>
                          </a:solidFill>
                        </a:rPr>
                        <a:t>12.1</a:t>
                      </a:r>
                    </a:p>
                  </a:txBody>
                  <a:tcPr/>
                </a:tc>
                <a:tc hMerge="1">
                  <a:txBody>
                    <a:bodyPr/>
                    <a:lstStyle/>
                    <a:p>
                      <a:pPr lvl="0">
                        <a:buNone/>
                      </a:pPr>
                      <a:endParaRPr lang="en-US" sz="1100">
                        <a:solidFill>
                          <a:schemeClr val="tx1"/>
                        </a:solidFill>
                      </a:endParaRPr>
                    </a:p>
                  </a:txBody>
                  <a:tcPr/>
                </a:tc>
                <a:tc gridSpan="2">
                  <a:txBody>
                    <a:bodyPr/>
                    <a:lstStyle/>
                    <a:p>
                      <a:pPr lvl="0">
                        <a:buNone/>
                      </a:pPr>
                      <a:r>
                        <a:rPr lang="en-US" sz="1400" b="1">
                          <a:solidFill>
                            <a:schemeClr val="tx1"/>
                          </a:solidFill>
                        </a:rPr>
                        <a:t>12.5</a:t>
                      </a:r>
                    </a:p>
                  </a:txBody>
                  <a:tcPr/>
                </a:tc>
                <a:tc hMerge="1">
                  <a:txBody>
                    <a:bodyPr/>
                    <a:lstStyle/>
                    <a:p>
                      <a:pPr lvl="0">
                        <a:buNone/>
                      </a:pPr>
                      <a:endParaRPr lang="en-US" sz="1100">
                        <a:solidFill>
                          <a:schemeClr val="tx1"/>
                        </a:solidFill>
                      </a:endParaRPr>
                    </a:p>
                  </a:txBody>
                  <a:tcPr/>
                </a:tc>
                <a:tc gridSpan="2">
                  <a:txBody>
                    <a:bodyPr/>
                    <a:lstStyle/>
                    <a:p>
                      <a:pPr lvl="0">
                        <a:buNone/>
                      </a:pPr>
                      <a:r>
                        <a:rPr lang="en-US" sz="1400" b="1">
                          <a:solidFill>
                            <a:schemeClr val="tx1"/>
                          </a:solidFill>
                        </a:rPr>
                        <a:t>12.75</a:t>
                      </a:r>
                    </a:p>
                  </a:txBody>
                  <a:tcPr/>
                </a:tc>
                <a:tc hMerge="1">
                  <a:txBody>
                    <a:bodyPr/>
                    <a:lstStyle/>
                    <a:p>
                      <a:pPr lvl="0">
                        <a:buNone/>
                      </a:pPr>
                      <a:endParaRPr lang="en-US" sz="1100">
                        <a:solidFill>
                          <a:schemeClr val="tx1"/>
                        </a:solidFill>
                      </a:endParaRPr>
                    </a:p>
                  </a:txBody>
                  <a:tcPr/>
                </a:tc>
                <a:tc gridSpan="2">
                  <a:txBody>
                    <a:bodyPr/>
                    <a:lstStyle/>
                    <a:p>
                      <a:pPr lvl="0">
                        <a:buNone/>
                      </a:pPr>
                      <a:r>
                        <a:rPr lang="en-US" sz="1400" b="1">
                          <a:solidFill>
                            <a:schemeClr val="tx1"/>
                          </a:solidFill>
                        </a:rPr>
                        <a:t>13.4</a:t>
                      </a:r>
                      <a:endParaRPr lang="en-US"/>
                    </a:p>
                  </a:txBody>
                  <a:tcPr/>
                </a:tc>
                <a:tc hMerge="1">
                  <a:txBody>
                    <a:bodyPr/>
                    <a:lstStyle/>
                    <a:p>
                      <a:endParaRPr lang="en-US" sz="1100">
                        <a:solidFill>
                          <a:schemeClr val="tx1"/>
                        </a:solidFill>
                      </a:endParaRPr>
                    </a:p>
                  </a:txBody>
                  <a:tcPr/>
                </a:tc>
                <a:extLst>
                  <a:ext uri="{0D108BD9-81ED-4DB2-BD59-A6C34878D82A}">
                    <a16:rowId xmlns:a16="http://schemas.microsoft.com/office/drawing/2014/main" val="890178958"/>
                  </a:ext>
                </a:extLst>
              </a:tr>
              <a:tr h="284479">
                <a:tc>
                  <a:txBody>
                    <a:bodyPr/>
                    <a:lstStyle/>
                    <a:p>
                      <a:pPr lvl="0">
                        <a:buNone/>
                      </a:pPr>
                      <a:r>
                        <a:rPr lang="en-US" sz="1100">
                          <a:solidFill>
                            <a:schemeClr val="bg1"/>
                          </a:solidFill>
                        </a:rPr>
                        <a:t>N</a:t>
                      </a:r>
                    </a:p>
                  </a:txBody>
                  <a:tcPr>
                    <a:solidFill>
                      <a:schemeClr val="accent6">
                        <a:lumMod val="75000"/>
                      </a:schemeClr>
                    </a:solidFill>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solidFill>
                      <a:schemeClr val="bg1"/>
                    </a:solidFill>
                  </a:tcPr>
                </a:tc>
                <a:tc>
                  <a:txBody>
                    <a:bodyPr/>
                    <a:lstStyle/>
                    <a:p>
                      <a:pPr lvl="0" algn="ctr">
                        <a:buNone/>
                      </a:pPr>
                      <a:endParaRPr lang="en-US" sz="1200" b="1">
                        <a:solidFill>
                          <a:schemeClr val="tx1"/>
                        </a:solidFill>
                      </a:endParaRPr>
                    </a:p>
                  </a:txBody>
                  <a:tcPr>
                    <a:solidFill>
                      <a:schemeClr val="bg1"/>
                    </a:solidFill>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gridSpan="2">
                  <a:txBody>
                    <a:bodyPr/>
                    <a:lstStyle/>
                    <a:p>
                      <a:pPr lvl="0" algn="ctr">
                        <a:buNone/>
                      </a:pPr>
                      <a:r>
                        <a:rPr lang="en-US" sz="1200" b="1">
                          <a:solidFill>
                            <a:schemeClr val="tx1"/>
                          </a:solidFill>
                        </a:rPr>
                        <a:t>FS</a:t>
                      </a:r>
                    </a:p>
                  </a:txBody>
                  <a:tcPr>
                    <a:solidFill>
                      <a:schemeClr val="accent5">
                        <a:lumMod val="40000"/>
                        <a:lumOff val="60000"/>
                      </a:schemeClr>
                    </a:solidFill>
                  </a:tcPr>
                </a:tc>
                <a:tc hMerge="1">
                  <a:txBody>
                    <a:bodyPr/>
                    <a:lstStyle/>
                    <a:p>
                      <a:endParaRPr lang="en-US"/>
                    </a:p>
                  </a:txBody>
                  <a:tcPr/>
                </a:tc>
                <a:tc>
                  <a:txBody>
                    <a:bodyPr/>
                    <a:lstStyle/>
                    <a:p>
                      <a:pPr lvl="0" algn="ctr">
                        <a:buNone/>
                      </a:pPr>
                      <a:endParaRPr lang="en-US" sz="1200" b="1">
                        <a:solidFill>
                          <a:schemeClr val="tx1"/>
                        </a:solidFill>
                      </a:endParaRPr>
                    </a:p>
                  </a:txBody>
                  <a:tcPr/>
                </a:tc>
                <a:tc gridSpan="4">
                  <a:txBody>
                    <a:bodyPr/>
                    <a:lstStyle/>
                    <a:p>
                      <a:pPr lvl="0" algn="ctr">
                        <a:buNone/>
                      </a:pPr>
                      <a:r>
                        <a:rPr lang="en-US" sz="1200" b="1">
                          <a:solidFill>
                            <a:schemeClr val="tx1"/>
                          </a:solidFill>
                        </a:rPr>
                        <a:t>Fixed (FS)</a:t>
                      </a:r>
                    </a:p>
                  </a:txBody>
                  <a:tcPr>
                    <a:solidFill>
                      <a:schemeClr val="accent5">
                        <a:lumMod val="40000"/>
                        <a:lumOff val="6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gridSpan="4">
                  <a:txBody>
                    <a:bodyPr/>
                    <a:lstStyle/>
                    <a:p>
                      <a:pPr lvl="0" algn="ctr">
                        <a:buNone/>
                      </a:pPr>
                      <a:r>
                        <a:rPr lang="en-US" sz="1200" b="1">
                          <a:solidFill>
                            <a:schemeClr val="tx1"/>
                          </a:solidFill>
                        </a:rPr>
                        <a:t>Fixed (FS)</a:t>
                      </a:r>
                    </a:p>
                  </a:txBody>
                  <a:tcPr>
                    <a:solidFill>
                      <a:schemeClr val="accent5">
                        <a:lumMod val="40000"/>
                        <a:lumOff val="6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extLst>
                  <a:ext uri="{0D108BD9-81ED-4DB2-BD59-A6C34878D82A}">
                    <a16:rowId xmlns:a16="http://schemas.microsoft.com/office/drawing/2014/main" val="980874533"/>
                  </a:ext>
                </a:extLst>
              </a:tr>
              <a:tr h="459619">
                <a:tc>
                  <a:txBody>
                    <a:bodyPr/>
                    <a:lstStyle/>
                    <a:p>
                      <a:r>
                        <a:rPr lang="en-US" sz="1100">
                          <a:solidFill>
                            <a:schemeClr val="bg1"/>
                          </a:solidFill>
                        </a:rPr>
                        <a:t>N</a:t>
                      </a:r>
                    </a:p>
                  </a:txBody>
                  <a:tcPr>
                    <a:solidFill>
                      <a:schemeClr val="accent6">
                        <a:lumMod val="75000"/>
                      </a:schemeClr>
                    </a:solidFill>
                  </a:tcPr>
                </a:tc>
                <a:tc>
                  <a:txBody>
                    <a:bodyPr/>
                    <a:lstStyle/>
                    <a:p>
                      <a:pPr algn="ctr"/>
                      <a:endParaRPr lang="en-US" sz="1200" b="1">
                        <a:solidFill>
                          <a:schemeClr val="tx1"/>
                        </a:solidFill>
                      </a:endParaRPr>
                    </a:p>
                  </a:txBody>
                  <a:tcPr/>
                </a:tc>
                <a:tc>
                  <a:txBody>
                    <a:bodyPr/>
                    <a:lstStyle/>
                    <a:p>
                      <a:pPr lvl="0" algn="ctr">
                        <a:buNone/>
                      </a:pPr>
                      <a:endParaRPr lang="en-US" sz="1200" b="1">
                        <a:solidFill>
                          <a:schemeClr val="tx1"/>
                        </a:solidFill>
                      </a:endParaRPr>
                    </a:p>
                  </a:txBody>
                  <a:tcPr>
                    <a:solidFill>
                      <a:schemeClr val="accent3">
                        <a:lumMod val="20000"/>
                        <a:lumOff val="80000"/>
                      </a:schemeClr>
                    </a:solidFill>
                  </a:tcPr>
                </a:tc>
                <a:tc>
                  <a:txBody>
                    <a:bodyPr/>
                    <a:lstStyle/>
                    <a:p>
                      <a:pPr algn="ct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algn="ct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algn="ctr"/>
                      <a:endParaRPr lang="en-US" sz="1200" b="1">
                        <a:solidFill>
                          <a:schemeClr val="tx1"/>
                        </a:solidFill>
                      </a:endParaRPr>
                    </a:p>
                  </a:txBody>
                  <a:tcPr/>
                </a:tc>
                <a:tc gridSpan="3">
                  <a:txBody>
                    <a:bodyPr/>
                    <a:lstStyle/>
                    <a:p>
                      <a:pPr lvl="0" algn="ctr">
                        <a:buNone/>
                      </a:pPr>
                      <a:r>
                        <a:rPr lang="en-US" sz="1200" b="1" i="0" u="none" strike="noStrike" noProof="0">
                          <a:solidFill>
                            <a:schemeClr val="tx1"/>
                          </a:solidFill>
                          <a:latin typeface="Aptos"/>
                        </a:rPr>
                        <a:t>EESS</a:t>
                      </a:r>
                      <a:endParaRPr lang="en-US"/>
                    </a:p>
                  </a:txBody>
                  <a:tcPr>
                    <a:solidFill>
                      <a:schemeClr val="accent3">
                        <a:lumMod val="20000"/>
                        <a:lumOff val="80000"/>
                      </a:schemeClr>
                    </a:solidFill>
                  </a:tcPr>
                </a:tc>
                <a:tc hMerge="1">
                  <a:txBody>
                    <a:bodyPr/>
                    <a:lstStyle/>
                    <a:p>
                      <a:endParaRPr lang="en-US"/>
                    </a:p>
                  </a:txBody>
                  <a:tcPr/>
                </a:tc>
                <a:tc hMerge="1">
                  <a:txBody>
                    <a:bodyPr/>
                    <a:lstStyle/>
                    <a:p>
                      <a:endParaRPr lang="en-US"/>
                    </a:p>
                  </a:txBody>
                  <a:tcPr/>
                </a:tc>
                <a:tc>
                  <a:txBody>
                    <a:bodyPr/>
                    <a:lstStyle/>
                    <a:p>
                      <a:pPr algn="ct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algn="ctr"/>
                      <a:endParaRPr lang="en-US" sz="1200" b="1">
                        <a:solidFill>
                          <a:schemeClr val="tx1"/>
                        </a:solidFill>
                      </a:endParaRPr>
                    </a:p>
                  </a:txBody>
                  <a:tcPr>
                    <a:solidFill>
                      <a:schemeClr val="bg1"/>
                    </a:solidFill>
                  </a:tcPr>
                </a:tc>
                <a:tc>
                  <a:txBody>
                    <a:bodyPr/>
                    <a:lstStyle/>
                    <a:p>
                      <a:pPr lvl="0" algn="ctr">
                        <a:buNone/>
                      </a:pPr>
                      <a:endParaRPr lang="en-US" sz="1200" b="1">
                        <a:solidFill>
                          <a:schemeClr val="tx1"/>
                        </a:solidFill>
                      </a:endParaRPr>
                    </a:p>
                  </a:txBody>
                  <a:tcPr>
                    <a:solidFill>
                      <a:schemeClr val="bg1"/>
                    </a:solidFill>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gridSpan="2">
                  <a:txBody>
                    <a:bodyPr/>
                    <a:lstStyle/>
                    <a:p>
                      <a:pPr lvl="0" algn="ctr">
                        <a:buNone/>
                      </a:pPr>
                      <a:r>
                        <a:rPr lang="en-US" sz="1200" b="1" i="0" u="none" strike="noStrike" noProof="0">
                          <a:solidFill>
                            <a:schemeClr val="tx1"/>
                          </a:solidFill>
                          <a:latin typeface="Aptos"/>
                        </a:rPr>
                        <a:t>EESS</a:t>
                      </a:r>
                      <a:endParaRPr lang="en-US"/>
                    </a:p>
                  </a:txBody>
                  <a:tcPr>
                    <a:solidFill>
                      <a:schemeClr val="accent3">
                        <a:lumMod val="20000"/>
                        <a:lumOff val="80000"/>
                      </a:schemeClr>
                    </a:solidFill>
                  </a:tcPr>
                </a:tc>
                <a:tc hMerge="1">
                  <a:txBody>
                    <a:bodyPr/>
                    <a:lstStyle/>
                    <a:p>
                      <a:endParaRPr lang="en-US"/>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gridSpan="2">
                  <a:txBody>
                    <a:bodyPr/>
                    <a:lstStyle/>
                    <a:p>
                      <a:pPr lvl="0" algn="ctr">
                        <a:buNone/>
                      </a:pPr>
                      <a:r>
                        <a:rPr lang="en-US" sz="1200" b="1" i="0" u="none" strike="noStrike" noProof="0">
                          <a:solidFill>
                            <a:schemeClr val="tx1"/>
                          </a:solidFill>
                          <a:latin typeface="Aptos"/>
                        </a:rPr>
                        <a:t>BSS</a:t>
                      </a:r>
                      <a:endParaRPr lang="en-US"/>
                    </a:p>
                  </a:txBody>
                  <a:tcPr>
                    <a:solidFill>
                      <a:schemeClr val="accent1">
                        <a:lumMod val="20000"/>
                        <a:lumOff val="80000"/>
                      </a:schemeClr>
                    </a:solidFill>
                  </a:tcPr>
                </a:tc>
                <a:tc hMerge="1">
                  <a:txBody>
                    <a:bodyPr/>
                    <a:lstStyle/>
                    <a:p>
                      <a:endParaRPr lang="en-US"/>
                    </a:p>
                  </a:txBody>
                  <a:tcPr/>
                </a:tc>
                <a:tc gridSpan="2">
                  <a:txBody>
                    <a:bodyPr/>
                    <a:lstStyle/>
                    <a:p>
                      <a:pPr lvl="0" algn="ctr">
                        <a:buNone/>
                      </a:pPr>
                      <a:r>
                        <a:rPr lang="en-US" sz="1200" b="1" i="0" u="none" strike="noStrike" noProof="0">
                          <a:solidFill>
                            <a:schemeClr val="tx1"/>
                          </a:solidFill>
                          <a:latin typeface="Aptos"/>
                        </a:rPr>
                        <a:t>Mobile(MS)</a:t>
                      </a:r>
                      <a:endParaRPr lang="en-US" b="1"/>
                    </a:p>
                  </a:txBody>
                  <a:tcPr>
                    <a:solidFill>
                      <a:srgbClr val="F5DCF2"/>
                    </a:solidFill>
                  </a:tcPr>
                </a:tc>
                <a:tc hMerge="1">
                  <a:txBody>
                    <a:bodyPr/>
                    <a:lstStyle/>
                    <a:p>
                      <a:endParaRPr lang="en-US"/>
                    </a:p>
                  </a:txBody>
                  <a:tcPr/>
                </a:tc>
                <a:tc gridSpan="3">
                  <a:txBody>
                    <a:bodyPr/>
                    <a:lstStyle/>
                    <a:p>
                      <a:pPr lvl="0" algn="ctr">
                        <a:buNone/>
                      </a:pPr>
                      <a:r>
                        <a:rPr lang="en-US" sz="1200" b="1" i="0" u="none" strike="noStrike" noProof="0">
                          <a:solidFill>
                            <a:schemeClr val="tx1"/>
                          </a:solidFill>
                          <a:latin typeface="Aptos"/>
                        </a:rPr>
                        <a:t>EESS</a:t>
                      </a:r>
                      <a:endParaRPr lang="en-US"/>
                    </a:p>
                  </a:txBody>
                  <a:tcPr>
                    <a:solidFill>
                      <a:schemeClr val="accent3">
                        <a:lumMod val="20000"/>
                        <a:lumOff val="80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82709007"/>
                  </a:ext>
                </a:extLst>
              </a:tr>
              <a:tr h="284479">
                <a:tc>
                  <a:txBody>
                    <a:bodyPr/>
                    <a:lstStyle/>
                    <a:p>
                      <a:pPr lvl="0">
                        <a:buNone/>
                      </a:pPr>
                      <a:endParaRPr lang="en-US" sz="1100">
                        <a:solidFill>
                          <a:schemeClr val="bg1"/>
                        </a:solidFill>
                      </a:endParaRPr>
                    </a:p>
                  </a:txBody>
                  <a:tcPr>
                    <a:solidFill>
                      <a:schemeClr val="tx1"/>
                    </a:solidFill>
                  </a:tcPr>
                </a:tc>
                <a:tc gridSpan="17">
                  <a:txBody>
                    <a:bodyPr/>
                    <a:lstStyle/>
                    <a:p>
                      <a:pPr lvl="0" algn="ctr">
                        <a:buNone/>
                      </a:pPr>
                      <a:r>
                        <a:rPr lang="en-US" sz="1200" b="1" i="0" u="none" strike="noStrike" noProof="0">
                          <a:solidFill>
                            <a:schemeClr val="tx1"/>
                          </a:solidFill>
                          <a:latin typeface="Aptos"/>
                        </a:rPr>
                        <a:t>Radiolocation (RLS)</a:t>
                      </a:r>
                      <a:endParaRPr lang="en-US"/>
                    </a:p>
                  </a:txBody>
                  <a:tcPr>
                    <a:solidFill>
                      <a:schemeClr val="accent1">
                        <a:lumMod val="40000"/>
                        <a:lumOff val="6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solidFill>
                      <a:schemeClr val="bg1"/>
                    </a:solidFill>
                  </a:tcPr>
                </a:tc>
                <a:tc hMerge="1">
                  <a:txBody>
                    <a:bodyPr/>
                    <a:lstStyle/>
                    <a:p>
                      <a:endParaRPr lang="en-US"/>
                    </a:p>
                  </a:txBody>
                  <a:tcPr>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6">
                  <a:txBody>
                    <a:bodyPr/>
                    <a:lstStyle/>
                    <a:p>
                      <a:pPr lvl="0" algn="ctr">
                        <a:buNone/>
                      </a:pPr>
                      <a:endParaRPr lang="en-US" sz="1200" b="1">
                        <a:solidFill>
                          <a:schemeClr val="tx1"/>
                        </a:solidFill>
                      </a:endParaRPr>
                    </a:p>
                  </a:txBody>
                  <a:tcPr>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gridSpan="2">
                  <a:txBody>
                    <a:bodyPr/>
                    <a:lstStyle/>
                    <a:p>
                      <a:pPr lvl="0" algn="ctr">
                        <a:buNone/>
                      </a:pPr>
                      <a:endParaRPr lang="en-US" sz="1200" b="1" i="0" u="none" strike="noStrike" noProof="0">
                        <a:solidFill>
                          <a:schemeClr val="tx1"/>
                        </a:solidFill>
                        <a:latin typeface="Aptos"/>
                      </a:endParaRPr>
                    </a:p>
                  </a:txBody>
                  <a:tcPr>
                    <a:solidFill>
                      <a:schemeClr val="bg1"/>
                    </a:solidFill>
                  </a:tcPr>
                </a:tc>
                <a:tc hMerge="1">
                  <a:txBody>
                    <a:bodyPr/>
                    <a:lstStyle/>
                    <a:p>
                      <a:endParaRPr lang="en-US"/>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extLst>
                  <a:ext uri="{0D108BD9-81ED-4DB2-BD59-A6C34878D82A}">
                    <a16:rowId xmlns:a16="http://schemas.microsoft.com/office/drawing/2014/main" val="3171855839"/>
                  </a:ext>
                </a:extLst>
              </a:tr>
              <a:tr h="284479">
                <a:tc>
                  <a:txBody>
                    <a:bodyPr/>
                    <a:lstStyle/>
                    <a:p>
                      <a:pPr lvl="0">
                        <a:buNone/>
                      </a:pPr>
                      <a:endParaRPr lang="en-US" sz="1100">
                        <a:solidFill>
                          <a:schemeClr val="bg1"/>
                        </a:solidFill>
                      </a:endParaRPr>
                    </a:p>
                  </a:txBody>
                  <a:tcPr>
                    <a:solidFill>
                      <a:schemeClr val="accent6">
                        <a:lumMod val="75000"/>
                      </a:schemeClr>
                    </a:solidFill>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solidFill>
                      <a:schemeClr val="bg1"/>
                    </a:solidFill>
                  </a:tcPr>
                </a:tc>
                <a:tc>
                  <a:txBody>
                    <a:bodyPr/>
                    <a:lstStyle/>
                    <a:p>
                      <a:pPr lvl="0" algn="ctr">
                        <a:buNone/>
                      </a:pPr>
                      <a:endParaRPr lang="en-US" sz="1200" b="1">
                        <a:solidFill>
                          <a:schemeClr val="tx1"/>
                        </a:solidFill>
                      </a:endParaRPr>
                    </a:p>
                  </a:txBody>
                  <a:tcPr>
                    <a:solidFill>
                      <a:schemeClr val="bg1"/>
                    </a:solidFill>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gridSpan="7">
                  <a:txBody>
                    <a:bodyPr/>
                    <a:lstStyle/>
                    <a:p>
                      <a:pPr lvl="0" algn="ctr">
                        <a:buNone/>
                      </a:pPr>
                      <a:r>
                        <a:rPr lang="en-US" sz="1200" b="1">
                          <a:solidFill>
                            <a:schemeClr val="tx1"/>
                          </a:solidFill>
                        </a:rPr>
                        <a:t>FSS</a:t>
                      </a:r>
                    </a:p>
                  </a:txBody>
                  <a:tcPr>
                    <a:solidFill>
                      <a:schemeClr val="accent6">
                        <a:lumMod val="20000"/>
                        <a:lumOff val="8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gridSpan="2">
                  <a:txBody>
                    <a:bodyPr/>
                    <a:lstStyle/>
                    <a:p>
                      <a:pPr lvl="0" algn="ctr">
                        <a:buNone/>
                      </a:pPr>
                      <a:r>
                        <a:rPr lang="en-US" sz="1200" b="1" i="0" u="none" strike="noStrike" noProof="0">
                          <a:solidFill>
                            <a:schemeClr val="tx1"/>
                          </a:solidFill>
                          <a:latin typeface="Aptos"/>
                        </a:rPr>
                        <a:t>FSS</a:t>
                      </a:r>
                    </a:p>
                  </a:txBody>
                  <a:tcPr>
                    <a:solidFill>
                      <a:schemeClr val="accent6">
                        <a:lumMod val="20000"/>
                        <a:lumOff val="80000"/>
                      </a:schemeClr>
                    </a:solidFill>
                  </a:tcPr>
                </a:tc>
                <a:tc hMerge="1">
                  <a:txBody>
                    <a:bodyPr/>
                    <a:lstStyle/>
                    <a:p>
                      <a:endParaRPr lang="en-US"/>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extLst>
                  <a:ext uri="{0D108BD9-81ED-4DB2-BD59-A6C34878D82A}">
                    <a16:rowId xmlns:a16="http://schemas.microsoft.com/office/drawing/2014/main" val="2725513816"/>
                  </a:ext>
                </a:extLst>
              </a:tr>
              <a:tr h="284479">
                <a:tc>
                  <a:txBody>
                    <a:bodyPr/>
                    <a:lstStyle/>
                    <a:p>
                      <a:pPr lvl="0">
                        <a:buNone/>
                      </a:pPr>
                      <a:endParaRPr lang="en-US" sz="1100">
                        <a:solidFill>
                          <a:schemeClr val="bg1"/>
                        </a:solidFill>
                      </a:endParaRPr>
                    </a:p>
                  </a:txBody>
                  <a:tcPr>
                    <a:solidFill>
                      <a:schemeClr val="tx1"/>
                    </a:solidFill>
                  </a:tcPr>
                </a:tc>
                <a:tc>
                  <a:txBody>
                    <a:bodyPr/>
                    <a:lstStyle/>
                    <a:p>
                      <a:pPr lvl="0" algn="ctr">
                        <a:buNone/>
                      </a:pPr>
                      <a:endParaRPr lang="en-US" sz="1200" b="1">
                        <a:solidFill>
                          <a:schemeClr val="tx1"/>
                        </a:solidFill>
                      </a:endParaRPr>
                    </a:p>
                  </a:txBody>
                  <a:tcPr/>
                </a:tc>
                <a:tc>
                  <a:txBody>
                    <a:bodyPr/>
                    <a:lstStyle/>
                    <a:p>
                      <a:pPr lvl="0" algn="ctr">
                        <a:buNone/>
                      </a:pPr>
                      <a:endParaRPr lang="en-US" sz="1200" b="1" i="0" u="none" strike="noStrike" noProof="0">
                        <a:solidFill>
                          <a:schemeClr val="tx1"/>
                        </a:solidFill>
                        <a:latin typeface="Aptos"/>
                      </a:endParaRPr>
                    </a:p>
                  </a:txBody>
                  <a:tcPr>
                    <a:solidFill>
                      <a:schemeClr val="bg2">
                        <a:lumMod val="90000"/>
                      </a:schemeClr>
                    </a:solidFill>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gridSpan="3">
                  <a:txBody>
                    <a:bodyPr/>
                    <a:lstStyle/>
                    <a:p>
                      <a:pPr lvl="0" algn="ctr">
                        <a:buNone/>
                      </a:pPr>
                      <a:r>
                        <a:rPr lang="en-US" sz="1200" b="1">
                          <a:solidFill>
                            <a:schemeClr val="tx1"/>
                          </a:solidFill>
                        </a:rPr>
                        <a:t>SRS</a:t>
                      </a:r>
                    </a:p>
                  </a:txBody>
                  <a:tcPr>
                    <a:solidFill>
                      <a:schemeClr val="bg2">
                        <a:lumMod val="90000"/>
                      </a:schemeClr>
                    </a:solidFill>
                  </a:tcPr>
                </a:tc>
                <a:tc hMerge="1">
                  <a:txBody>
                    <a:bodyPr/>
                    <a:lstStyle/>
                    <a:p>
                      <a:endParaRPr lang="en-US"/>
                    </a:p>
                  </a:txBody>
                  <a:tcPr/>
                </a:tc>
                <a:tc hMerge="1">
                  <a:txBody>
                    <a:bodyPr/>
                    <a:lstStyle/>
                    <a:p>
                      <a:endParaRPr lang="en-US"/>
                    </a:p>
                  </a:txBody>
                  <a:tcPr/>
                </a:tc>
                <a:tc gridSpan="5">
                  <a:txBody>
                    <a:bodyPr/>
                    <a:lstStyle/>
                    <a:p>
                      <a:pPr lvl="0" algn="ctr">
                        <a:buNone/>
                      </a:pPr>
                      <a:r>
                        <a:rPr lang="en-US" sz="1200" b="1" err="1">
                          <a:solidFill>
                            <a:schemeClr val="tx1"/>
                          </a:solidFill>
                        </a:rPr>
                        <a:t>MetSat</a:t>
                      </a:r>
                    </a:p>
                  </a:txBody>
                  <a:tcPr>
                    <a:solidFill>
                      <a:srgbClr val="FFFF00"/>
                    </a:solidFill>
                  </a:tcPr>
                </a:tc>
                <a:tc hMerge="1">
                  <a:txBody>
                    <a:bodyPr/>
                    <a:lstStyle/>
                    <a:p>
                      <a:endParaRPr lang="en-US"/>
                    </a:p>
                  </a:txBody>
                  <a:tcPr/>
                </a:tc>
                <a:tc hMerge="1">
                  <a:txBody>
                    <a:bodyPr/>
                    <a:lstStyle/>
                    <a:p>
                      <a:endParaRPr lang="en-US"/>
                    </a:p>
                  </a:txBody>
                  <a:tcPr>
                    <a:solidFill>
                      <a:schemeClr val="bg1"/>
                    </a:solidFill>
                  </a:tcPr>
                </a:tc>
                <a:tc hMerge="1">
                  <a:txBody>
                    <a:bodyPr/>
                    <a:lstStyle/>
                    <a:p>
                      <a:endParaRPr lang="en-US"/>
                    </a:p>
                  </a:txBody>
                  <a:tcPr>
                    <a:solidFill>
                      <a:schemeClr val="bg1"/>
                    </a:solidFill>
                  </a:tcPr>
                </a:tc>
                <a:tc hMerge="1">
                  <a:txBody>
                    <a:bodyPr/>
                    <a:lstStyle/>
                    <a:p>
                      <a:endParaRPr lang="en-US"/>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gridSpan="2">
                  <a:txBody>
                    <a:bodyPr/>
                    <a:lstStyle/>
                    <a:p>
                      <a:pPr lvl="0" algn="ctr">
                        <a:buNone/>
                      </a:pPr>
                      <a:r>
                        <a:rPr lang="en-US" sz="1200" b="1">
                          <a:solidFill>
                            <a:schemeClr val="tx1"/>
                          </a:solidFill>
                        </a:rPr>
                        <a:t>SRS</a:t>
                      </a:r>
                    </a:p>
                  </a:txBody>
                  <a:tcPr>
                    <a:solidFill>
                      <a:schemeClr val="bg2">
                        <a:lumMod val="90000"/>
                      </a:schemeClr>
                    </a:solidFill>
                  </a:tcPr>
                </a:tc>
                <a:tc hMerge="1">
                  <a:txBody>
                    <a:bodyPr/>
                    <a:lstStyle/>
                    <a:p>
                      <a:endParaRPr lang="en-US"/>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gridSpan="2">
                  <a:txBody>
                    <a:bodyPr/>
                    <a:lstStyle/>
                    <a:p>
                      <a:pPr lvl="0" algn="ctr">
                        <a:buNone/>
                      </a:pPr>
                      <a:endParaRPr lang="en-US" sz="1200" b="1" i="0" u="none" strike="noStrike" noProof="0">
                        <a:solidFill>
                          <a:schemeClr val="tx1"/>
                        </a:solidFill>
                        <a:latin typeface="Aptos"/>
                      </a:endParaRPr>
                    </a:p>
                  </a:txBody>
                  <a:tcPr>
                    <a:solidFill>
                      <a:schemeClr val="bg1"/>
                    </a:solidFill>
                  </a:tcPr>
                </a:tc>
                <a:tc hMerge="1">
                  <a:txBody>
                    <a:bodyPr/>
                    <a:lstStyle/>
                    <a:p>
                      <a:endParaRPr lang="en-US"/>
                    </a:p>
                  </a:txBody>
                  <a:tcPr/>
                </a:tc>
                <a:tc gridSpan="3">
                  <a:txBody>
                    <a:bodyPr/>
                    <a:lstStyle/>
                    <a:p>
                      <a:pPr lvl="0" algn="ctr">
                        <a:buNone/>
                      </a:pPr>
                      <a:r>
                        <a:rPr lang="en-US" sz="1200" b="1">
                          <a:solidFill>
                            <a:schemeClr val="tx1"/>
                          </a:solidFill>
                        </a:rPr>
                        <a:t>SRS</a:t>
                      </a:r>
                    </a:p>
                  </a:txBody>
                  <a:tcPr>
                    <a:solidFill>
                      <a:schemeClr val="bg2">
                        <a:lumMod val="90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94391707"/>
                  </a:ext>
                </a:extLst>
              </a:tr>
              <a:tr h="453081">
                <a:tc>
                  <a:txBody>
                    <a:bodyPr/>
                    <a:lstStyle/>
                    <a:p>
                      <a:pPr lvl="0">
                        <a:buNone/>
                      </a:pPr>
                      <a:endParaRPr lang="en-US" sz="1100">
                        <a:solidFill>
                          <a:schemeClr val="bg1"/>
                        </a:solidFill>
                      </a:endParaRPr>
                    </a:p>
                  </a:txBody>
                  <a:tcPr>
                    <a:solidFill>
                      <a:schemeClr val="tx1"/>
                    </a:solidFill>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r>
                        <a:rPr lang="en-US" sz="1200" b="1">
                          <a:solidFill>
                            <a:schemeClr val="tx1"/>
                          </a:solidFill>
                        </a:rPr>
                        <a:t>AR</a:t>
                      </a:r>
                    </a:p>
                  </a:txBody>
                  <a:tcPr>
                    <a:solidFill>
                      <a:srgbClr val="7030A0">
                        <a:alpha val="43000"/>
                      </a:srgbClr>
                    </a:solidFill>
                  </a:tcPr>
                </a:tc>
                <a:tc>
                  <a:txBody>
                    <a:bodyPr/>
                    <a:lstStyle/>
                    <a:p>
                      <a:pPr lvl="0" algn="ctr">
                        <a:buNone/>
                      </a:pPr>
                      <a:endParaRPr lang="en-US" sz="1200" b="1">
                        <a:solidFill>
                          <a:schemeClr val="tx1"/>
                        </a:solidFill>
                      </a:endParaRPr>
                    </a:p>
                  </a:txBody>
                  <a:tcPr/>
                </a:tc>
                <a:tc>
                  <a:txBody>
                    <a:bodyPr/>
                    <a:lstStyle/>
                    <a:p>
                      <a:pPr lvl="0" algn="ctr">
                        <a:buNone/>
                      </a:pPr>
                      <a:r>
                        <a:rPr lang="en-US" sz="1200" b="1">
                          <a:solidFill>
                            <a:schemeClr val="tx1"/>
                          </a:solidFill>
                        </a:rPr>
                        <a:t>AR</a:t>
                      </a:r>
                    </a:p>
                  </a:txBody>
                  <a:tcPr>
                    <a:solidFill>
                      <a:srgbClr val="7030A0">
                        <a:alpha val="45000"/>
                      </a:srgbClr>
                    </a:solidFill>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solidFill>
                      <a:schemeClr val="bg1"/>
                    </a:solidFill>
                  </a:tcPr>
                </a:tc>
                <a:tc>
                  <a:txBody>
                    <a:bodyPr/>
                    <a:lstStyle/>
                    <a:p>
                      <a:pPr lvl="0" algn="ctr">
                        <a:buNone/>
                      </a:pPr>
                      <a:endParaRPr lang="en-US" sz="1200" b="1">
                        <a:solidFill>
                          <a:schemeClr val="tx1"/>
                        </a:solidFill>
                      </a:endParaRPr>
                    </a:p>
                  </a:txBody>
                  <a:tcPr>
                    <a:solidFill>
                      <a:schemeClr val="bg1"/>
                    </a:solidFill>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gridSpan="2">
                  <a:txBody>
                    <a:bodyPr/>
                    <a:lstStyle/>
                    <a:p>
                      <a:pPr lvl="0" algn="ctr">
                        <a:buNone/>
                      </a:pPr>
                      <a:endParaRPr lang="en-US" sz="1200" b="1" i="0" u="none" strike="noStrike" noProof="0">
                        <a:solidFill>
                          <a:schemeClr val="tx1"/>
                        </a:solidFill>
                        <a:latin typeface="Aptos"/>
                      </a:endParaRPr>
                    </a:p>
                  </a:txBody>
                  <a:tcPr>
                    <a:solidFill>
                      <a:schemeClr val="bg1"/>
                    </a:solidFill>
                  </a:tcPr>
                </a:tc>
                <a:tc hMerge="1">
                  <a:txBody>
                    <a:bodyPr/>
                    <a:lstStyle/>
                    <a:p>
                      <a:endParaRPr lang="en-US"/>
                    </a:p>
                  </a:txBody>
                  <a:tcPr/>
                </a:tc>
                <a:tc>
                  <a:txBody>
                    <a:bodyPr/>
                    <a:lstStyle/>
                    <a:p>
                      <a:pPr lvl="0" algn="ctr">
                        <a:buNone/>
                      </a:pPr>
                      <a:r>
                        <a:rPr lang="en-US" sz="1200" b="1">
                          <a:solidFill>
                            <a:schemeClr val="tx1"/>
                          </a:solidFill>
                        </a:rPr>
                        <a:t>AR</a:t>
                      </a:r>
                    </a:p>
                  </a:txBody>
                  <a:tcPr>
                    <a:solidFill>
                      <a:srgbClr val="7030A0">
                        <a:alpha val="43000"/>
                      </a:srgbClr>
                    </a:solidFill>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extLst>
                  <a:ext uri="{0D108BD9-81ED-4DB2-BD59-A6C34878D82A}">
                    <a16:rowId xmlns:a16="http://schemas.microsoft.com/office/drawing/2014/main" val="1533659373"/>
                  </a:ext>
                </a:extLst>
              </a:tr>
            </a:tbl>
          </a:graphicData>
        </a:graphic>
      </p:graphicFrame>
      <p:sp>
        <p:nvSpPr>
          <p:cNvPr id="4" name="Title 1">
            <a:extLst>
              <a:ext uri="{FF2B5EF4-FFF2-40B4-BE49-F238E27FC236}">
                <a16:creationId xmlns:a16="http://schemas.microsoft.com/office/drawing/2014/main" id="{1032E0B9-4EEF-0249-8894-B5AE48C64F97}"/>
              </a:ext>
            </a:extLst>
          </p:cNvPr>
          <p:cNvSpPr>
            <a:spLocks noGrp="1"/>
          </p:cNvSpPr>
          <p:nvPr/>
        </p:nvSpPr>
        <p:spPr>
          <a:xfrm>
            <a:off x="741438" y="47594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latin typeface="Times New Roman"/>
                <a:ea typeface="+mj-lt"/>
                <a:cs typeface="+mj-lt"/>
              </a:rPr>
              <a:t>8.5-13.75 GHz</a:t>
            </a:r>
            <a:endParaRPr lang="en-US" dirty="0">
              <a:latin typeface="Times New Roman"/>
              <a:cs typeface="Times New Roman"/>
            </a:endParaRPr>
          </a:p>
        </p:txBody>
      </p:sp>
      <p:sp>
        <p:nvSpPr>
          <p:cNvPr id="3" name="TextBox 2">
            <a:extLst>
              <a:ext uri="{FF2B5EF4-FFF2-40B4-BE49-F238E27FC236}">
                <a16:creationId xmlns:a16="http://schemas.microsoft.com/office/drawing/2014/main" id="{F114B070-498C-A084-AD0E-D36CDDC299B7}"/>
              </a:ext>
            </a:extLst>
          </p:cNvPr>
          <p:cNvSpPr txBox="1"/>
          <p:nvPr/>
        </p:nvSpPr>
        <p:spPr>
          <a:xfrm>
            <a:off x="200781" y="4192209"/>
            <a:ext cx="9855199"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a:t>RLS is the single largest allocation. </a:t>
            </a:r>
          </a:p>
          <a:p>
            <a:pPr marL="285750" indent="-285750">
              <a:buFont typeface="Arial"/>
              <a:buChar char="•"/>
            </a:pPr>
            <a:r>
              <a:rPr lang="en-US" sz="2000"/>
              <a:t>~2500 MHz in 10.7 – 13.25 GHz is allocated for non-federal use, of which 12.2 - 13.25 GHz is already under consideration by the FCC for sharing with other services. </a:t>
            </a:r>
          </a:p>
          <a:p>
            <a:pPr marL="285750" indent="-285750">
              <a:buFont typeface="Arial"/>
              <a:buChar char="•"/>
            </a:pPr>
            <a:r>
              <a:rPr lang="en-US" sz="2000"/>
              <a:t>13.25 - 13.75 may also be available for sharing with limited restrictions.</a:t>
            </a:r>
          </a:p>
        </p:txBody>
      </p:sp>
      <p:sp>
        <p:nvSpPr>
          <p:cNvPr id="8" name="Rectangle 7">
            <a:extLst>
              <a:ext uri="{FF2B5EF4-FFF2-40B4-BE49-F238E27FC236}">
                <a16:creationId xmlns:a16="http://schemas.microsoft.com/office/drawing/2014/main" id="{18215F14-A7B1-8F28-9981-C277E90B995A}"/>
              </a:ext>
            </a:extLst>
          </p:cNvPr>
          <p:cNvSpPr/>
          <p:nvPr/>
        </p:nvSpPr>
        <p:spPr>
          <a:xfrm>
            <a:off x="508000" y="2733523"/>
            <a:ext cx="5733142" cy="266096"/>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3B1FF9E-3F53-7D21-8814-7D552BF299A2}"/>
              </a:ext>
            </a:extLst>
          </p:cNvPr>
          <p:cNvSpPr/>
          <p:nvPr/>
        </p:nvSpPr>
        <p:spPr>
          <a:xfrm>
            <a:off x="7317618" y="1608665"/>
            <a:ext cx="3664858" cy="2419048"/>
          </a:xfrm>
          <a:prstGeom prst="rect">
            <a:avLst/>
          </a:prstGeom>
          <a:noFill/>
          <a:ln w="571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52DA73D-3844-B1D4-854C-2019F68F6C1F}"/>
              </a:ext>
            </a:extLst>
          </p:cNvPr>
          <p:cNvSpPr/>
          <p:nvPr/>
        </p:nvSpPr>
        <p:spPr>
          <a:xfrm>
            <a:off x="9639902" y="1608665"/>
            <a:ext cx="1342574" cy="2419048"/>
          </a:xfrm>
          <a:prstGeom prst="rect">
            <a:avLst/>
          </a:prstGeom>
          <a:noFill/>
          <a:ln w="57150">
            <a:solidFill>
              <a:schemeClr val="accent2">
                <a:lumMod val="75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F76AA83-AD69-7C16-3DBC-8F0DF26A4FFF}"/>
              </a:ext>
            </a:extLst>
          </p:cNvPr>
          <p:cNvSpPr/>
          <p:nvPr/>
        </p:nvSpPr>
        <p:spPr>
          <a:xfrm>
            <a:off x="10982472" y="1608664"/>
            <a:ext cx="1040193" cy="2419048"/>
          </a:xfrm>
          <a:prstGeom prst="rect">
            <a:avLst/>
          </a:prstGeom>
          <a:noFill/>
          <a:ln w="57150">
            <a:solidFill>
              <a:srgbClr val="7030A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D107706-06B1-25A8-EF57-315CD0942457}"/>
              </a:ext>
            </a:extLst>
          </p:cNvPr>
          <p:cNvSpPr txBox="1"/>
          <p:nvPr/>
        </p:nvSpPr>
        <p:spPr>
          <a:xfrm>
            <a:off x="6248399" y="2716590"/>
            <a:ext cx="1074058" cy="276999"/>
          </a:xfrm>
          <a:prstGeom prst="rect">
            <a:avLst/>
          </a:prstGeom>
          <a:solidFill>
            <a:schemeClr val="accent2">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t> (RAS)</a:t>
            </a:r>
            <a:endParaRPr lang="en-US"/>
          </a:p>
        </p:txBody>
      </p:sp>
      <p:sp>
        <p:nvSpPr>
          <p:cNvPr id="13" name="TextBox 12">
            <a:extLst>
              <a:ext uri="{FF2B5EF4-FFF2-40B4-BE49-F238E27FC236}">
                <a16:creationId xmlns:a16="http://schemas.microsoft.com/office/drawing/2014/main" id="{77E6BA0E-772D-21D3-13B2-BEF65ABB81F7}"/>
              </a:ext>
            </a:extLst>
          </p:cNvPr>
          <p:cNvSpPr txBox="1"/>
          <p:nvPr/>
        </p:nvSpPr>
        <p:spPr>
          <a:xfrm>
            <a:off x="10977639" y="2728685"/>
            <a:ext cx="1025677" cy="276999"/>
          </a:xfrm>
          <a:prstGeom prst="rect">
            <a:avLst/>
          </a:prstGeom>
          <a:solidFill>
            <a:schemeClr val="accent1">
              <a:lumMod val="60000"/>
              <a:lumOff val="4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dirty="0"/>
              <a:t>RLS</a:t>
            </a:r>
          </a:p>
        </p:txBody>
      </p:sp>
    </p:spTree>
    <p:extLst>
      <p:ext uri="{BB962C8B-B14F-4D97-AF65-F5344CB8AC3E}">
        <p14:creationId xmlns:p14="http://schemas.microsoft.com/office/powerpoint/2010/main" val="41871251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B99E642-E7D3-B231-4F8F-1F91BBE90028}"/>
              </a:ext>
            </a:extLst>
          </p:cNvPr>
          <p:cNvSpPr/>
          <p:nvPr/>
        </p:nvSpPr>
        <p:spPr>
          <a:xfrm>
            <a:off x="0" y="-3175"/>
            <a:ext cx="12192000" cy="1524039"/>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T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7CB8CC4F-10BA-9230-438F-6B150E9D0211}"/>
                  </a:ext>
                </a:extLst>
              </p14:cNvPr>
              <p14:cNvContentPartPr/>
              <p14:nvPr/>
            </p14:nvContentPartPr>
            <p14:xfrm>
              <a:off x="506301" y="525275"/>
              <a:ext cx="11183760" cy="360"/>
            </p14:xfrm>
          </p:contentPart>
        </mc:Choice>
        <mc:Fallback xmlns="">
          <p:pic>
            <p:nvPicPr>
              <p:cNvPr id="7" name="Ink 6">
                <a:extLst>
                  <a:ext uri="{FF2B5EF4-FFF2-40B4-BE49-F238E27FC236}">
                    <a16:creationId xmlns:a16="http://schemas.microsoft.com/office/drawing/2014/main" id="{7CB8CC4F-10BA-9230-438F-6B150E9D0211}"/>
                  </a:ext>
                </a:extLst>
              </p:cNvPr>
              <p:cNvPicPr/>
              <p:nvPr/>
            </p:nvPicPr>
            <p:blipFill>
              <a:blip r:embed="rId4"/>
              <a:stretch>
                <a:fillRect/>
              </a:stretch>
            </p:blipFill>
            <p:spPr>
              <a:xfrm>
                <a:off x="470302" y="489275"/>
                <a:ext cx="11255398" cy="72000"/>
              </a:xfrm>
              <a:prstGeom prst="rect">
                <a:avLst/>
              </a:prstGeom>
            </p:spPr>
          </p:pic>
        </mc:Fallback>
      </mc:AlternateContent>
      <p:sp>
        <p:nvSpPr>
          <p:cNvPr id="9" name="TextBox 8">
            <a:extLst>
              <a:ext uri="{FF2B5EF4-FFF2-40B4-BE49-F238E27FC236}">
                <a16:creationId xmlns:a16="http://schemas.microsoft.com/office/drawing/2014/main" id="{D20471DB-9FB5-200D-8C40-ED81ABC17926}"/>
              </a:ext>
            </a:extLst>
          </p:cNvPr>
          <p:cNvSpPr txBox="1"/>
          <p:nvPr/>
        </p:nvSpPr>
        <p:spPr>
          <a:xfrm>
            <a:off x="411237" y="1209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solidFill>
                  <a:schemeClr val="accent1"/>
                </a:solidFill>
                <a:latin typeface="Times New Roman"/>
                <a:cs typeface="Times New Roman"/>
              </a:rPr>
              <a:t>RIT</a:t>
            </a:r>
          </a:p>
        </p:txBody>
      </p:sp>
      <p:graphicFrame>
        <p:nvGraphicFramePr>
          <p:cNvPr id="2" name="Table 1">
            <a:extLst>
              <a:ext uri="{FF2B5EF4-FFF2-40B4-BE49-F238E27FC236}">
                <a16:creationId xmlns:a16="http://schemas.microsoft.com/office/drawing/2014/main" id="{C9575A3D-8F70-571D-8C1B-D91D6BCA45F5}"/>
              </a:ext>
            </a:extLst>
          </p:cNvPr>
          <p:cNvGraphicFramePr>
            <a:graphicFrameLocks noGrp="1"/>
          </p:cNvGraphicFramePr>
          <p:nvPr/>
        </p:nvGraphicFramePr>
        <p:xfrm>
          <a:off x="197447" y="1606378"/>
          <a:ext cx="11828180" cy="2415173"/>
        </p:xfrm>
        <a:graphic>
          <a:graphicData uri="http://schemas.openxmlformats.org/drawingml/2006/table">
            <a:tbl>
              <a:tblPr firstRow="1" bandRow="1">
                <a:tableStyleId>{5940675A-B579-460E-94D1-54222C63F5DA}</a:tableStyleId>
              </a:tblPr>
              <a:tblGrid>
                <a:gridCol w="337948">
                  <a:extLst>
                    <a:ext uri="{9D8B030D-6E8A-4147-A177-3AD203B41FA5}">
                      <a16:colId xmlns:a16="http://schemas.microsoft.com/office/drawing/2014/main" val="4043975947"/>
                    </a:ext>
                  </a:extLst>
                </a:gridCol>
                <a:gridCol w="337948">
                  <a:extLst>
                    <a:ext uri="{9D8B030D-6E8A-4147-A177-3AD203B41FA5}">
                      <a16:colId xmlns:a16="http://schemas.microsoft.com/office/drawing/2014/main" val="1686699970"/>
                    </a:ext>
                  </a:extLst>
                </a:gridCol>
                <a:gridCol w="337948">
                  <a:extLst>
                    <a:ext uri="{9D8B030D-6E8A-4147-A177-3AD203B41FA5}">
                      <a16:colId xmlns:a16="http://schemas.microsoft.com/office/drawing/2014/main" val="2742685188"/>
                    </a:ext>
                  </a:extLst>
                </a:gridCol>
                <a:gridCol w="337948">
                  <a:extLst>
                    <a:ext uri="{9D8B030D-6E8A-4147-A177-3AD203B41FA5}">
                      <a16:colId xmlns:a16="http://schemas.microsoft.com/office/drawing/2014/main" val="4105368480"/>
                    </a:ext>
                  </a:extLst>
                </a:gridCol>
                <a:gridCol w="337948">
                  <a:extLst>
                    <a:ext uri="{9D8B030D-6E8A-4147-A177-3AD203B41FA5}">
                      <a16:colId xmlns:a16="http://schemas.microsoft.com/office/drawing/2014/main" val="3296959112"/>
                    </a:ext>
                  </a:extLst>
                </a:gridCol>
                <a:gridCol w="337948">
                  <a:extLst>
                    <a:ext uri="{9D8B030D-6E8A-4147-A177-3AD203B41FA5}">
                      <a16:colId xmlns:a16="http://schemas.microsoft.com/office/drawing/2014/main" val="3493256866"/>
                    </a:ext>
                  </a:extLst>
                </a:gridCol>
                <a:gridCol w="337948">
                  <a:extLst>
                    <a:ext uri="{9D8B030D-6E8A-4147-A177-3AD203B41FA5}">
                      <a16:colId xmlns:a16="http://schemas.microsoft.com/office/drawing/2014/main" val="408667109"/>
                    </a:ext>
                  </a:extLst>
                </a:gridCol>
                <a:gridCol w="337948">
                  <a:extLst>
                    <a:ext uri="{9D8B030D-6E8A-4147-A177-3AD203B41FA5}">
                      <a16:colId xmlns:a16="http://schemas.microsoft.com/office/drawing/2014/main" val="1619190838"/>
                    </a:ext>
                  </a:extLst>
                </a:gridCol>
                <a:gridCol w="337948">
                  <a:extLst>
                    <a:ext uri="{9D8B030D-6E8A-4147-A177-3AD203B41FA5}">
                      <a16:colId xmlns:a16="http://schemas.microsoft.com/office/drawing/2014/main" val="3564307418"/>
                    </a:ext>
                  </a:extLst>
                </a:gridCol>
                <a:gridCol w="337948">
                  <a:extLst>
                    <a:ext uri="{9D8B030D-6E8A-4147-A177-3AD203B41FA5}">
                      <a16:colId xmlns:a16="http://schemas.microsoft.com/office/drawing/2014/main" val="1861375321"/>
                    </a:ext>
                  </a:extLst>
                </a:gridCol>
                <a:gridCol w="337948">
                  <a:extLst>
                    <a:ext uri="{9D8B030D-6E8A-4147-A177-3AD203B41FA5}">
                      <a16:colId xmlns:a16="http://schemas.microsoft.com/office/drawing/2014/main" val="3532527641"/>
                    </a:ext>
                  </a:extLst>
                </a:gridCol>
                <a:gridCol w="337948">
                  <a:extLst>
                    <a:ext uri="{9D8B030D-6E8A-4147-A177-3AD203B41FA5}">
                      <a16:colId xmlns:a16="http://schemas.microsoft.com/office/drawing/2014/main" val="769757790"/>
                    </a:ext>
                  </a:extLst>
                </a:gridCol>
                <a:gridCol w="337948">
                  <a:extLst>
                    <a:ext uri="{9D8B030D-6E8A-4147-A177-3AD203B41FA5}">
                      <a16:colId xmlns:a16="http://schemas.microsoft.com/office/drawing/2014/main" val="4010935166"/>
                    </a:ext>
                  </a:extLst>
                </a:gridCol>
                <a:gridCol w="337948">
                  <a:extLst>
                    <a:ext uri="{9D8B030D-6E8A-4147-A177-3AD203B41FA5}">
                      <a16:colId xmlns:a16="http://schemas.microsoft.com/office/drawing/2014/main" val="3185515174"/>
                    </a:ext>
                  </a:extLst>
                </a:gridCol>
                <a:gridCol w="337948">
                  <a:extLst>
                    <a:ext uri="{9D8B030D-6E8A-4147-A177-3AD203B41FA5}">
                      <a16:colId xmlns:a16="http://schemas.microsoft.com/office/drawing/2014/main" val="1616836779"/>
                    </a:ext>
                  </a:extLst>
                </a:gridCol>
                <a:gridCol w="337948">
                  <a:extLst>
                    <a:ext uri="{9D8B030D-6E8A-4147-A177-3AD203B41FA5}">
                      <a16:colId xmlns:a16="http://schemas.microsoft.com/office/drawing/2014/main" val="2864573796"/>
                    </a:ext>
                  </a:extLst>
                </a:gridCol>
                <a:gridCol w="337948">
                  <a:extLst>
                    <a:ext uri="{9D8B030D-6E8A-4147-A177-3AD203B41FA5}">
                      <a16:colId xmlns:a16="http://schemas.microsoft.com/office/drawing/2014/main" val="1328082019"/>
                    </a:ext>
                  </a:extLst>
                </a:gridCol>
                <a:gridCol w="337948">
                  <a:extLst>
                    <a:ext uri="{9D8B030D-6E8A-4147-A177-3AD203B41FA5}">
                      <a16:colId xmlns:a16="http://schemas.microsoft.com/office/drawing/2014/main" val="260775510"/>
                    </a:ext>
                  </a:extLst>
                </a:gridCol>
                <a:gridCol w="337948">
                  <a:extLst>
                    <a:ext uri="{9D8B030D-6E8A-4147-A177-3AD203B41FA5}">
                      <a16:colId xmlns:a16="http://schemas.microsoft.com/office/drawing/2014/main" val="2479797578"/>
                    </a:ext>
                  </a:extLst>
                </a:gridCol>
                <a:gridCol w="337948">
                  <a:extLst>
                    <a:ext uri="{9D8B030D-6E8A-4147-A177-3AD203B41FA5}">
                      <a16:colId xmlns:a16="http://schemas.microsoft.com/office/drawing/2014/main" val="3578674887"/>
                    </a:ext>
                  </a:extLst>
                </a:gridCol>
                <a:gridCol w="337948">
                  <a:extLst>
                    <a:ext uri="{9D8B030D-6E8A-4147-A177-3AD203B41FA5}">
                      <a16:colId xmlns:a16="http://schemas.microsoft.com/office/drawing/2014/main" val="2290538716"/>
                    </a:ext>
                  </a:extLst>
                </a:gridCol>
                <a:gridCol w="337948">
                  <a:extLst>
                    <a:ext uri="{9D8B030D-6E8A-4147-A177-3AD203B41FA5}">
                      <a16:colId xmlns:a16="http://schemas.microsoft.com/office/drawing/2014/main" val="472924852"/>
                    </a:ext>
                  </a:extLst>
                </a:gridCol>
                <a:gridCol w="337948">
                  <a:extLst>
                    <a:ext uri="{9D8B030D-6E8A-4147-A177-3AD203B41FA5}">
                      <a16:colId xmlns:a16="http://schemas.microsoft.com/office/drawing/2014/main" val="118992940"/>
                    </a:ext>
                  </a:extLst>
                </a:gridCol>
                <a:gridCol w="337948">
                  <a:extLst>
                    <a:ext uri="{9D8B030D-6E8A-4147-A177-3AD203B41FA5}">
                      <a16:colId xmlns:a16="http://schemas.microsoft.com/office/drawing/2014/main" val="671993662"/>
                    </a:ext>
                  </a:extLst>
                </a:gridCol>
                <a:gridCol w="337948">
                  <a:extLst>
                    <a:ext uri="{9D8B030D-6E8A-4147-A177-3AD203B41FA5}">
                      <a16:colId xmlns:a16="http://schemas.microsoft.com/office/drawing/2014/main" val="3431868050"/>
                    </a:ext>
                  </a:extLst>
                </a:gridCol>
                <a:gridCol w="337948">
                  <a:extLst>
                    <a:ext uri="{9D8B030D-6E8A-4147-A177-3AD203B41FA5}">
                      <a16:colId xmlns:a16="http://schemas.microsoft.com/office/drawing/2014/main" val="2212984000"/>
                    </a:ext>
                  </a:extLst>
                </a:gridCol>
                <a:gridCol w="337948">
                  <a:extLst>
                    <a:ext uri="{9D8B030D-6E8A-4147-A177-3AD203B41FA5}">
                      <a16:colId xmlns:a16="http://schemas.microsoft.com/office/drawing/2014/main" val="3613890024"/>
                    </a:ext>
                  </a:extLst>
                </a:gridCol>
                <a:gridCol w="337948">
                  <a:extLst>
                    <a:ext uri="{9D8B030D-6E8A-4147-A177-3AD203B41FA5}">
                      <a16:colId xmlns:a16="http://schemas.microsoft.com/office/drawing/2014/main" val="3471332156"/>
                    </a:ext>
                  </a:extLst>
                </a:gridCol>
                <a:gridCol w="337948">
                  <a:extLst>
                    <a:ext uri="{9D8B030D-6E8A-4147-A177-3AD203B41FA5}">
                      <a16:colId xmlns:a16="http://schemas.microsoft.com/office/drawing/2014/main" val="877817190"/>
                    </a:ext>
                  </a:extLst>
                </a:gridCol>
                <a:gridCol w="337948">
                  <a:extLst>
                    <a:ext uri="{9D8B030D-6E8A-4147-A177-3AD203B41FA5}">
                      <a16:colId xmlns:a16="http://schemas.microsoft.com/office/drawing/2014/main" val="3660531011"/>
                    </a:ext>
                  </a:extLst>
                </a:gridCol>
                <a:gridCol w="337948">
                  <a:extLst>
                    <a:ext uri="{9D8B030D-6E8A-4147-A177-3AD203B41FA5}">
                      <a16:colId xmlns:a16="http://schemas.microsoft.com/office/drawing/2014/main" val="303526998"/>
                    </a:ext>
                  </a:extLst>
                </a:gridCol>
                <a:gridCol w="337948">
                  <a:extLst>
                    <a:ext uri="{9D8B030D-6E8A-4147-A177-3AD203B41FA5}">
                      <a16:colId xmlns:a16="http://schemas.microsoft.com/office/drawing/2014/main" val="2251779116"/>
                    </a:ext>
                  </a:extLst>
                </a:gridCol>
                <a:gridCol w="337948">
                  <a:extLst>
                    <a:ext uri="{9D8B030D-6E8A-4147-A177-3AD203B41FA5}">
                      <a16:colId xmlns:a16="http://schemas.microsoft.com/office/drawing/2014/main" val="1740589837"/>
                    </a:ext>
                  </a:extLst>
                </a:gridCol>
                <a:gridCol w="337948">
                  <a:extLst>
                    <a:ext uri="{9D8B030D-6E8A-4147-A177-3AD203B41FA5}">
                      <a16:colId xmlns:a16="http://schemas.microsoft.com/office/drawing/2014/main" val="2607344353"/>
                    </a:ext>
                  </a:extLst>
                </a:gridCol>
                <a:gridCol w="337948">
                  <a:extLst>
                    <a:ext uri="{9D8B030D-6E8A-4147-A177-3AD203B41FA5}">
                      <a16:colId xmlns:a16="http://schemas.microsoft.com/office/drawing/2014/main" val="1373150164"/>
                    </a:ext>
                  </a:extLst>
                </a:gridCol>
              </a:tblGrid>
              <a:tr h="362857">
                <a:tc>
                  <a:txBody>
                    <a:bodyPr/>
                    <a:lstStyle/>
                    <a:p>
                      <a:endParaRPr lang="en-US" sz="1100">
                        <a:solidFill>
                          <a:schemeClr val="tx1"/>
                        </a:solidFill>
                      </a:endParaRPr>
                    </a:p>
                  </a:txBody>
                  <a:tcPr/>
                </a:tc>
                <a:tc gridSpan="2">
                  <a:txBody>
                    <a:bodyPr/>
                    <a:lstStyle/>
                    <a:p>
                      <a:r>
                        <a:rPr lang="en-US" sz="1400" b="1" dirty="0">
                          <a:solidFill>
                            <a:schemeClr val="tx1"/>
                          </a:solidFill>
                        </a:rPr>
                        <a:t>8.5</a:t>
                      </a:r>
                    </a:p>
                  </a:txBody>
                  <a:tcPr/>
                </a:tc>
                <a:tc hMerge="1">
                  <a:txBody>
                    <a:bodyPr/>
                    <a:lstStyle/>
                    <a:p>
                      <a:endParaRPr lang="en-US" sz="1100">
                        <a:solidFill>
                          <a:schemeClr val="tx1"/>
                        </a:solidFill>
                      </a:endParaRPr>
                    </a:p>
                  </a:txBody>
                  <a:tcPr/>
                </a:tc>
                <a:tc gridSpan="2">
                  <a:txBody>
                    <a:bodyPr/>
                    <a:lstStyle/>
                    <a:p>
                      <a:r>
                        <a:rPr lang="en-US" sz="1400" b="1" dirty="0">
                          <a:solidFill>
                            <a:schemeClr val="tx1"/>
                          </a:solidFill>
                        </a:rPr>
                        <a:t>8.65</a:t>
                      </a:r>
                    </a:p>
                  </a:txBody>
                  <a:tcPr/>
                </a:tc>
                <a:tc hMerge="1">
                  <a:txBody>
                    <a:bodyPr/>
                    <a:lstStyle/>
                    <a:p>
                      <a:endParaRPr lang="en-US" sz="1100">
                        <a:solidFill>
                          <a:schemeClr val="tx1"/>
                        </a:solidFill>
                      </a:endParaRPr>
                    </a:p>
                  </a:txBody>
                  <a:tcPr/>
                </a:tc>
                <a:tc gridSpan="2">
                  <a:txBody>
                    <a:bodyPr/>
                    <a:lstStyle/>
                    <a:p>
                      <a:r>
                        <a:rPr lang="en-US" sz="1400" b="1" dirty="0">
                          <a:solidFill>
                            <a:schemeClr val="tx1"/>
                          </a:solidFill>
                        </a:rPr>
                        <a:t>8.85</a:t>
                      </a:r>
                    </a:p>
                  </a:txBody>
                  <a:tcPr/>
                </a:tc>
                <a:tc hMerge="1">
                  <a:txBody>
                    <a:bodyPr/>
                    <a:lstStyle/>
                    <a:p>
                      <a:endParaRPr lang="en-US" sz="1100">
                        <a:solidFill>
                          <a:schemeClr val="tx1"/>
                        </a:solidFill>
                      </a:endParaRPr>
                    </a:p>
                  </a:txBody>
                  <a:tcPr/>
                </a:tc>
                <a:tc gridSpan="2">
                  <a:txBody>
                    <a:bodyPr/>
                    <a:lstStyle/>
                    <a:p>
                      <a:r>
                        <a:rPr lang="en-US" sz="1400" b="1" dirty="0">
                          <a:solidFill>
                            <a:schemeClr val="tx1"/>
                          </a:solidFill>
                        </a:rPr>
                        <a:t>9.2</a:t>
                      </a:r>
                    </a:p>
                  </a:txBody>
                  <a:tcPr/>
                </a:tc>
                <a:tc hMerge="1">
                  <a:txBody>
                    <a:bodyPr/>
                    <a:lstStyle/>
                    <a:p>
                      <a:endParaRPr lang="en-US" sz="1100">
                        <a:solidFill>
                          <a:schemeClr val="tx1"/>
                        </a:solidFill>
                      </a:endParaRPr>
                    </a:p>
                  </a:txBody>
                  <a:tcPr/>
                </a:tc>
                <a:tc gridSpan="2">
                  <a:txBody>
                    <a:bodyPr/>
                    <a:lstStyle/>
                    <a:p>
                      <a:r>
                        <a:rPr lang="en-US" sz="1400" b="1" dirty="0">
                          <a:solidFill>
                            <a:schemeClr val="tx1"/>
                          </a:solidFill>
                        </a:rPr>
                        <a:t>9.5</a:t>
                      </a:r>
                    </a:p>
                  </a:txBody>
                  <a:tcPr/>
                </a:tc>
                <a:tc hMerge="1">
                  <a:txBody>
                    <a:bodyPr/>
                    <a:lstStyle/>
                    <a:p>
                      <a:endParaRPr lang="en-US" sz="1100">
                        <a:solidFill>
                          <a:schemeClr val="tx1"/>
                        </a:solidFill>
                      </a:endParaRPr>
                    </a:p>
                  </a:txBody>
                  <a:tcPr/>
                </a:tc>
                <a:tc gridSpan="2">
                  <a:txBody>
                    <a:bodyPr/>
                    <a:lstStyle/>
                    <a:p>
                      <a:r>
                        <a:rPr lang="en-US" sz="1400" b="1" dirty="0">
                          <a:solidFill>
                            <a:schemeClr val="tx1"/>
                          </a:solidFill>
                        </a:rPr>
                        <a:t>9.9</a:t>
                      </a:r>
                    </a:p>
                  </a:txBody>
                  <a:tcPr/>
                </a:tc>
                <a:tc hMerge="1">
                  <a:txBody>
                    <a:bodyPr/>
                    <a:lstStyle/>
                    <a:p>
                      <a:endParaRPr lang="en-US" sz="1100">
                        <a:solidFill>
                          <a:schemeClr val="tx1"/>
                        </a:solidFill>
                      </a:endParaRPr>
                    </a:p>
                  </a:txBody>
                  <a:tcPr/>
                </a:tc>
                <a:tc gridSpan="2">
                  <a:txBody>
                    <a:bodyPr/>
                    <a:lstStyle/>
                    <a:p>
                      <a:r>
                        <a:rPr lang="en-US" sz="1400" b="1" dirty="0">
                          <a:solidFill>
                            <a:schemeClr val="tx1"/>
                          </a:solidFill>
                        </a:rPr>
                        <a:t>10</a:t>
                      </a:r>
                    </a:p>
                  </a:txBody>
                  <a:tcPr/>
                </a:tc>
                <a:tc hMerge="1">
                  <a:txBody>
                    <a:bodyPr/>
                    <a:lstStyle/>
                    <a:p>
                      <a:endParaRPr lang="en-US" sz="1100">
                        <a:solidFill>
                          <a:schemeClr val="tx1"/>
                        </a:solidFill>
                      </a:endParaRPr>
                    </a:p>
                  </a:txBody>
                  <a:tcPr/>
                </a:tc>
                <a:tc gridSpan="2">
                  <a:txBody>
                    <a:bodyPr/>
                    <a:lstStyle/>
                    <a:p>
                      <a:pPr lvl="0">
                        <a:buNone/>
                      </a:pPr>
                      <a:r>
                        <a:rPr lang="en-US" sz="1400" b="1" u="none" strike="noStrike" noProof="0" dirty="0">
                          <a:solidFill>
                            <a:schemeClr val="tx1"/>
                          </a:solidFill>
                        </a:rPr>
                        <a:t>10.4</a:t>
                      </a:r>
                    </a:p>
                  </a:txBody>
                  <a:tcPr/>
                </a:tc>
                <a:tc hMerge="1">
                  <a:txBody>
                    <a:bodyPr/>
                    <a:lstStyle/>
                    <a:p>
                      <a:pPr lvl="0">
                        <a:buNone/>
                      </a:pPr>
                      <a:endParaRPr lang="en-US" sz="1100">
                        <a:solidFill>
                          <a:schemeClr val="tx1"/>
                        </a:solidFill>
                      </a:endParaRPr>
                    </a:p>
                  </a:txBody>
                  <a:tcPr/>
                </a:tc>
                <a:tc gridSpan="2">
                  <a:txBody>
                    <a:bodyPr/>
                    <a:lstStyle/>
                    <a:p>
                      <a:pPr lvl="0">
                        <a:buNone/>
                      </a:pPr>
                      <a:r>
                        <a:rPr lang="en-US" sz="1400" b="1" dirty="0">
                          <a:solidFill>
                            <a:schemeClr val="tx1"/>
                          </a:solidFill>
                        </a:rPr>
                        <a:t>10.5</a:t>
                      </a:r>
                    </a:p>
                  </a:txBody>
                  <a:tcPr/>
                </a:tc>
                <a:tc hMerge="1">
                  <a:txBody>
                    <a:bodyPr/>
                    <a:lstStyle/>
                    <a:p>
                      <a:pPr lvl="0">
                        <a:buNone/>
                      </a:pPr>
                      <a:endParaRPr lang="en-US" sz="1100">
                        <a:solidFill>
                          <a:schemeClr val="tx1"/>
                        </a:solidFill>
                      </a:endParaRPr>
                    </a:p>
                  </a:txBody>
                  <a:tcPr/>
                </a:tc>
                <a:tc gridSpan="2">
                  <a:txBody>
                    <a:bodyPr/>
                    <a:lstStyle/>
                    <a:p>
                      <a:pPr lvl="0">
                        <a:buNone/>
                      </a:pPr>
                      <a:r>
                        <a:rPr lang="en-US" sz="1400" b="1" dirty="0">
                          <a:solidFill>
                            <a:schemeClr val="tx1"/>
                          </a:solidFill>
                        </a:rPr>
                        <a:t>10.6</a:t>
                      </a:r>
                    </a:p>
                  </a:txBody>
                  <a:tcPr/>
                </a:tc>
                <a:tc hMerge="1">
                  <a:txBody>
                    <a:bodyPr/>
                    <a:lstStyle/>
                    <a:p>
                      <a:endParaRPr lang="en-US"/>
                    </a:p>
                  </a:txBody>
                  <a:tcPr/>
                </a:tc>
                <a:tc gridSpan="2">
                  <a:txBody>
                    <a:bodyPr/>
                    <a:lstStyle/>
                    <a:p>
                      <a:pPr lvl="0">
                        <a:buNone/>
                      </a:pPr>
                      <a:r>
                        <a:rPr lang="en-US" sz="1400" b="1" dirty="0">
                          <a:solidFill>
                            <a:schemeClr val="tx1"/>
                          </a:solidFill>
                        </a:rPr>
                        <a:t>10.7</a:t>
                      </a:r>
                    </a:p>
                  </a:txBody>
                  <a:tcPr/>
                </a:tc>
                <a:tc hMerge="1">
                  <a:txBody>
                    <a:bodyPr/>
                    <a:lstStyle/>
                    <a:p>
                      <a:pPr lvl="0">
                        <a:buNone/>
                      </a:pPr>
                      <a:endParaRPr lang="en-US" sz="1100">
                        <a:solidFill>
                          <a:schemeClr val="tx1"/>
                        </a:solidFill>
                      </a:endParaRPr>
                    </a:p>
                  </a:txBody>
                  <a:tcPr/>
                </a:tc>
                <a:tc gridSpan="2">
                  <a:txBody>
                    <a:bodyPr/>
                    <a:lstStyle/>
                    <a:p>
                      <a:pPr lvl="0">
                        <a:buNone/>
                      </a:pPr>
                      <a:r>
                        <a:rPr lang="en-US" sz="1400" b="1" dirty="0">
                          <a:solidFill>
                            <a:schemeClr val="tx1"/>
                          </a:solidFill>
                        </a:rPr>
                        <a:t>11.2</a:t>
                      </a:r>
                    </a:p>
                  </a:txBody>
                  <a:tcPr/>
                </a:tc>
                <a:tc hMerge="1">
                  <a:txBody>
                    <a:bodyPr/>
                    <a:lstStyle/>
                    <a:p>
                      <a:pPr lvl="0">
                        <a:buNone/>
                      </a:pPr>
                      <a:endParaRPr lang="en-US" sz="1100">
                        <a:solidFill>
                          <a:schemeClr val="tx1"/>
                        </a:solidFill>
                      </a:endParaRPr>
                    </a:p>
                  </a:txBody>
                  <a:tcPr/>
                </a:tc>
                <a:tc gridSpan="2">
                  <a:txBody>
                    <a:bodyPr/>
                    <a:lstStyle/>
                    <a:p>
                      <a:pPr lvl="0">
                        <a:buNone/>
                      </a:pPr>
                      <a:r>
                        <a:rPr lang="en-US" sz="1400" b="1" dirty="0">
                          <a:solidFill>
                            <a:schemeClr val="tx1"/>
                          </a:solidFill>
                        </a:rPr>
                        <a:t>11.7</a:t>
                      </a:r>
                    </a:p>
                  </a:txBody>
                  <a:tcPr/>
                </a:tc>
                <a:tc hMerge="1">
                  <a:txBody>
                    <a:bodyPr/>
                    <a:lstStyle/>
                    <a:p>
                      <a:pPr lvl="0">
                        <a:buNone/>
                      </a:pPr>
                      <a:endParaRPr lang="en-US" sz="1100">
                        <a:solidFill>
                          <a:schemeClr val="tx1"/>
                        </a:solidFill>
                      </a:endParaRPr>
                    </a:p>
                  </a:txBody>
                  <a:tcPr/>
                </a:tc>
                <a:tc gridSpan="2">
                  <a:txBody>
                    <a:bodyPr/>
                    <a:lstStyle/>
                    <a:p>
                      <a:pPr lvl="0">
                        <a:buNone/>
                      </a:pPr>
                      <a:r>
                        <a:rPr lang="en-US" sz="1400" b="1" dirty="0">
                          <a:solidFill>
                            <a:schemeClr val="tx1"/>
                          </a:solidFill>
                        </a:rPr>
                        <a:t>12.1</a:t>
                      </a:r>
                    </a:p>
                  </a:txBody>
                  <a:tcPr/>
                </a:tc>
                <a:tc hMerge="1">
                  <a:txBody>
                    <a:bodyPr/>
                    <a:lstStyle/>
                    <a:p>
                      <a:pPr lvl="0">
                        <a:buNone/>
                      </a:pPr>
                      <a:endParaRPr lang="en-US" sz="1100">
                        <a:solidFill>
                          <a:schemeClr val="tx1"/>
                        </a:solidFill>
                      </a:endParaRPr>
                    </a:p>
                  </a:txBody>
                  <a:tcPr/>
                </a:tc>
                <a:tc gridSpan="2">
                  <a:txBody>
                    <a:bodyPr/>
                    <a:lstStyle/>
                    <a:p>
                      <a:pPr lvl="0">
                        <a:buNone/>
                      </a:pPr>
                      <a:r>
                        <a:rPr lang="en-US" sz="1400" b="1" dirty="0">
                          <a:solidFill>
                            <a:schemeClr val="tx1"/>
                          </a:solidFill>
                        </a:rPr>
                        <a:t>12.5</a:t>
                      </a:r>
                    </a:p>
                  </a:txBody>
                  <a:tcPr/>
                </a:tc>
                <a:tc hMerge="1">
                  <a:txBody>
                    <a:bodyPr/>
                    <a:lstStyle/>
                    <a:p>
                      <a:pPr lvl="0">
                        <a:buNone/>
                      </a:pPr>
                      <a:endParaRPr lang="en-US" sz="1100">
                        <a:solidFill>
                          <a:schemeClr val="tx1"/>
                        </a:solidFill>
                      </a:endParaRPr>
                    </a:p>
                  </a:txBody>
                  <a:tcPr/>
                </a:tc>
                <a:tc gridSpan="2">
                  <a:txBody>
                    <a:bodyPr/>
                    <a:lstStyle/>
                    <a:p>
                      <a:pPr lvl="0">
                        <a:buNone/>
                      </a:pPr>
                      <a:r>
                        <a:rPr lang="en-US" sz="1400" b="1" dirty="0">
                          <a:solidFill>
                            <a:schemeClr val="tx1"/>
                          </a:solidFill>
                        </a:rPr>
                        <a:t>12.75</a:t>
                      </a:r>
                    </a:p>
                  </a:txBody>
                  <a:tcPr/>
                </a:tc>
                <a:tc hMerge="1">
                  <a:txBody>
                    <a:bodyPr/>
                    <a:lstStyle/>
                    <a:p>
                      <a:pPr lvl="0">
                        <a:buNone/>
                      </a:pPr>
                      <a:endParaRPr lang="en-US" sz="1100">
                        <a:solidFill>
                          <a:schemeClr val="tx1"/>
                        </a:solidFill>
                      </a:endParaRPr>
                    </a:p>
                  </a:txBody>
                  <a:tcPr/>
                </a:tc>
                <a:tc gridSpan="2">
                  <a:txBody>
                    <a:bodyPr/>
                    <a:lstStyle/>
                    <a:p>
                      <a:pPr lvl="0">
                        <a:buNone/>
                      </a:pPr>
                      <a:r>
                        <a:rPr lang="en-US" sz="1400" b="1" dirty="0">
                          <a:solidFill>
                            <a:schemeClr val="tx1"/>
                          </a:solidFill>
                        </a:rPr>
                        <a:t>13.4</a:t>
                      </a:r>
                      <a:endParaRPr lang="en-US" dirty="0"/>
                    </a:p>
                  </a:txBody>
                  <a:tcPr/>
                </a:tc>
                <a:tc hMerge="1">
                  <a:txBody>
                    <a:bodyPr/>
                    <a:lstStyle/>
                    <a:p>
                      <a:endParaRPr lang="en-US" sz="1100">
                        <a:solidFill>
                          <a:schemeClr val="tx1"/>
                        </a:solidFill>
                      </a:endParaRPr>
                    </a:p>
                  </a:txBody>
                  <a:tcPr/>
                </a:tc>
                <a:extLst>
                  <a:ext uri="{0D108BD9-81ED-4DB2-BD59-A6C34878D82A}">
                    <a16:rowId xmlns:a16="http://schemas.microsoft.com/office/drawing/2014/main" val="890178958"/>
                  </a:ext>
                </a:extLst>
              </a:tr>
              <a:tr h="284479">
                <a:tc>
                  <a:txBody>
                    <a:bodyPr/>
                    <a:lstStyle/>
                    <a:p>
                      <a:pPr lvl="0">
                        <a:buNone/>
                      </a:pPr>
                      <a:r>
                        <a:rPr lang="en-US" sz="1100" dirty="0">
                          <a:solidFill>
                            <a:schemeClr val="bg1"/>
                          </a:solidFill>
                        </a:rPr>
                        <a:t>N</a:t>
                      </a:r>
                    </a:p>
                  </a:txBody>
                  <a:tcPr>
                    <a:solidFill>
                      <a:schemeClr val="accent6">
                        <a:lumMod val="75000"/>
                      </a:schemeClr>
                    </a:solidFill>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solidFill>
                      <a:schemeClr val="bg1"/>
                    </a:solidFill>
                  </a:tcPr>
                </a:tc>
                <a:tc>
                  <a:txBody>
                    <a:bodyPr/>
                    <a:lstStyle/>
                    <a:p>
                      <a:pPr lvl="0" algn="ctr">
                        <a:buNone/>
                      </a:pPr>
                      <a:endParaRPr lang="en-US" sz="1200" b="1">
                        <a:solidFill>
                          <a:schemeClr val="tx1"/>
                        </a:solidFill>
                      </a:endParaRPr>
                    </a:p>
                  </a:txBody>
                  <a:tcPr>
                    <a:solidFill>
                      <a:schemeClr val="bg1"/>
                    </a:solidFill>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gridSpan="2">
                  <a:txBody>
                    <a:bodyPr/>
                    <a:lstStyle/>
                    <a:p>
                      <a:pPr lvl="0" algn="ctr">
                        <a:buNone/>
                      </a:pPr>
                      <a:r>
                        <a:rPr lang="en-US" sz="1200" b="1" dirty="0">
                          <a:solidFill>
                            <a:schemeClr val="tx1"/>
                          </a:solidFill>
                        </a:rPr>
                        <a:t>FS</a:t>
                      </a:r>
                    </a:p>
                  </a:txBody>
                  <a:tcPr>
                    <a:solidFill>
                      <a:schemeClr val="accent5">
                        <a:lumMod val="40000"/>
                        <a:lumOff val="60000"/>
                      </a:schemeClr>
                    </a:solidFill>
                  </a:tcPr>
                </a:tc>
                <a:tc hMerge="1">
                  <a:txBody>
                    <a:bodyPr/>
                    <a:lstStyle/>
                    <a:p>
                      <a:endParaRPr lang="en-US"/>
                    </a:p>
                  </a:txBody>
                  <a:tcPr/>
                </a:tc>
                <a:tc>
                  <a:txBody>
                    <a:bodyPr/>
                    <a:lstStyle/>
                    <a:p>
                      <a:pPr lvl="0" algn="ctr">
                        <a:buNone/>
                      </a:pPr>
                      <a:endParaRPr lang="en-US" sz="1200" b="1">
                        <a:solidFill>
                          <a:schemeClr val="tx1"/>
                        </a:solidFill>
                      </a:endParaRPr>
                    </a:p>
                  </a:txBody>
                  <a:tcPr/>
                </a:tc>
                <a:tc gridSpan="4">
                  <a:txBody>
                    <a:bodyPr/>
                    <a:lstStyle/>
                    <a:p>
                      <a:pPr lvl="0" algn="ctr">
                        <a:buNone/>
                      </a:pPr>
                      <a:r>
                        <a:rPr lang="en-US" sz="1200" b="1" dirty="0">
                          <a:solidFill>
                            <a:schemeClr val="tx1"/>
                          </a:solidFill>
                        </a:rPr>
                        <a:t>Fixed (FS)</a:t>
                      </a:r>
                    </a:p>
                  </a:txBody>
                  <a:tcPr>
                    <a:solidFill>
                      <a:schemeClr val="accent5">
                        <a:lumMod val="40000"/>
                        <a:lumOff val="6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gridSpan="4">
                  <a:txBody>
                    <a:bodyPr/>
                    <a:lstStyle/>
                    <a:p>
                      <a:pPr lvl="0" algn="ctr">
                        <a:buNone/>
                      </a:pPr>
                      <a:r>
                        <a:rPr lang="en-US" sz="1200" b="1" dirty="0">
                          <a:solidFill>
                            <a:schemeClr val="tx1"/>
                          </a:solidFill>
                        </a:rPr>
                        <a:t>Fixed (FS)</a:t>
                      </a:r>
                    </a:p>
                  </a:txBody>
                  <a:tcPr>
                    <a:solidFill>
                      <a:schemeClr val="accent5">
                        <a:lumMod val="40000"/>
                        <a:lumOff val="6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extLst>
                  <a:ext uri="{0D108BD9-81ED-4DB2-BD59-A6C34878D82A}">
                    <a16:rowId xmlns:a16="http://schemas.microsoft.com/office/drawing/2014/main" val="980874533"/>
                  </a:ext>
                </a:extLst>
              </a:tr>
              <a:tr h="451241">
                <a:tc>
                  <a:txBody>
                    <a:bodyPr/>
                    <a:lstStyle/>
                    <a:p>
                      <a:r>
                        <a:rPr lang="en-US" sz="1100" dirty="0">
                          <a:solidFill>
                            <a:schemeClr val="bg1"/>
                          </a:solidFill>
                        </a:rPr>
                        <a:t>N</a:t>
                      </a:r>
                    </a:p>
                  </a:txBody>
                  <a:tcPr>
                    <a:solidFill>
                      <a:schemeClr val="accent6">
                        <a:lumMod val="75000"/>
                      </a:schemeClr>
                    </a:solidFill>
                  </a:tcPr>
                </a:tc>
                <a:tc>
                  <a:txBody>
                    <a:bodyPr/>
                    <a:lstStyle/>
                    <a:p>
                      <a:pPr algn="ctr"/>
                      <a:endParaRPr lang="en-US" sz="1200" b="1">
                        <a:solidFill>
                          <a:schemeClr val="tx1"/>
                        </a:solidFill>
                      </a:endParaRPr>
                    </a:p>
                  </a:txBody>
                  <a:tcPr/>
                </a:tc>
                <a:tc>
                  <a:txBody>
                    <a:bodyPr/>
                    <a:lstStyle/>
                    <a:p>
                      <a:pPr lvl="0" algn="ctr">
                        <a:buNone/>
                      </a:pPr>
                      <a:endParaRPr lang="en-US" sz="1200" b="1">
                        <a:solidFill>
                          <a:schemeClr val="tx1"/>
                        </a:solidFill>
                      </a:endParaRPr>
                    </a:p>
                  </a:txBody>
                  <a:tcPr>
                    <a:solidFill>
                      <a:schemeClr val="accent3">
                        <a:lumMod val="20000"/>
                        <a:lumOff val="80000"/>
                      </a:schemeClr>
                    </a:solidFill>
                  </a:tcPr>
                </a:tc>
                <a:tc>
                  <a:txBody>
                    <a:bodyPr/>
                    <a:lstStyle/>
                    <a:p>
                      <a:pPr algn="ct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algn="ct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algn="ctr"/>
                      <a:endParaRPr lang="en-US" sz="1200" b="1">
                        <a:solidFill>
                          <a:schemeClr val="tx1"/>
                        </a:solidFill>
                      </a:endParaRPr>
                    </a:p>
                  </a:txBody>
                  <a:tcPr/>
                </a:tc>
                <a:tc gridSpan="3">
                  <a:txBody>
                    <a:bodyPr/>
                    <a:lstStyle/>
                    <a:p>
                      <a:pPr lvl="0" algn="ctr">
                        <a:buNone/>
                      </a:pPr>
                      <a:r>
                        <a:rPr lang="en-US" sz="1200" b="1" i="0" u="none" strike="noStrike" noProof="0" dirty="0">
                          <a:solidFill>
                            <a:schemeClr val="tx1"/>
                          </a:solidFill>
                          <a:latin typeface="Aptos"/>
                        </a:rPr>
                        <a:t>EESS</a:t>
                      </a:r>
                      <a:endParaRPr lang="en-US" dirty="0"/>
                    </a:p>
                  </a:txBody>
                  <a:tcPr>
                    <a:solidFill>
                      <a:schemeClr val="accent3">
                        <a:lumMod val="20000"/>
                        <a:lumOff val="80000"/>
                      </a:schemeClr>
                    </a:solidFill>
                  </a:tcPr>
                </a:tc>
                <a:tc hMerge="1">
                  <a:txBody>
                    <a:bodyPr/>
                    <a:lstStyle/>
                    <a:p>
                      <a:endParaRPr lang="en-US"/>
                    </a:p>
                  </a:txBody>
                  <a:tcPr/>
                </a:tc>
                <a:tc hMerge="1">
                  <a:txBody>
                    <a:bodyPr/>
                    <a:lstStyle/>
                    <a:p>
                      <a:endParaRPr lang="en-US"/>
                    </a:p>
                  </a:txBody>
                  <a:tcPr/>
                </a:tc>
                <a:tc>
                  <a:txBody>
                    <a:bodyPr/>
                    <a:lstStyle/>
                    <a:p>
                      <a:pPr algn="ct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algn="ctr"/>
                      <a:endParaRPr lang="en-US" sz="1200" b="1">
                        <a:solidFill>
                          <a:schemeClr val="tx1"/>
                        </a:solidFill>
                      </a:endParaRPr>
                    </a:p>
                  </a:txBody>
                  <a:tcPr>
                    <a:solidFill>
                      <a:schemeClr val="bg1"/>
                    </a:solidFill>
                  </a:tcPr>
                </a:tc>
                <a:tc>
                  <a:txBody>
                    <a:bodyPr/>
                    <a:lstStyle/>
                    <a:p>
                      <a:pPr lvl="0" algn="ctr">
                        <a:buNone/>
                      </a:pPr>
                      <a:endParaRPr lang="en-US" sz="1200" b="1">
                        <a:solidFill>
                          <a:schemeClr val="tx1"/>
                        </a:solidFill>
                      </a:endParaRPr>
                    </a:p>
                  </a:txBody>
                  <a:tcPr>
                    <a:solidFill>
                      <a:schemeClr val="bg1"/>
                    </a:solidFill>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gridSpan="2">
                  <a:txBody>
                    <a:bodyPr/>
                    <a:lstStyle/>
                    <a:p>
                      <a:pPr lvl="0" algn="ctr">
                        <a:buNone/>
                      </a:pPr>
                      <a:r>
                        <a:rPr lang="en-US" sz="1200" b="1" i="0" u="none" strike="noStrike" noProof="0" dirty="0">
                          <a:solidFill>
                            <a:schemeClr val="tx1"/>
                          </a:solidFill>
                          <a:latin typeface="Aptos"/>
                        </a:rPr>
                        <a:t>EESS</a:t>
                      </a:r>
                      <a:endParaRPr lang="en-US" dirty="0"/>
                    </a:p>
                  </a:txBody>
                  <a:tcPr>
                    <a:solidFill>
                      <a:schemeClr val="accent3">
                        <a:lumMod val="20000"/>
                        <a:lumOff val="80000"/>
                      </a:schemeClr>
                    </a:solidFill>
                  </a:tcPr>
                </a:tc>
                <a:tc hMerge="1">
                  <a:txBody>
                    <a:bodyPr/>
                    <a:lstStyle/>
                    <a:p>
                      <a:endParaRPr lang="en-US"/>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gridSpan="2">
                  <a:txBody>
                    <a:bodyPr/>
                    <a:lstStyle/>
                    <a:p>
                      <a:pPr lvl="0" algn="ctr">
                        <a:buNone/>
                      </a:pPr>
                      <a:r>
                        <a:rPr lang="en-US" sz="1200" b="1" i="0" u="none" strike="noStrike" noProof="0" dirty="0">
                          <a:solidFill>
                            <a:schemeClr val="tx1"/>
                          </a:solidFill>
                          <a:latin typeface="Aptos"/>
                        </a:rPr>
                        <a:t>BSS</a:t>
                      </a:r>
                      <a:endParaRPr lang="en-US" dirty="0"/>
                    </a:p>
                  </a:txBody>
                  <a:tcPr>
                    <a:solidFill>
                      <a:schemeClr val="accent1">
                        <a:lumMod val="20000"/>
                        <a:lumOff val="80000"/>
                      </a:schemeClr>
                    </a:solidFill>
                  </a:tcPr>
                </a:tc>
                <a:tc hMerge="1">
                  <a:txBody>
                    <a:bodyPr/>
                    <a:lstStyle/>
                    <a:p>
                      <a:endParaRPr lang="en-US"/>
                    </a:p>
                  </a:txBody>
                  <a:tcPr/>
                </a:tc>
                <a:tc gridSpan="2">
                  <a:txBody>
                    <a:bodyPr/>
                    <a:lstStyle/>
                    <a:p>
                      <a:pPr lvl="0" algn="ctr">
                        <a:buNone/>
                      </a:pPr>
                      <a:r>
                        <a:rPr lang="en-US" sz="1200" b="1" i="0" u="none" strike="noStrike" noProof="0" dirty="0">
                          <a:solidFill>
                            <a:schemeClr val="tx1"/>
                          </a:solidFill>
                          <a:latin typeface="Aptos"/>
                        </a:rPr>
                        <a:t>Mobile(MS)</a:t>
                      </a:r>
                      <a:endParaRPr lang="en-US" b="1" dirty="0"/>
                    </a:p>
                  </a:txBody>
                  <a:tcPr>
                    <a:solidFill>
                      <a:srgbClr val="F5DCF2"/>
                    </a:solidFill>
                  </a:tcPr>
                </a:tc>
                <a:tc hMerge="1">
                  <a:txBody>
                    <a:bodyPr/>
                    <a:lstStyle/>
                    <a:p>
                      <a:endParaRPr lang="en-US"/>
                    </a:p>
                  </a:txBody>
                  <a:tcPr/>
                </a:tc>
                <a:tc gridSpan="3">
                  <a:txBody>
                    <a:bodyPr/>
                    <a:lstStyle/>
                    <a:p>
                      <a:pPr lvl="0" algn="ctr">
                        <a:buNone/>
                      </a:pPr>
                      <a:r>
                        <a:rPr lang="en-US" sz="1200" b="1" i="0" u="none" strike="noStrike" noProof="0" dirty="0">
                          <a:solidFill>
                            <a:schemeClr val="tx1"/>
                          </a:solidFill>
                          <a:latin typeface="Aptos"/>
                        </a:rPr>
                        <a:t>EESS</a:t>
                      </a:r>
                      <a:endParaRPr lang="en-US" dirty="0"/>
                    </a:p>
                  </a:txBody>
                  <a:tcPr>
                    <a:solidFill>
                      <a:schemeClr val="accent3">
                        <a:lumMod val="20000"/>
                        <a:lumOff val="80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82709007"/>
                  </a:ext>
                </a:extLst>
              </a:tr>
              <a:tr h="284479">
                <a:tc>
                  <a:txBody>
                    <a:bodyPr/>
                    <a:lstStyle/>
                    <a:p>
                      <a:pPr lvl="0">
                        <a:buNone/>
                      </a:pPr>
                      <a:endParaRPr lang="en-US" sz="1100">
                        <a:solidFill>
                          <a:schemeClr val="bg1"/>
                        </a:solidFill>
                      </a:endParaRPr>
                    </a:p>
                  </a:txBody>
                  <a:tcPr>
                    <a:solidFill>
                      <a:schemeClr val="tx1"/>
                    </a:solidFill>
                  </a:tcPr>
                </a:tc>
                <a:tc gridSpan="17">
                  <a:txBody>
                    <a:bodyPr/>
                    <a:lstStyle/>
                    <a:p>
                      <a:pPr lvl="0" algn="ctr">
                        <a:buNone/>
                      </a:pPr>
                      <a:r>
                        <a:rPr lang="en-US" sz="1200" b="1" i="0" u="none" strike="noStrike" noProof="0" dirty="0">
                          <a:solidFill>
                            <a:schemeClr val="tx1"/>
                          </a:solidFill>
                          <a:latin typeface="Aptos"/>
                        </a:rPr>
                        <a:t>Radiolocation (RLS)</a:t>
                      </a:r>
                      <a:endParaRPr lang="en-US" dirty="0"/>
                    </a:p>
                  </a:txBody>
                  <a:tcPr>
                    <a:solidFill>
                      <a:schemeClr val="accent1">
                        <a:lumMod val="40000"/>
                        <a:lumOff val="6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solidFill>
                      <a:schemeClr val="bg1"/>
                    </a:solidFill>
                  </a:tcPr>
                </a:tc>
                <a:tc hMerge="1">
                  <a:txBody>
                    <a:bodyPr/>
                    <a:lstStyle/>
                    <a:p>
                      <a:endParaRPr lang="en-US"/>
                    </a:p>
                  </a:txBody>
                  <a:tcPr>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6">
                  <a:txBody>
                    <a:bodyPr/>
                    <a:lstStyle/>
                    <a:p>
                      <a:pPr lvl="0" algn="ctr">
                        <a:buNone/>
                      </a:pPr>
                      <a:endParaRPr lang="en-US" sz="1200" b="1" dirty="0">
                        <a:solidFill>
                          <a:schemeClr val="tx1"/>
                        </a:solidFill>
                      </a:endParaRPr>
                    </a:p>
                  </a:txBody>
                  <a:tcPr>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gridSpan="2">
                  <a:txBody>
                    <a:bodyPr/>
                    <a:lstStyle/>
                    <a:p>
                      <a:pPr lvl="0" algn="ctr">
                        <a:buNone/>
                      </a:pPr>
                      <a:endParaRPr lang="en-US" sz="1200" b="1" i="0" u="none" strike="noStrike" noProof="0">
                        <a:solidFill>
                          <a:schemeClr val="tx1"/>
                        </a:solidFill>
                        <a:latin typeface="Aptos"/>
                      </a:endParaRPr>
                    </a:p>
                  </a:txBody>
                  <a:tcPr>
                    <a:solidFill>
                      <a:schemeClr val="bg1"/>
                    </a:solidFill>
                  </a:tcPr>
                </a:tc>
                <a:tc hMerge="1">
                  <a:txBody>
                    <a:bodyPr/>
                    <a:lstStyle/>
                    <a:p>
                      <a:endParaRPr lang="en-US"/>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extLst>
                  <a:ext uri="{0D108BD9-81ED-4DB2-BD59-A6C34878D82A}">
                    <a16:rowId xmlns:a16="http://schemas.microsoft.com/office/drawing/2014/main" val="3171855839"/>
                  </a:ext>
                </a:extLst>
              </a:tr>
              <a:tr h="284479">
                <a:tc>
                  <a:txBody>
                    <a:bodyPr/>
                    <a:lstStyle/>
                    <a:p>
                      <a:pPr lvl="0">
                        <a:buNone/>
                      </a:pPr>
                      <a:endParaRPr lang="en-US" sz="1100">
                        <a:solidFill>
                          <a:schemeClr val="bg1"/>
                        </a:solidFill>
                      </a:endParaRPr>
                    </a:p>
                  </a:txBody>
                  <a:tcPr>
                    <a:solidFill>
                      <a:schemeClr val="accent6">
                        <a:lumMod val="75000"/>
                      </a:schemeClr>
                    </a:solidFill>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solidFill>
                      <a:schemeClr val="bg1"/>
                    </a:solidFill>
                  </a:tcPr>
                </a:tc>
                <a:tc>
                  <a:txBody>
                    <a:bodyPr/>
                    <a:lstStyle/>
                    <a:p>
                      <a:pPr lvl="0" algn="ctr">
                        <a:buNone/>
                      </a:pPr>
                      <a:endParaRPr lang="en-US" sz="1200" b="1">
                        <a:solidFill>
                          <a:schemeClr val="tx1"/>
                        </a:solidFill>
                      </a:endParaRPr>
                    </a:p>
                  </a:txBody>
                  <a:tcPr>
                    <a:solidFill>
                      <a:schemeClr val="bg1"/>
                    </a:solidFill>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gridSpan="7">
                  <a:txBody>
                    <a:bodyPr/>
                    <a:lstStyle/>
                    <a:p>
                      <a:pPr lvl="0" algn="ctr">
                        <a:buNone/>
                      </a:pPr>
                      <a:r>
                        <a:rPr lang="en-US" sz="1200" b="1" dirty="0">
                          <a:solidFill>
                            <a:schemeClr val="tx1"/>
                          </a:solidFill>
                        </a:rPr>
                        <a:t>FSS</a:t>
                      </a:r>
                    </a:p>
                  </a:txBody>
                  <a:tcPr>
                    <a:solidFill>
                      <a:schemeClr val="accent6">
                        <a:lumMod val="20000"/>
                        <a:lumOff val="8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gridSpan="2">
                  <a:txBody>
                    <a:bodyPr/>
                    <a:lstStyle/>
                    <a:p>
                      <a:pPr lvl="0" algn="ctr">
                        <a:buNone/>
                      </a:pPr>
                      <a:r>
                        <a:rPr lang="en-US" sz="1200" b="1" i="0" u="none" strike="noStrike" noProof="0" dirty="0">
                          <a:solidFill>
                            <a:schemeClr val="tx1"/>
                          </a:solidFill>
                          <a:latin typeface="Aptos"/>
                        </a:rPr>
                        <a:t>FSS</a:t>
                      </a:r>
                    </a:p>
                  </a:txBody>
                  <a:tcPr>
                    <a:solidFill>
                      <a:schemeClr val="accent6">
                        <a:lumMod val="20000"/>
                        <a:lumOff val="80000"/>
                      </a:schemeClr>
                    </a:solidFill>
                  </a:tcPr>
                </a:tc>
                <a:tc hMerge="1">
                  <a:txBody>
                    <a:bodyPr/>
                    <a:lstStyle/>
                    <a:p>
                      <a:endParaRPr lang="en-US"/>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extLst>
                  <a:ext uri="{0D108BD9-81ED-4DB2-BD59-A6C34878D82A}">
                    <a16:rowId xmlns:a16="http://schemas.microsoft.com/office/drawing/2014/main" val="2725513816"/>
                  </a:ext>
                </a:extLst>
              </a:tr>
              <a:tr h="284479">
                <a:tc>
                  <a:txBody>
                    <a:bodyPr/>
                    <a:lstStyle/>
                    <a:p>
                      <a:pPr lvl="0">
                        <a:buNone/>
                      </a:pPr>
                      <a:endParaRPr lang="en-US" sz="1100">
                        <a:solidFill>
                          <a:schemeClr val="bg1"/>
                        </a:solidFill>
                      </a:endParaRPr>
                    </a:p>
                  </a:txBody>
                  <a:tcPr>
                    <a:solidFill>
                      <a:schemeClr val="tx1"/>
                    </a:solidFill>
                  </a:tcPr>
                </a:tc>
                <a:tc>
                  <a:txBody>
                    <a:bodyPr/>
                    <a:lstStyle/>
                    <a:p>
                      <a:pPr lvl="0" algn="ctr">
                        <a:buNone/>
                      </a:pPr>
                      <a:endParaRPr lang="en-US" sz="1200" b="1">
                        <a:solidFill>
                          <a:schemeClr val="tx1"/>
                        </a:solidFill>
                      </a:endParaRPr>
                    </a:p>
                  </a:txBody>
                  <a:tcPr/>
                </a:tc>
                <a:tc>
                  <a:txBody>
                    <a:bodyPr/>
                    <a:lstStyle/>
                    <a:p>
                      <a:pPr lvl="0" algn="ctr">
                        <a:buNone/>
                      </a:pPr>
                      <a:endParaRPr lang="en-US" sz="1200" b="1" i="0" u="none" strike="noStrike" noProof="0">
                        <a:solidFill>
                          <a:schemeClr val="tx1"/>
                        </a:solidFill>
                        <a:latin typeface="Aptos"/>
                      </a:endParaRPr>
                    </a:p>
                  </a:txBody>
                  <a:tcPr>
                    <a:solidFill>
                      <a:schemeClr val="bg2">
                        <a:lumMod val="90000"/>
                      </a:schemeClr>
                    </a:solidFill>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gridSpan="3">
                  <a:txBody>
                    <a:bodyPr/>
                    <a:lstStyle/>
                    <a:p>
                      <a:pPr lvl="0" algn="ctr">
                        <a:buNone/>
                      </a:pPr>
                      <a:r>
                        <a:rPr lang="en-US" sz="1200" b="1" dirty="0">
                          <a:solidFill>
                            <a:schemeClr val="tx1"/>
                          </a:solidFill>
                        </a:rPr>
                        <a:t>SRS</a:t>
                      </a:r>
                    </a:p>
                  </a:txBody>
                  <a:tcPr>
                    <a:solidFill>
                      <a:schemeClr val="bg2">
                        <a:lumMod val="90000"/>
                      </a:schemeClr>
                    </a:solidFill>
                  </a:tcPr>
                </a:tc>
                <a:tc hMerge="1">
                  <a:txBody>
                    <a:bodyPr/>
                    <a:lstStyle/>
                    <a:p>
                      <a:endParaRPr lang="en-US"/>
                    </a:p>
                  </a:txBody>
                  <a:tcPr/>
                </a:tc>
                <a:tc hMerge="1">
                  <a:txBody>
                    <a:bodyPr/>
                    <a:lstStyle/>
                    <a:p>
                      <a:endParaRPr lang="en-US"/>
                    </a:p>
                  </a:txBody>
                  <a:tcPr/>
                </a:tc>
                <a:tc gridSpan="5">
                  <a:txBody>
                    <a:bodyPr/>
                    <a:lstStyle/>
                    <a:p>
                      <a:pPr lvl="0" algn="ctr">
                        <a:buNone/>
                      </a:pPr>
                      <a:r>
                        <a:rPr lang="en-US" sz="1200" b="1" err="1">
                          <a:solidFill>
                            <a:schemeClr val="tx1"/>
                          </a:solidFill>
                        </a:rPr>
                        <a:t>MetSat</a:t>
                      </a:r>
                      <a:endParaRPr lang="en-US" sz="1200" b="1" dirty="0" err="1">
                        <a:solidFill>
                          <a:schemeClr val="tx1"/>
                        </a:solidFill>
                      </a:endParaRPr>
                    </a:p>
                  </a:txBody>
                  <a:tcPr>
                    <a:solidFill>
                      <a:srgbClr val="FFFF00"/>
                    </a:solidFill>
                  </a:tcPr>
                </a:tc>
                <a:tc hMerge="1">
                  <a:txBody>
                    <a:bodyPr/>
                    <a:lstStyle/>
                    <a:p>
                      <a:endParaRPr lang="en-US"/>
                    </a:p>
                  </a:txBody>
                  <a:tcPr/>
                </a:tc>
                <a:tc hMerge="1">
                  <a:txBody>
                    <a:bodyPr/>
                    <a:lstStyle/>
                    <a:p>
                      <a:endParaRPr lang="en-US"/>
                    </a:p>
                  </a:txBody>
                  <a:tcPr>
                    <a:solidFill>
                      <a:schemeClr val="bg1"/>
                    </a:solidFill>
                  </a:tcPr>
                </a:tc>
                <a:tc hMerge="1">
                  <a:txBody>
                    <a:bodyPr/>
                    <a:lstStyle/>
                    <a:p>
                      <a:endParaRPr lang="en-US"/>
                    </a:p>
                  </a:txBody>
                  <a:tcPr>
                    <a:solidFill>
                      <a:schemeClr val="bg1"/>
                    </a:solidFill>
                  </a:tcPr>
                </a:tc>
                <a:tc hMerge="1">
                  <a:txBody>
                    <a:bodyPr/>
                    <a:lstStyle/>
                    <a:p>
                      <a:endParaRPr lang="en-US"/>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gridSpan="2">
                  <a:txBody>
                    <a:bodyPr/>
                    <a:lstStyle/>
                    <a:p>
                      <a:pPr lvl="0" algn="ctr">
                        <a:buNone/>
                      </a:pPr>
                      <a:r>
                        <a:rPr lang="en-US" sz="1200" b="1" dirty="0">
                          <a:solidFill>
                            <a:schemeClr val="tx1"/>
                          </a:solidFill>
                        </a:rPr>
                        <a:t>SRS</a:t>
                      </a:r>
                    </a:p>
                  </a:txBody>
                  <a:tcPr>
                    <a:solidFill>
                      <a:schemeClr val="bg2">
                        <a:lumMod val="90000"/>
                      </a:schemeClr>
                    </a:solidFill>
                  </a:tcPr>
                </a:tc>
                <a:tc hMerge="1">
                  <a:txBody>
                    <a:bodyPr/>
                    <a:lstStyle/>
                    <a:p>
                      <a:endParaRPr lang="en-US"/>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gridSpan="2">
                  <a:txBody>
                    <a:bodyPr/>
                    <a:lstStyle/>
                    <a:p>
                      <a:pPr lvl="0" algn="ctr">
                        <a:buNone/>
                      </a:pPr>
                      <a:endParaRPr lang="en-US" sz="1200" b="1" i="0" u="none" strike="noStrike" noProof="0">
                        <a:solidFill>
                          <a:schemeClr val="tx1"/>
                        </a:solidFill>
                        <a:latin typeface="Aptos"/>
                      </a:endParaRPr>
                    </a:p>
                  </a:txBody>
                  <a:tcPr>
                    <a:solidFill>
                      <a:schemeClr val="bg1"/>
                    </a:solidFill>
                  </a:tcPr>
                </a:tc>
                <a:tc hMerge="1">
                  <a:txBody>
                    <a:bodyPr/>
                    <a:lstStyle/>
                    <a:p>
                      <a:endParaRPr lang="en-US"/>
                    </a:p>
                  </a:txBody>
                  <a:tcPr/>
                </a:tc>
                <a:tc gridSpan="3">
                  <a:txBody>
                    <a:bodyPr/>
                    <a:lstStyle/>
                    <a:p>
                      <a:pPr lvl="0" algn="ctr">
                        <a:buNone/>
                      </a:pPr>
                      <a:r>
                        <a:rPr lang="en-US" sz="1200" b="1" dirty="0">
                          <a:solidFill>
                            <a:schemeClr val="tx1"/>
                          </a:solidFill>
                        </a:rPr>
                        <a:t>SRS</a:t>
                      </a:r>
                    </a:p>
                  </a:txBody>
                  <a:tcPr>
                    <a:solidFill>
                      <a:schemeClr val="bg2">
                        <a:lumMod val="90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94391707"/>
                  </a:ext>
                </a:extLst>
              </a:tr>
              <a:tr h="453081">
                <a:tc>
                  <a:txBody>
                    <a:bodyPr/>
                    <a:lstStyle/>
                    <a:p>
                      <a:pPr lvl="0">
                        <a:buNone/>
                      </a:pPr>
                      <a:endParaRPr lang="en-US" sz="1100">
                        <a:solidFill>
                          <a:schemeClr val="bg1"/>
                        </a:solidFill>
                      </a:endParaRPr>
                    </a:p>
                  </a:txBody>
                  <a:tcPr>
                    <a:solidFill>
                      <a:schemeClr val="tx1"/>
                    </a:solidFill>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r>
                        <a:rPr lang="en-US" sz="1200" b="1" dirty="0">
                          <a:solidFill>
                            <a:schemeClr val="tx1"/>
                          </a:solidFill>
                        </a:rPr>
                        <a:t>AR</a:t>
                      </a:r>
                    </a:p>
                  </a:txBody>
                  <a:tcPr>
                    <a:solidFill>
                      <a:srgbClr val="7030A0">
                        <a:alpha val="43000"/>
                      </a:srgbClr>
                    </a:solidFill>
                  </a:tcPr>
                </a:tc>
                <a:tc>
                  <a:txBody>
                    <a:bodyPr/>
                    <a:lstStyle/>
                    <a:p>
                      <a:pPr lvl="0" algn="ctr">
                        <a:buNone/>
                      </a:pPr>
                      <a:endParaRPr lang="en-US" sz="1200" b="1">
                        <a:solidFill>
                          <a:schemeClr val="tx1"/>
                        </a:solidFill>
                      </a:endParaRPr>
                    </a:p>
                  </a:txBody>
                  <a:tcPr/>
                </a:tc>
                <a:tc>
                  <a:txBody>
                    <a:bodyPr/>
                    <a:lstStyle/>
                    <a:p>
                      <a:pPr lvl="0" algn="ctr">
                        <a:buNone/>
                      </a:pPr>
                      <a:r>
                        <a:rPr lang="en-US" sz="1200" b="1" dirty="0">
                          <a:solidFill>
                            <a:schemeClr val="tx1"/>
                          </a:solidFill>
                        </a:rPr>
                        <a:t>AR</a:t>
                      </a:r>
                    </a:p>
                  </a:txBody>
                  <a:tcPr>
                    <a:solidFill>
                      <a:srgbClr val="7030A0">
                        <a:alpha val="45000"/>
                      </a:srgbClr>
                    </a:solidFill>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solidFill>
                      <a:schemeClr val="bg1"/>
                    </a:solidFill>
                  </a:tcPr>
                </a:tc>
                <a:tc>
                  <a:txBody>
                    <a:bodyPr/>
                    <a:lstStyle/>
                    <a:p>
                      <a:pPr lvl="0" algn="ctr">
                        <a:buNone/>
                      </a:pPr>
                      <a:endParaRPr lang="en-US" sz="1200" b="1">
                        <a:solidFill>
                          <a:schemeClr val="tx1"/>
                        </a:solidFill>
                      </a:endParaRPr>
                    </a:p>
                  </a:txBody>
                  <a:tcPr>
                    <a:solidFill>
                      <a:schemeClr val="bg1"/>
                    </a:solidFill>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tc gridSpan="2">
                  <a:txBody>
                    <a:bodyPr/>
                    <a:lstStyle/>
                    <a:p>
                      <a:pPr lvl="0" algn="ctr">
                        <a:buNone/>
                      </a:pPr>
                      <a:endParaRPr lang="en-US" sz="1200" b="1" i="0" u="none" strike="noStrike" noProof="0">
                        <a:solidFill>
                          <a:schemeClr val="tx1"/>
                        </a:solidFill>
                        <a:latin typeface="Aptos"/>
                      </a:endParaRPr>
                    </a:p>
                  </a:txBody>
                  <a:tcPr>
                    <a:solidFill>
                      <a:schemeClr val="bg1"/>
                    </a:solidFill>
                  </a:tcPr>
                </a:tc>
                <a:tc hMerge="1">
                  <a:txBody>
                    <a:bodyPr/>
                    <a:lstStyle/>
                    <a:p>
                      <a:endParaRPr lang="en-US"/>
                    </a:p>
                  </a:txBody>
                  <a:tcPr/>
                </a:tc>
                <a:tc>
                  <a:txBody>
                    <a:bodyPr/>
                    <a:lstStyle/>
                    <a:p>
                      <a:pPr lvl="0" algn="ctr">
                        <a:buNone/>
                      </a:pPr>
                      <a:r>
                        <a:rPr lang="en-US" sz="1200" b="1" dirty="0">
                          <a:solidFill>
                            <a:schemeClr val="tx1"/>
                          </a:solidFill>
                        </a:rPr>
                        <a:t>AR</a:t>
                      </a:r>
                    </a:p>
                  </a:txBody>
                  <a:tcPr>
                    <a:solidFill>
                      <a:srgbClr val="7030A0">
                        <a:alpha val="43000"/>
                      </a:srgbClr>
                    </a:solidFill>
                  </a:tcPr>
                </a:tc>
                <a:tc>
                  <a:txBody>
                    <a:bodyPr/>
                    <a:lstStyle/>
                    <a:p>
                      <a:pPr lvl="0" algn="ctr">
                        <a:buNone/>
                      </a:pPr>
                      <a:endParaRPr lang="en-US" sz="1200" b="1">
                        <a:solidFill>
                          <a:schemeClr val="tx1"/>
                        </a:solidFill>
                      </a:endParaRPr>
                    </a:p>
                  </a:txBody>
                  <a:tcPr/>
                </a:tc>
                <a:tc>
                  <a:txBody>
                    <a:bodyPr/>
                    <a:lstStyle/>
                    <a:p>
                      <a:pPr lvl="0" algn="ctr">
                        <a:buNone/>
                      </a:pPr>
                      <a:endParaRPr lang="en-US" sz="1200" b="1">
                        <a:solidFill>
                          <a:schemeClr val="tx1"/>
                        </a:solidFill>
                      </a:endParaRPr>
                    </a:p>
                  </a:txBody>
                  <a:tcPr/>
                </a:tc>
                <a:extLst>
                  <a:ext uri="{0D108BD9-81ED-4DB2-BD59-A6C34878D82A}">
                    <a16:rowId xmlns:a16="http://schemas.microsoft.com/office/drawing/2014/main" val="1533659373"/>
                  </a:ext>
                </a:extLst>
              </a:tr>
            </a:tbl>
          </a:graphicData>
        </a:graphic>
      </p:graphicFrame>
      <p:sp>
        <p:nvSpPr>
          <p:cNvPr id="4" name="Title 1">
            <a:extLst>
              <a:ext uri="{FF2B5EF4-FFF2-40B4-BE49-F238E27FC236}">
                <a16:creationId xmlns:a16="http://schemas.microsoft.com/office/drawing/2014/main" id="{1032E0B9-4EEF-0249-8894-B5AE48C64F97}"/>
              </a:ext>
            </a:extLst>
          </p:cNvPr>
          <p:cNvSpPr>
            <a:spLocks noGrp="1"/>
          </p:cNvSpPr>
          <p:nvPr/>
        </p:nvSpPr>
        <p:spPr>
          <a:xfrm>
            <a:off x="741438" y="47594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a:latin typeface="Times New Roman"/>
                <a:ea typeface="+mj-lt"/>
                <a:cs typeface="+mj-lt"/>
              </a:rPr>
              <a:t>8.5-1375 GHz</a:t>
            </a:r>
            <a:endParaRPr lang="en-US">
              <a:latin typeface="Times New Roman"/>
              <a:cs typeface="Times New Roman"/>
            </a:endParaRPr>
          </a:p>
        </p:txBody>
      </p:sp>
      <p:sp>
        <p:nvSpPr>
          <p:cNvPr id="8" name="Rectangle 7">
            <a:extLst>
              <a:ext uri="{FF2B5EF4-FFF2-40B4-BE49-F238E27FC236}">
                <a16:creationId xmlns:a16="http://schemas.microsoft.com/office/drawing/2014/main" id="{18215F14-A7B1-8F28-9981-C277E90B995A}"/>
              </a:ext>
            </a:extLst>
          </p:cNvPr>
          <p:cNvSpPr/>
          <p:nvPr/>
        </p:nvSpPr>
        <p:spPr>
          <a:xfrm>
            <a:off x="6567714" y="1632856"/>
            <a:ext cx="701524" cy="1100667"/>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3B1FF9E-3F53-7D21-8814-7D552BF299A2}"/>
              </a:ext>
            </a:extLst>
          </p:cNvPr>
          <p:cNvSpPr/>
          <p:nvPr/>
        </p:nvSpPr>
        <p:spPr>
          <a:xfrm>
            <a:off x="7269238" y="1632855"/>
            <a:ext cx="3773714" cy="2394858"/>
          </a:xfrm>
          <a:prstGeom prst="rect">
            <a:avLst/>
          </a:prstGeom>
          <a:noFill/>
          <a:ln w="571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52DA73D-3844-B1D4-854C-2019F68F6C1F}"/>
              </a:ext>
            </a:extLst>
          </p:cNvPr>
          <p:cNvSpPr/>
          <p:nvPr/>
        </p:nvSpPr>
        <p:spPr>
          <a:xfrm>
            <a:off x="9639902" y="1632855"/>
            <a:ext cx="1403050" cy="2394858"/>
          </a:xfrm>
          <a:prstGeom prst="rect">
            <a:avLst/>
          </a:prstGeom>
          <a:noFill/>
          <a:ln w="57150">
            <a:solidFill>
              <a:schemeClr val="accent2">
                <a:lumMod val="75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F76AA83-AD69-7C16-3DBC-8F0DF26A4FFF}"/>
              </a:ext>
            </a:extLst>
          </p:cNvPr>
          <p:cNvSpPr/>
          <p:nvPr/>
        </p:nvSpPr>
        <p:spPr>
          <a:xfrm>
            <a:off x="11042948" y="1632854"/>
            <a:ext cx="991812" cy="2394858"/>
          </a:xfrm>
          <a:prstGeom prst="rect">
            <a:avLst/>
          </a:prstGeom>
          <a:noFill/>
          <a:ln w="57150">
            <a:solidFill>
              <a:srgbClr val="7030A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4119F64-8F67-DFE6-6CD0-40E93B3F8A26}"/>
              </a:ext>
            </a:extLst>
          </p:cNvPr>
          <p:cNvSpPr txBox="1"/>
          <p:nvPr/>
        </p:nvSpPr>
        <p:spPr>
          <a:xfrm>
            <a:off x="200781" y="4119638"/>
            <a:ext cx="1075024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endParaRPr lang="en-US" sz="2400"/>
          </a:p>
          <a:p>
            <a:pPr marL="285750" indent="-285750">
              <a:buFont typeface="Arial"/>
              <a:buChar char="•"/>
            </a:pPr>
            <a:r>
              <a:rPr lang="en-US" sz="2400" dirty="0"/>
              <a:t>Passive </a:t>
            </a:r>
            <a:r>
              <a:rPr lang="en-US" sz="2400"/>
              <a:t>EESS in the nearby 10.6−10.7 GHz band</a:t>
            </a:r>
          </a:p>
        </p:txBody>
      </p:sp>
      <p:sp>
        <p:nvSpPr>
          <p:cNvPr id="13" name="TextBox 12">
            <a:extLst>
              <a:ext uri="{FF2B5EF4-FFF2-40B4-BE49-F238E27FC236}">
                <a16:creationId xmlns:a16="http://schemas.microsoft.com/office/drawing/2014/main" id="{D2226D68-EAA7-F11A-96D2-7BBFBF69F769}"/>
              </a:ext>
            </a:extLst>
          </p:cNvPr>
          <p:cNvSpPr txBox="1"/>
          <p:nvPr/>
        </p:nvSpPr>
        <p:spPr>
          <a:xfrm>
            <a:off x="6248399" y="2716590"/>
            <a:ext cx="1025678" cy="276999"/>
          </a:xfrm>
          <a:prstGeom prst="rect">
            <a:avLst/>
          </a:prstGeom>
          <a:solidFill>
            <a:schemeClr val="accent2">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t> (RAS)</a:t>
            </a:r>
            <a:endParaRPr lang="en-US"/>
          </a:p>
        </p:txBody>
      </p:sp>
    </p:spTree>
    <p:extLst>
      <p:ext uri="{BB962C8B-B14F-4D97-AF65-F5344CB8AC3E}">
        <p14:creationId xmlns:p14="http://schemas.microsoft.com/office/powerpoint/2010/main" val="3962352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B99E642-E7D3-B231-4F8F-1F91BBE90028}"/>
              </a:ext>
            </a:extLst>
          </p:cNvPr>
          <p:cNvSpPr/>
          <p:nvPr/>
        </p:nvSpPr>
        <p:spPr>
          <a:xfrm>
            <a:off x="0" y="-3175"/>
            <a:ext cx="12192000" cy="1524039"/>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T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7CB8CC4F-10BA-9230-438F-6B150E9D0211}"/>
                  </a:ext>
                </a:extLst>
              </p14:cNvPr>
              <p14:cNvContentPartPr/>
              <p14:nvPr/>
            </p14:nvContentPartPr>
            <p14:xfrm>
              <a:off x="506301" y="525275"/>
              <a:ext cx="11183760" cy="360"/>
            </p14:xfrm>
          </p:contentPart>
        </mc:Choice>
        <mc:Fallback xmlns="">
          <p:pic>
            <p:nvPicPr>
              <p:cNvPr id="7" name="Ink 6">
                <a:extLst>
                  <a:ext uri="{FF2B5EF4-FFF2-40B4-BE49-F238E27FC236}">
                    <a16:creationId xmlns:a16="http://schemas.microsoft.com/office/drawing/2014/main" id="{7CB8CC4F-10BA-9230-438F-6B150E9D0211}"/>
                  </a:ext>
                </a:extLst>
              </p:cNvPr>
              <p:cNvPicPr/>
              <p:nvPr/>
            </p:nvPicPr>
            <p:blipFill>
              <a:blip r:embed="rId4"/>
              <a:stretch>
                <a:fillRect/>
              </a:stretch>
            </p:blipFill>
            <p:spPr>
              <a:xfrm>
                <a:off x="470302" y="489275"/>
                <a:ext cx="11255398" cy="72000"/>
              </a:xfrm>
              <a:prstGeom prst="rect">
                <a:avLst/>
              </a:prstGeom>
            </p:spPr>
          </p:pic>
        </mc:Fallback>
      </mc:AlternateContent>
      <p:sp>
        <p:nvSpPr>
          <p:cNvPr id="9" name="TextBox 8">
            <a:extLst>
              <a:ext uri="{FF2B5EF4-FFF2-40B4-BE49-F238E27FC236}">
                <a16:creationId xmlns:a16="http://schemas.microsoft.com/office/drawing/2014/main" id="{D20471DB-9FB5-200D-8C40-ED81ABC17926}"/>
              </a:ext>
            </a:extLst>
          </p:cNvPr>
          <p:cNvSpPr txBox="1"/>
          <p:nvPr/>
        </p:nvSpPr>
        <p:spPr>
          <a:xfrm>
            <a:off x="411237" y="1209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solidFill>
                  <a:schemeClr val="accent1"/>
                </a:solidFill>
                <a:latin typeface="Times New Roman"/>
                <a:cs typeface="Times New Roman"/>
              </a:rPr>
              <a:t>RIT</a:t>
            </a:r>
          </a:p>
        </p:txBody>
      </p:sp>
      <p:graphicFrame>
        <p:nvGraphicFramePr>
          <p:cNvPr id="2" name="Table 1">
            <a:extLst>
              <a:ext uri="{FF2B5EF4-FFF2-40B4-BE49-F238E27FC236}">
                <a16:creationId xmlns:a16="http://schemas.microsoft.com/office/drawing/2014/main" id="{C9575A3D-8F70-571D-8C1B-D91D6BCA45F5}"/>
              </a:ext>
            </a:extLst>
          </p:cNvPr>
          <p:cNvGraphicFramePr>
            <a:graphicFrameLocks noGrp="1"/>
          </p:cNvGraphicFramePr>
          <p:nvPr/>
        </p:nvGraphicFramePr>
        <p:xfrm>
          <a:off x="423333" y="1717523"/>
          <a:ext cx="10939246" cy="3176137"/>
        </p:xfrm>
        <a:graphic>
          <a:graphicData uri="http://schemas.openxmlformats.org/drawingml/2006/table">
            <a:tbl>
              <a:tblPr firstRow="1" bandRow="1">
                <a:tableStyleId>{5940675A-B579-460E-94D1-54222C63F5DA}</a:tableStyleId>
              </a:tblPr>
              <a:tblGrid>
                <a:gridCol w="278189">
                  <a:extLst>
                    <a:ext uri="{9D8B030D-6E8A-4147-A177-3AD203B41FA5}">
                      <a16:colId xmlns:a16="http://schemas.microsoft.com/office/drawing/2014/main" val="4043975947"/>
                    </a:ext>
                  </a:extLst>
                </a:gridCol>
                <a:gridCol w="627121">
                  <a:extLst>
                    <a:ext uri="{9D8B030D-6E8A-4147-A177-3AD203B41FA5}">
                      <a16:colId xmlns:a16="http://schemas.microsoft.com/office/drawing/2014/main" val="1686699970"/>
                    </a:ext>
                  </a:extLst>
                </a:gridCol>
                <a:gridCol w="627121">
                  <a:extLst>
                    <a:ext uri="{9D8B030D-6E8A-4147-A177-3AD203B41FA5}">
                      <a16:colId xmlns:a16="http://schemas.microsoft.com/office/drawing/2014/main" val="4105368480"/>
                    </a:ext>
                  </a:extLst>
                </a:gridCol>
                <a:gridCol w="627121">
                  <a:extLst>
                    <a:ext uri="{9D8B030D-6E8A-4147-A177-3AD203B41FA5}">
                      <a16:colId xmlns:a16="http://schemas.microsoft.com/office/drawing/2014/main" val="3493256866"/>
                    </a:ext>
                  </a:extLst>
                </a:gridCol>
                <a:gridCol w="627121">
                  <a:extLst>
                    <a:ext uri="{9D8B030D-6E8A-4147-A177-3AD203B41FA5}">
                      <a16:colId xmlns:a16="http://schemas.microsoft.com/office/drawing/2014/main" val="1619190838"/>
                    </a:ext>
                  </a:extLst>
                </a:gridCol>
                <a:gridCol w="627121">
                  <a:extLst>
                    <a:ext uri="{9D8B030D-6E8A-4147-A177-3AD203B41FA5}">
                      <a16:colId xmlns:a16="http://schemas.microsoft.com/office/drawing/2014/main" val="1861375321"/>
                    </a:ext>
                  </a:extLst>
                </a:gridCol>
                <a:gridCol w="627121">
                  <a:extLst>
                    <a:ext uri="{9D8B030D-6E8A-4147-A177-3AD203B41FA5}">
                      <a16:colId xmlns:a16="http://schemas.microsoft.com/office/drawing/2014/main" val="769757790"/>
                    </a:ext>
                  </a:extLst>
                </a:gridCol>
                <a:gridCol w="627121">
                  <a:extLst>
                    <a:ext uri="{9D8B030D-6E8A-4147-A177-3AD203B41FA5}">
                      <a16:colId xmlns:a16="http://schemas.microsoft.com/office/drawing/2014/main" val="3185515174"/>
                    </a:ext>
                  </a:extLst>
                </a:gridCol>
                <a:gridCol w="627121">
                  <a:extLst>
                    <a:ext uri="{9D8B030D-6E8A-4147-A177-3AD203B41FA5}">
                      <a16:colId xmlns:a16="http://schemas.microsoft.com/office/drawing/2014/main" val="2864573796"/>
                    </a:ext>
                  </a:extLst>
                </a:gridCol>
                <a:gridCol w="627121">
                  <a:extLst>
                    <a:ext uri="{9D8B030D-6E8A-4147-A177-3AD203B41FA5}">
                      <a16:colId xmlns:a16="http://schemas.microsoft.com/office/drawing/2014/main" val="260775510"/>
                    </a:ext>
                  </a:extLst>
                </a:gridCol>
                <a:gridCol w="627121">
                  <a:extLst>
                    <a:ext uri="{9D8B030D-6E8A-4147-A177-3AD203B41FA5}">
                      <a16:colId xmlns:a16="http://schemas.microsoft.com/office/drawing/2014/main" val="2290538716"/>
                    </a:ext>
                  </a:extLst>
                </a:gridCol>
                <a:gridCol w="627121">
                  <a:extLst>
                    <a:ext uri="{9D8B030D-6E8A-4147-A177-3AD203B41FA5}">
                      <a16:colId xmlns:a16="http://schemas.microsoft.com/office/drawing/2014/main" val="472924852"/>
                    </a:ext>
                  </a:extLst>
                </a:gridCol>
                <a:gridCol w="627121">
                  <a:extLst>
                    <a:ext uri="{9D8B030D-6E8A-4147-A177-3AD203B41FA5}">
                      <a16:colId xmlns:a16="http://schemas.microsoft.com/office/drawing/2014/main" val="671993662"/>
                    </a:ext>
                  </a:extLst>
                </a:gridCol>
                <a:gridCol w="627121">
                  <a:extLst>
                    <a:ext uri="{9D8B030D-6E8A-4147-A177-3AD203B41FA5}">
                      <a16:colId xmlns:a16="http://schemas.microsoft.com/office/drawing/2014/main" val="2212984000"/>
                    </a:ext>
                  </a:extLst>
                </a:gridCol>
                <a:gridCol w="627121">
                  <a:extLst>
                    <a:ext uri="{9D8B030D-6E8A-4147-A177-3AD203B41FA5}">
                      <a16:colId xmlns:a16="http://schemas.microsoft.com/office/drawing/2014/main" val="3471332156"/>
                    </a:ext>
                  </a:extLst>
                </a:gridCol>
                <a:gridCol w="627121">
                  <a:extLst>
                    <a:ext uri="{9D8B030D-6E8A-4147-A177-3AD203B41FA5}">
                      <a16:colId xmlns:a16="http://schemas.microsoft.com/office/drawing/2014/main" val="3660531011"/>
                    </a:ext>
                  </a:extLst>
                </a:gridCol>
                <a:gridCol w="627121">
                  <a:extLst>
                    <a:ext uri="{9D8B030D-6E8A-4147-A177-3AD203B41FA5}">
                      <a16:colId xmlns:a16="http://schemas.microsoft.com/office/drawing/2014/main" val="2251779116"/>
                    </a:ext>
                  </a:extLst>
                </a:gridCol>
                <a:gridCol w="627121">
                  <a:extLst>
                    <a:ext uri="{9D8B030D-6E8A-4147-A177-3AD203B41FA5}">
                      <a16:colId xmlns:a16="http://schemas.microsoft.com/office/drawing/2014/main" val="186494649"/>
                    </a:ext>
                  </a:extLst>
                </a:gridCol>
              </a:tblGrid>
              <a:tr h="211799">
                <a:tc>
                  <a:txBody>
                    <a:bodyPr/>
                    <a:lstStyle/>
                    <a:p>
                      <a:endParaRPr lang="en-US" sz="1100">
                        <a:solidFill>
                          <a:schemeClr val="tx1"/>
                        </a:solidFill>
                      </a:endParaRPr>
                    </a:p>
                  </a:txBody>
                  <a:tcPr/>
                </a:tc>
                <a:tc>
                  <a:txBody>
                    <a:bodyPr/>
                    <a:lstStyle/>
                    <a:p>
                      <a:r>
                        <a:rPr lang="en-US" sz="1400" b="1">
                          <a:solidFill>
                            <a:schemeClr val="tx1"/>
                          </a:solidFill>
                        </a:rPr>
                        <a:t>13.75</a:t>
                      </a:r>
                    </a:p>
                  </a:txBody>
                  <a:tcPr/>
                </a:tc>
                <a:tc>
                  <a:txBody>
                    <a:bodyPr/>
                    <a:lstStyle/>
                    <a:p>
                      <a:r>
                        <a:rPr lang="en-US" sz="1400" b="1">
                          <a:solidFill>
                            <a:schemeClr val="tx1"/>
                          </a:solidFill>
                        </a:rPr>
                        <a:t>14</a:t>
                      </a:r>
                    </a:p>
                  </a:txBody>
                  <a:tcPr/>
                </a:tc>
                <a:tc>
                  <a:txBody>
                    <a:bodyPr/>
                    <a:lstStyle/>
                    <a:p>
                      <a:r>
                        <a:rPr lang="en-US" sz="1400" b="1">
                          <a:solidFill>
                            <a:schemeClr val="tx1"/>
                          </a:solidFill>
                        </a:rPr>
                        <a:t>14.2</a:t>
                      </a:r>
                    </a:p>
                  </a:txBody>
                  <a:tcPr/>
                </a:tc>
                <a:tc>
                  <a:txBody>
                    <a:bodyPr/>
                    <a:lstStyle/>
                    <a:p>
                      <a:r>
                        <a:rPr lang="en-US" sz="1400" b="1">
                          <a:solidFill>
                            <a:schemeClr val="tx1"/>
                          </a:solidFill>
                        </a:rPr>
                        <a:t>14.3</a:t>
                      </a:r>
                    </a:p>
                  </a:txBody>
                  <a:tcPr/>
                </a:tc>
                <a:tc>
                  <a:txBody>
                    <a:bodyPr/>
                    <a:lstStyle/>
                    <a:p>
                      <a:r>
                        <a:rPr lang="en-US" sz="1400" b="1">
                          <a:solidFill>
                            <a:schemeClr val="tx1"/>
                          </a:solidFill>
                        </a:rPr>
                        <a:t>14.4</a:t>
                      </a:r>
                    </a:p>
                  </a:txBody>
                  <a:tcPr/>
                </a:tc>
                <a:tc>
                  <a:txBody>
                    <a:bodyPr/>
                    <a:lstStyle/>
                    <a:p>
                      <a:r>
                        <a:rPr lang="en-US" sz="1400" b="1">
                          <a:solidFill>
                            <a:schemeClr val="tx1"/>
                          </a:solidFill>
                        </a:rPr>
                        <a:t>14.47</a:t>
                      </a:r>
                    </a:p>
                  </a:txBody>
                  <a:tcPr/>
                </a:tc>
                <a:tc>
                  <a:txBody>
                    <a:bodyPr/>
                    <a:lstStyle/>
                    <a:p>
                      <a:r>
                        <a:rPr lang="en-US" sz="1400" b="1">
                          <a:solidFill>
                            <a:schemeClr val="tx1"/>
                          </a:solidFill>
                        </a:rPr>
                        <a:t>14.5</a:t>
                      </a:r>
                    </a:p>
                  </a:txBody>
                  <a:tcPr/>
                </a:tc>
                <a:tc>
                  <a:txBody>
                    <a:bodyPr/>
                    <a:lstStyle/>
                    <a:p>
                      <a:pPr lvl="0">
                        <a:buNone/>
                      </a:pPr>
                      <a:r>
                        <a:rPr lang="en-US" sz="1400" b="1" u="none" strike="noStrike" noProof="0">
                          <a:solidFill>
                            <a:schemeClr val="tx1"/>
                          </a:solidFill>
                        </a:rPr>
                        <a:t>14.71</a:t>
                      </a:r>
                    </a:p>
                  </a:txBody>
                  <a:tcPr/>
                </a:tc>
                <a:tc>
                  <a:txBody>
                    <a:bodyPr/>
                    <a:lstStyle/>
                    <a:p>
                      <a:pPr lvl="0">
                        <a:buNone/>
                      </a:pPr>
                      <a:r>
                        <a:rPr lang="en-US" sz="1400" b="1">
                          <a:solidFill>
                            <a:schemeClr val="tx1"/>
                          </a:solidFill>
                        </a:rPr>
                        <a:t>14.75</a:t>
                      </a:r>
                    </a:p>
                  </a:txBody>
                  <a:tcPr/>
                </a:tc>
                <a:tc>
                  <a:txBody>
                    <a:bodyPr/>
                    <a:lstStyle/>
                    <a:p>
                      <a:pPr lvl="0">
                        <a:buNone/>
                      </a:pPr>
                      <a:r>
                        <a:rPr lang="en-US" sz="1400" b="1">
                          <a:solidFill>
                            <a:schemeClr val="tx1"/>
                          </a:solidFill>
                        </a:rPr>
                        <a:t>14.8</a:t>
                      </a:r>
                    </a:p>
                  </a:txBody>
                  <a:tcPr/>
                </a:tc>
                <a:tc>
                  <a:txBody>
                    <a:bodyPr/>
                    <a:lstStyle/>
                    <a:p>
                      <a:pPr lvl="0">
                        <a:buNone/>
                      </a:pPr>
                      <a:r>
                        <a:rPr lang="en-US" sz="1400" b="1">
                          <a:solidFill>
                            <a:schemeClr val="tx1"/>
                          </a:solidFill>
                        </a:rPr>
                        <a:t>15.13</a:t>
                      </a:r>
                    </a:p>
                  </a:txBody>
                  <a:tcPr/>
                </a:tc>
                <a:tc>
                  <a:txBody>
                    <a:bodyPr/>
                    <a:lstStyle/>
                    <a:p>
                      <a:pPr lvl="0">
                        <a:buNone/>
                      </a:pPr>
                      <a:r>
                        <a:rPr lang="en-US" sz="1400" b="1">
                          <a:solidFill>
                            <a:schemeClr val="tx1"/>
                          </a:solidFill>
                        </a:rPr>
                        <a:t>15.35</a:t>
                      </a:r>
                    </a:p>
                  </a:txBody>
                  <a:tcPr/>
                </a:tc>
                <a:tc>
                  <a:txBody>
                    <a:bodyPr/>
                    <a:lstStyle/>
                    <a:p>
                      <a:pPr lvl="0">
                        <a:buNone/>
                      </a:pPr>
                      <a:r>
                        <a:rPr lang="en-US" sz="1400" b="1">
                          <a:solidFill>
                            <a:schemeClr val="tx1"/>
                          </a:solidFill>
                        </a:rPr>
                        <a:t>15.4</a:t>
                      </a:r>
                    </a:p>
                  </a:txBody>
                  <a:tcPr/>
                </a:tc>
                <a:tc>
                  <a:txBody>
                    <a:bodyPr/>
                    <a:lstStyle/>
                    <a:p>
                      <a:pPr lvl="0">
                        <a:buNone/>
                      </a:pPr>
                      <a:r>
                        <a:rPr lang="en-US" sz="1400" b="1">
                          <a:solidFill>
                            <a:schemeClr val="tx1"/>
                          </a:solidFill>
                        </a:rPr>
                        <a:t>15.43</a:t>
                      </a:r>
                    </a:p>
                  </a:txBody>
                  <a:tcPr/>
                </a:tc>
                <a:tc>
                  <a:txBody>
                    <a:bodyPr/>
                    <a:lstStyle/>
                    <a:p>
                      <a:pPr lvl="0">
                        <a:buNone/>
                      </a:pPr>
                      <a:r>
                        <a:rPr lang="en-US" sz="1400" b="1">
                          <a:solidFill>
                            <a:schemeClr val="tx1"/>
                          </a:solidFill>
                        </a:rPr>
                        <a:t>15.63</a:t>
                      </a:r>
                    </a:p>
                  </a:txBody>
                  <a:tcPr/>
                </a:tc>
                <a:tc>
                  <a:txBody>
                    <a:bodyPr/>
                    <a:lstStyle/>
                    <a:p>
                      <a:pPr lvl="0">
                        <a:buNone/>
                      </a:pPr>
                      <a:r>
                        <a:rPr lang="en-US" sz="1400" b="1">
                          <a:solidFill>
                            <a:schemeClr val="tx1"/>
                          </a:solidFill>
                        </a:rPr>
                        <a:t>15.7</a:t>
                      </a:r>
                    </a:p>
                  </a:txBody>
                  <a:tcPr/>
                </a:tc>
                <a:tc>
                  <a:txBody>
                    <a:bodyPr/>
                    <a:lstStyle/>
                    <a:p>
                      <a:pPr lvl="0">
                        <a:buNone/>
                      </a:pPr>
                      <a:r>
                        <a:rPr lang="en-US" sz="1400" b="1">
                          <a:solidFill>
                            <a:schemeClr val="tx1"/>
                          </a:solidFill>
                        </a:rPr>
                        <a:t>16.6</a:t>
                      </a:r>
                    </a:p>
                  </a:txBody>
                  <a:tcPr/>
                </a:tc>
                <a:extLst>
                  <a:ext uri="{0D108BD9-81ED-4DB2-BD59-A6C34878D82A}">
                    <a16:rowId xmlns:a16="http://schemas.microsoft.com/office/drawing/2014/main" val="890178958"/>
                  </a:ext>
                </a:extLst>
              </a:tr>
              <a:tr h="211799">
                <a:tc>
                  <a:txBody>
                    <a:bodyPr/>
                    <a:lstStyle/>
                    <a:p>
                      <a:pPr lvl="0">
                        <a:buNone/>
                      </a:pPr>
                      <a:endParaRPr lang="en-US" sz="1100">
                        <a:solidFill>
                          <a:schemeClr val="tx1"/>
                        </a:solidFill>
                      </a:endParaRPr>
                    </a:p>
                  </a:txBody>
                  <a:tcPr>
                    <a:solidFill>
                      <a:srgbClr val="FF0000"/>
                    </a:solidFill>
                  </a:tcPr>
                </a:tc>
                <a:tc>
                  <a:txBody>
                    <a:bodyPr/>
                    <a:lstStyle/>
                    <a:p>
                      <a:pPr lvl="0">
                        <a:buNone/>
                      </a:pPr>
                      <a:endParaRPr lang="en-US" sz="1200">
                        <a:solidFill>
                          <a:schemeClr val="tx1"/>
                        </a:solidFill>
                      </a:endParaRPr>
                    </a:p>
                  </a:txBody>
                  <a:tcPr/>
                </a:tc>
                <a:tc>
                  <a:txBody>
                    <a:bodyPr/>
                    <a:lstStyle/>
                    <a:p>
                      <a:pPr lvl="0">
                        <a:buNone/>
                      </a:pPr>
                      <a:endParaRPr lang="en-US" sz="1200">
                        <a:solidFill>
                          <a:schemeClr val="tx1"/>
                        </a:solidFill>
                      </a:endParaRPr>
                    </a:p>
                  </a:txBody>
                  <a:tcPr/>
                </a:tc>
                <a:tc>
                  <a:txBody>
                    <a:bodyPr/>
                    <a:lstStyle/>
                    <a:p>
                      <a:pPr lvl="0">
                        <a:buNone/>
                      </a:pPr>
                      <a:endParaRPr lang="en-US" sz="1200">
                        <a:solidFill>
                          <a:schemeClr val="tx1"/>
                        </a:solidFill>
                      </a:endParaRPr>
                    </a:p>
                  </a:txBody>
                  <a:tcPr/>
                </a:tc>
                <a:tc>
                  <a:txBody>
                    <a:bodyPr/>
                    <a:lstStyle/>
                    <a:p>
                      <a:pPr lvl="0">
                        <a:buNone/>
                      </a:pPr>
                      <a:endParaRPr lang="en-US" sz="1200">
                        <a:solidFill>
                          <a:schemeClr val="tx1"/>
                        </a:solidFill>
                      </a:endParaRPr>
                    </a:p>
                  </a:txBody>
                  <a:tcPr/>
                </a:tc>
                <a:tc gridSpan="7">
                  <a:txBody>
                    <a:bodyPr/>
                    <a:lstStyle/>
                    <a:p>
                      <a:pPr lvl="0" algn="ctr">
                        <a:buNone/>
                      </a:pPr>
                      <a:r>
                        <a:rPr lang="en-US" sz="1200">
                          <a:solidFill>
                            <a:schemeClr val="tx1"/>
                          </a:solidFill>
                        </a:rPr>
                        <a:t>Fixed (FS)</a:t>
                      </a:r>
                    </a:p>
                  </a:txBody>
                  <a:tcPr>
                    <a:solidFill>
                      <a:schemeClr val="accent5">
                        <a:lumMod val="40000"/>
                        <a:lumOff val="6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lvl="0">
                        <a:buNone/>
                      </a:pPr>
                      <a:endParaRPr lang="en-US" sz="1200">
                        <a:solidFill>
                          <a:schemeClr val="tx1"/>
                        </a:solidFill>
                      </a:endParaRPr>
                    </a:p>
                  </a:txBody>
                  <a:tcPr/>
                </a:tc>
                <a:tc>
                  <a:txBody>
                    <a:bodyPr/>
                    <a:lstStyle/>
                    <a:p>
                      <a:pPr lvl="0">
                        <a:buNone/>
                      </a:pPr>
                      <a:endParaRPr lang="en-US" sz="1200">
                        <a:solidFill>
                          <a:schemeClr val="tx1"/>
                        </a:solidFill>
                      </a:endParaRPr>
                    </a:p>
                  </a:txBody>
                  <a:tcPr/>
                </a:tc>
                <a:tc>
                  <a:txBody>
                    <a:bodyPr/>
                    <a:lstStyle/>
                    <a:p>
                      <a:pPr lvl="0">
                        <a:buNone/>
                      </a:pPr>
                      <a:endParaRPr lang="en-US" sz="1200">
                        <a:solidFill>
                          <a:schemeClr val="tx1"/>
                        </a:solidFill>
                      </a:endParaRPr>
                    </a:p>
                  </a:txBody>
                  <a:tcPr/>
                </a:tc>
                <a:tc>
                  <a:txBody>
                    <a:bodyPr/>
                    <a:lstStyle/>
                    <a:p>
                      <a:pPr lvl="0">
                        <a:buNone/>
                      </a:pPr>
                      <a:endParaRPr lang="en-US" sz="1200">
                        <a:solidFill>
                          <a:schemeClr val="tx1"/>
                        </a:solidFill>
                      </a:endParaRPr>
                    </a:p>
                  </a:txBody>
                  <a:tcPr/>
                </a:tc>
                <a:tc>
                  <a:txBody>
                    <a:bodyPr/>
                    <a:lstStyle/>
                    <a:p>
                      <a:pPr lvl="0">
                        <a:buNone/>
                      </a:pPr>
                      <a:endParaRPr lang="en-US" sz="1200">
                        <a:solidFill>
                          <a:schemeClr val="tx1"/>
                        </a:solidFill>
                      </a:endParaRPr>
                    </a:p>
                  </a:txBody>
                  <a:tcPr/>
                </a:tc>
                <a:tc>
                  <a:txBody>
                    <a:bodyPr/>
                    <a:lstStyle/>
                    <a:p>
                      <a:pPr lvl="0">
                        <a:buNone/>
                      </a:pPr>
                      <a:endParaRPr lang="en-US" sz="1200">
                        <a:solidFill>
                          <a:schemeClr val="tx1"/>
                        </a:solidFill>
                      </a:endParaRPr>
                    </a:p>
                  </a:txBody>
                  <a:tcPr/>
                </a:tc>
                <a:extLst>
                  <a:ext uri="{0D108BD9-81ED-4DB2-BD59-A6C34878D82A}">
                    <a16:rowId xmlns:a16="http://schemas.microsoft.com/office/drawing/2014/main" val="2617058177"/>
                  </a:ext>
                </a:extLst>
              </a:tr>
              <a:tr h="228744">
                <a:tc>
                  <a:txBody>
                    <a:bodyPr/>
                    <a:lstStyle/>
                    <a:p>
                      <a:endParaRPr lang="en-US" sz="1100">
                        <a:solidFill>
                          <a:schemeClr val="bg1"/>
                        </a:solidFill>
                      </a:endParaRPr>
                    </a:p>
                  </a:txBody>
                  <a:tcPr>
                    <a:solidFill>
                      <a:srgbClr val="FF0000"/>
                    </a:solidFill>
                  </a:tcPr>
                </a:tc>
                <a:tc>
                  <a:txBody>
                    <a:bodyPr/>
                    <a:lstStyle/>
                    <a:p>
                      <a:pPr algn="ctr"/>
                      <a:endParaRPr lang="en-US" sz="1400">
                        <a:solidFill>
                          <a:schemeClr val="tx1"/>
                        </a:solidFill>
                      </a:endParaRPr>
                    </a:p>
                  </a:txBody>
                  <a:tcPr/>
                </a:tc>
                <a:tc>
                  <a:txBody>
                    <a:bodyPr/>
                    <a:lstStyle/>
                    <a:p>
                      <a:pPr algn="ctr"/>
                      <a:endParaRPr lang="en-US" sz="1400">
                        <a:solidFill>
                          <a:schemeClr val="tx1"/>
                        </a:solidFill>
                      </a:endParaRPr>
                    </a:p>
                  </a:txBody>
                  <a:tcPr/>
                </a:tc>
                <a:tc>
                  <a:txBody>
                    <a:bodyPr/>
                    <a:lstStyle/>
                    <a:p>
                      <a:pPr algn="ctr"/>
                      <a:endParaRPr lang="en-US" sz="1400">
                        <a:solidFill>
                          <a:schemeClr val="tx1"/>
                        </a:solidFill>
                      </a:endParaRPr>
                    </a:p>
                  </a:txBody>
                  <a:tcPr/>
                </a:tc>
                <a:tc>
                  <a:txBody>
                    <a:bodyPr/>
                    <a:lstStyle/>
                    <a:p>
                      <a:pPr algn="ctr"/>
                      <a:endParaRPr lang="en-US" sz="1400">
                        <a:solidFill>
                          <a:schemeClr val="tx1"/>
                        </a:solidFill>
                      </a:endParaRPr>
                    </a:p>
                  </a:txBody>
                  <a:tcPr/>
                </a:tc>
                <a:tc gridSpan="7">
                  <a:txBody>
                    <a:bodyPr/>
                    <a:lstStyle/>
                    <a:p>
                      <a:pPr lvl="0" algn="ctr">
                        <a:buNone/>
                      </a:pPr>
                      <a:r>
                        <a:rPr lang="en-US" sz="1400">
                          <a:solidFill>
                            <a:schemeClr val="tx1"/>
                          </a:solidFill>
                        </a:rPr>
                        <a:t>Mobile(MS)</a:t>
                      </a:r>
                      <a:endParaRPr lang="en-US" sz="1400"/>
                    </a:p>
                  </a:txBody>
                  <a:tcPr>
                    <a:solidFill>
                      <a:schemeClr val="accent5">
                        <a:lumMod val="20000"/>
                        <a:lumOff val="80000"/>
                      </a:schemeClr>
                    </a:solidFill>
                  </a:tcPr>
                </a:tc>
                <a:tc hMerge="1">
                  <a:txBody>
                    <a:bodyPr/>
                    <a:lstStyle/>
                    <a:p>
                      <a:endParaRPr lang="en-US"/>
                    </a:p>
                  </a:txBody>
                  <a:tcPr/>
                </a:tc>
                <a:tc hMerge="1">
                  <a:txBody>
                    <a:bodyPr/>
                    <a:lstStyle/>
                    <a:p>
                      <a:endParaRPr lang="en-US" sz="1200">
                        <a:solidFill>
                          <a:schemeClr val="tx1"/>
                        </a:solidFill>
                      </a:endParaRPr>
                    </a:p>
                  </a:txBody>
                  <a:tcPr>
                    <a:solidFill>
                      <a:srgbClr val="F5DCF2">
                        <a:alpha val="73000"/>
                      </a:srgb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extLst>
                  <a:ext uri="{0D108BD9-81ED-4DB2-BD59-A6C34878D82A}">
                    <a16:rowId xmlns:a16="http://schemas.microsoft.com/office/drawing/2014/main" val="1182709007"/>
                  </a:ext>
                </a:extLst>
              </a:tr>
              <a:tr h="355824">
                <a:tc>
                  <a:txBody>
                    <a:bodyPr/>
                    <a:lstStyle/>
                    <a:p>
                      <a:r>
                        <a:rPr lang="en-US" sz="1100">
                          <a:solidFill>
                            <a:schemeClr val="bg1"/>
                          </a:solidFill>
                        </a:rPr>
                        <a:t>F</a:t>
                      </a:r>
                    </a:p>
                  </a:txBody>
                  <a:tcPr>
                    <a:solidFill>
                      <a:schemeClr val="tx1"/>
                    </a:solidFill>
                  </a:tcPr>
                </a:tc>
                <a:tc>
                  <a:txBody>
                    <a:bodyPr/>
                    <a:lstStyle/>
                    <a:p>
                      <a:pPr algn="ctr"/>
                      <a:endParaRPr lang="en-US" sz="1400">
                        <a:solidFill>
                          <a:schemeClr val="tx1"/>
                        </a:solidFill>
                      </a:endParaRPr>
                    </a:p>
                  </a:txBody>
                  <a:tcPr/>
                </a:tc>
                <a:tc>
                  <a:txBody>
                    <a:bodyPr/>
                    <a:lstStyle/>
                    <a:p>
                      <a:pPr algn="ctr"/>
                      <a:endParaRPr lang="en-US" sz="1400">
                        <a:solidFill>
                          <a:schemeClr val="tx1"/>
                        </a:solidFill>
                      </a:endParaRPr>
                    </a:p>
                  </a:txBody>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a:txBody>
                    <a:bodyPr/>
                    <a:lstStyle/>
                    <a:p>
                      <a:pPr algn="ctr"/>
                      <a:endParaRPr lang="en-US" sz="1400">
                        <a:solidFill>
                          <a:schemeClr val="tx1"/>
                        </a:solidFill>
                      </a:endParaRPr>
                    </a:p>
                  </a:txBody>
                  <a:tcPr/>
                </a:tc>
                <a:tc>
                  <a:txBody>
                    <a:bodyPr/>
                    <a:lstStyle/>
                    <a:p>
                      <a:pPr algn="ctr"/>
                      <a:endParaRPr lang="en-US" sz="1400">
                        <a:solidFill>
                          <a:schemeClr val="tx1"/>
                        </a:solidFill>
                      </a:endParaRPr>
                    </a:p>
                  </a:txBody>
                  <a:tcPr/>
                </a:tc>
                <a:tc>
                  <a:txBody>
                    <a:bodyPr/>
                    <a:lstStyle/>
                    <a:p>
                      <a:pPr algn="ctr"/>
                      <a:endParaRPr lang="en-US" sz="1400">
                        <a:solidFill>
                          <a:schemeClr val="tx1"/>
                        </a:solidFill>
                      </a:endParaRPr>
                    </a:p>
                  </a:txBody>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tc>
                  <a:txBody>
                    <a:bodyPr/>
                    <a:lstStyle/>
                    <a:p>
                      <a:pPr lvl="0" algn="ctr">
                        <a:buNone/>
                      </a:pPr>
                      <a:r>
                        <a:rPr lang="en-US" sz="1400">
                          <a:solidFill>
                            <a:schemeClr val="tx1"/>
                          </a:solidFill>
                        </a:rPr>
                        <a:t>EESS</a:t>
                      </a:r>
                    </a:p>
                  </a:txBody>
                  <a:tcPr>
                    <a:solidFill>
                      <a:srgbClr val="FFFF00"/>
                    </a:solidFill>
                  </a:tcPr>
                </a:tc>
                <a:tc>
                  <a:txBody>
                    <a:bodyPr/>
                    <a:lstStyle/>
                    <a:p>
                      <a:pPr lvl="0" algn="ctr">
                        <a:buNone/>
                      </a:pPr>
                      <a:r>
                        <a:rPr lang="en-US" sz="1400" b="0" i="0" u="none" strike="noStrike" noProof="0">
                          <a:solidFill>
                            <a:schemeClr val="tx1"/>
                          </a:solidFill>
                          <a:latin typeface="Aptos"/>
                        </a:rPr>
                        <a:t>EESS</a:t>
                      </a:r>
                      <a:endParaRPr lang="en-US" sz="1400"/>
                    </a:p>
                  </a:txBody>
                  <a:tcPr>
                    <a:solidFill>
                      <a:schemeClr val="accent6">
                        <a:lumMod val="20000"/>
                        <a:lumOff val="80000"/>
                      </a:schemeClr>
                    </a:solidFill>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extLst>
                  <a:ext uri="{0D108BD9-81ED-4DB2-BD59-A6C34878D82A}">
                    <a16:rowId xmlns:a16="http://schemas.microsoft.com/office/drawing/2014/main" val="3975560266"/>
                  </a:ext>
                </a:extLst>
              </a:tr>
              <a:tr h="355824">
                <a:tc>
                  <a:txBody>
                    <a:bodyPr/>
                    <a:lstStyle/>
                    <a:p>
                      <a:pPr lvl="0">
                        <a:buNone/>
                      </a:pPr>
                      <a:endParaRPr lang="en-US" sz="1100">
                        <a:solidFill>
                          <a:schemeClr val="bg1"/>
                        </a:solidFill>
                      </a:endParaRPr>
                    </a:p>
                  </a:txBody>
                  <a:tcPr>
                    <a:solidFill>
                      <a:schemeClr val="tx1"/>
                    </a:solidFill>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solidFill>
                      <a:schemeClr val="bg1"/>
                    </a:solidFill>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solidFill>
                      <a:schemeClr val="bg1"/>
                    </a:solidFill>
                  </a:tcPr>
                </a:tc>
                <a:tc>
                  <a:txBody>
                    <a:bodyPr/>
                    <a:lstStyle/>
                    <a:p>
                      <a:pPr lvl="0" algn="ctr">
                        <a:buNone/>
                      </a:pPr>
                      <a:r>
                        <a:rPr lang="en-US" sz="1400" b="0" i="0" u="none" strike="noStrike" noProof="0">
                          <a:solidFill>
                            <a:schemeClr val="tx1"/>
                          </a:solidFill>
                          <a:latin typeface="Aptos"/>
                        </a:rPr>
                        <a:t>RAS</a:t>
                      </a:r>
                    </a:p>
                  </a:txBody>
                  <a:tcPr>
                    <a:solidFill>
                      <a:schemeClr val="accent2">
                        <a:lumMod val="20000"/>
                        <a:lumOff val="80000"/>
                      </a:schemeClr>
                    </a:solidFill>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extLst>
                  <a:ext uri="{0D108BD9-81ED-4DB2-BD59-A6C34878D82A}">
                    <a16:rowId xmlns:a16="http://schemas.microsoft.com/office/drawing/2014/main" val="3556556982"/>
                  </a:ext>
                </a:extLst>
              </a:tr>
              <a:tr h="355824">
                <a:tc>
                  <a:txBody>
                    <a:bodyPr/>
                    <a:lstStyle/>
                    <a:p>
                      <a:pPr lvl="0">
                        <a:buNone/>
                      </a:pPr>
                      <a:endParaRPr lang="en-US" sz="1100">
                        <a:solidFill>
                          <a:schemeClr val="bg1"/>
                        </a:solidFill>
                      </a:endParaRPr>
                    </a:p>
                  </a:txBody>
                  <a:tcPr>
                    <a:solidFill>
                      <a:srgbClr val="FF0000"/>
                    </a:solidFill>
                  </a:tcPr>
                </a:tc>
                <a:tc>
                  <a:txBody>
                    <a:bodyPr/>
                    <a:lstStyle/>
                    <a:p>
                      <a:pPr lvl="0" algn="ctr">
                        <a:buNone/>
                      </a:pPr>
                      <a:r>
                        <a:rPr lang="en-US" sz="1400">
                          <a:solidFill>
                            <a:schemeClr val="tx1"/>
                          </a:solidFill>
                        </a:rPr>
                        <a:t>RLS</a:t>
                      </a:r>
                    </a:p>
                  </a:txBody>
                  <a:tcPr>
                    <a:solidFill>
                      <a:schemeClr val="tx2">
                        <a:lumMod val="10000"/>
                        <a:lumOff val="90000"/>
                      </a:schemeClr>
                    </a:solidFill>
                  </a:tcPr>
                </a:tc>
                <a:tc>
                  <a:txBody>
                    <a:bodyPr/>
                    <a:lstStyle/>
                    <a:p>
                      <a:pPr lvl="0" algn="ctr">
                        <a:buNone/>
                      </a:pPr>
                      <a:endParaRPr lang="en-US" sz="1400">
                        <a:solidFill>
                          <a:schemeClr val="tx1"/>
                        </a:solidFill>
                      </a:endParaRPr>
                    </a:p>
                  </a:txBody>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solidFill>
                      <a:schemeClr val="bg1"/>
                    </a:solidFill>
                  </a:tcPr>
                </a:tc>
                <a:tc>
                  <a:txBody>
                    <a:bodyPr/>
                    <a:lstStyle/>
                    <a:p>
                      <a:pPr lvl="0" algn="ctr">
                        <a:buNone/>
                      </a:pPr>
                      <a:endParaRPr lang="en-US" sz="1400">
                        <a:solidFill>
                          <a:schemeClr val="tx1"/>
                        </a:solidFill>
                      </a:endParaRPr>
                    </a:p>
                  </a:txBody>
                  <a:tcPr>
                    <a:solidFill>
                      <a:schemeClr val="bg1"/>
                    </a:solidFill>
                  </a:tcPr>
                </a:tc>
                <a:tc>
                  <a:txBody>
                    <a:bodyPr/>
                    <a:lstStyle/>
                    <a:p>
                      <a:pPr lvl="0" algn="ctr">
                        <a:buNone/>
                      </a:pPr>
                      <a:endParaRPr lang="en-US" sz="1400">
                        <a:solidFill>
                          <a:schemeClr val="tx1"/>
                        </a:solidFill>
                      </a:endParaRPr>
                    </a:p>
                  </a:txBody>
                  <a:tcPr>
                    <a:solidFill>
                      <a:schemeClr val="bg1"/>
                    </a:solidFill>
                  </a:tcPr>
                </a:tc>
                <a:tc>
                  <a:txBody>
                    <a:bodyPr/>
                    <a:lstStyle/>
                    <a:p>
                      <a:pPr lvl="0" algn="ctr">
                        <a:buNone/>
                      </a:pPr>
                      <a:endParaRPr lang="en-US" sz="1400">
                        <a:solidFill>
                          <a:schemeClr val="tx1"/>
                        </a:solidFill>
                      </a:endParaRPr>
                    </a:p>
                  </a:txBody>
                  <a:tcPr>
                    <a:solidFill>
                      <a:schemeClr val="bg1"/>
                    </a:solidFill>
                  </a:tcPr>
                </a:tc>
                <a:tc>
                  <a:txBody>
                    <a:bodyPr/>
                    <a:lstStyle/>
                    <a:p>
                      <a:pPr lvl="0" algn="ctr">
                        <a:buNone/>
                      </a:pPr>
                      <a:endParaRPr lang="en-US" sz="1400">
                        <a:solidFill>
                          <a:schemeClr val="tx1"/>
                        </a:solidFill>
                      </a:endParaRPr>
                    </a:p>
                  </a:txBody>
                  <a:tcPr>
                    <a:solidFill>
                      <a:schemeClr val="bg1"/>
                    </a:solidFill>
                  </a:tcPr>
                </a:tc>
                <a:tc>
                  <a:txBody>
                    <a:bodyPr/>
                    <a:lstStyle/>
                    <a:p>
                      <a:pPr lvl="0" algn="ctr">
                        <a:buNone/>
                      </a:pPr>
                      <a:endParaRPr lang="en-US" sz="1400">
                        <a:solidFill>
                          <a:schemeClr val="tx1"/>
                        </a:solidFill>
                      </a:endParaRPr>
                    </a:p>
                  </a:txBody>
                  <a:tcPr>
                    <a:solidFill>
                      <a:schemeClr val="bg1"/>
                    </a:solidFill>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gridSpan="5">
                  <a:txBody>
                    <a:bodyPr/>
                    <a:lstStyle/>
                    <a:p>
                      <a:pPr lvl="0" algn="ctr">
                        <a:buNone/>
                      </a:pPr>
                      <a:r>
                        <a:rPr lang="en-US" sz="1400" b="1" i="0" u="none" strike="noStrike" noProof="0">
                          <a:solidFill>
                            <a:schemeClr val="tx1"/>
                          </a:solidFill>
                          <a:latin typeface="Aptos"/>
                        </a:rPr>
                        <a:t>Radiolocation (RLS)</a:t>
                      </a:r>
                      <a:endParaRPr lang="en-US" sz="1400"/>
                    </a:p>
                  </a:txBody>
                  <a:tcPr>
                    <a:solidFill>
                      <a:schemeClr val="tx2">
                        <a:lumMod val="10000"/>
                        <a:lumOff val="90000"/>
                      </a:schemeClr>
                    </a:solidFill>
                  </a:tcPr>
                </a:tc>
                <a:tc hMerge="1">
                  <a:txBody>
                    <a:bodyPr/>
                    <a:lstStyle/>
                    <a:p>
                      <a:endParaRPr lang="en-US"/>
                    </a:p>
                  </a:txBody>
                  <a:tcPr>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5128633"/>
                  </a:ext>
                </a:extLst>
              </a:tr>
              <a:tr h="355824">
                <a:tc>
                  <a:txBody>
                    <a:bodyPr/>
                    <a:lstStyle/>
                    <a:p>
                      <a:pPr lvl="0">
                        <a:buNone/>
                      </a:pPr>
                      <a:endParaRPr lang="en-US" sz="1100">
                        <a:solidFill>
                          <a:schemeClr val="bg1"/>
                        </a:solidFill>
                      </a:endParaRPr>
                    </a:p>
                  </a:txBody>
                  <a:tcPr>
                    <a:solidFill>
                      <a:srgbClr val="FF0000"/>
                    </a:solidFill>
                  </a:tcPr>
                </a:tc>
                <a:tc>
                  <a:txBody>
                    <a:bodyPr/>
                    <a:lstStyle/>
                    <a:p>
                      <a:pPr lvl="0" algn="ctr">
                        <a:buNone/>
                      </a:pPr>
                      <a:endParaRPr lang="en-US" sz="1400">
                        <a:solidFill>
                          <a:schemeClr val="tx1"/>
                        </a:solidFill>
                      </a:endParaRPr>
                    </a:p>
                  </a:txBody>
                  <a:tcPr>
                    <a:solidFill>
                      <a:schemeClr val="bg2">
                        <a:lumMod val="90000"/>
                      </a:schemeClr>
                    </a:solidFill>
                  </a:tcPr>
                </a:tc>
                <a:tc>
                  <a:txBody>
                    <a:bodyPr/>
                    <a:lstStyle/>
                    <a:p>
                      <a:pPr lvl="0" algn="ctr">
                        <a:buNone/>
                      </a:pPr>
                      <a:endParaRPr lang="en-US" sz="1400">
                        <a:solidFill>
                          <a:schemeClr val="tx1"/>
                        </a:solidFill>
                      </a:endParaRPr>
                    </a:p>
                  </a:txBody>
                  <a:tcPr>
                    <a:solidFill>
                      <a:schemeClr val="bg2">
                        <a:lumMod val="90000"/>
                      </a:schemeClr>
                    </a:solidFill>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solidFill>
                      <a:schemeClr val="bg1"/>
                    </a:solidFill>
                  </a:tcPr>
                </a:tc>
                <a:tc gridSpan="6">
                  <a:txBody>
                    <a:bodyPr/>
                    <a:lstStyle/>
                    <a:p>
                      <a:pPr lvl="0" algn="ctr">
                        <a:buNone/>
                      </a:pPr>
                      <a:r>
                        <a:rPr lang="en-US" sz="1400">
                          <a:solidFill>
                            <a:schemeClr val="tx1"/>
                          </a:solidFill>
                        </a:rPr>
                        <a:t>Space </a:t>
                      </a:r>
                      <a:r>
                        <a:rPr lang="en-US" sz="1400" err="1">
                          <a:solidFill>
                            <a:schemeClr val="tx1"/>
                          </a:solidFill>
                        </a:rPr>
                        <a:t>Researc</a:t>
                      </a:r>
                      <a:r>
                        <a:rPr lang="en-US" sz="1400">
                          <a:solidFill>
                            <a:schemeClr val="tx1"/>
                          </a:solidFill>
                        </a:rPr>
                        <a:t> (SRS)</a:t>
                      </a:r>
                    </a:p>
                  </a:txBody>
                  <a:tcPr>
                    <a:solidFill>
                      <a:schemeClr val="bg2">
                        <a:lumMod val="90000"/>
                      </a:schemeClr>
                    </a:solidFill>
                  </a:tcPr>
                </a:tc>
                <a:tc hMerge="1">
                  <a:txBody>
                    <a:bodyPr/>
                    <a:lstStyle/>
                    <a:p>
                      <a:endParaRPr lang="en-US"/>
                    </a:p>
                  </a:txBody>
                  <a:tcPr>
                    <a:solidFill>
                      <a:schemeClr val="bg1"/>
                    </a:solidFill>
                  </a:tcPr>
                </a:tc>
                <a:tc hMerge="1">
                  <a:txBody>
                    <a:bodyPr/>
                    <a:lstStyle/>
                    <a:p>
                      <a:endParaRPr lang="en-US"/>
                    </a:p>
                  </a:txBody>
                  <a:tcPr>
                    <a:solidFill>
                      <a:schemeClr val="bg1"/>
                    </a:solidFill>
                  </a:tcPr>
                </a:tc>
                <a:tc hMerge="1">
                  <a:txBody>
                    <a:bodyPr/>
                    <a:lstStyle/>
                    <a:p>
                      <a:endParaRPr lang="en-US"/>
                    </a:p>
                  </a:txBody>
                  <a:tcPr>
                    <a:solidFill>
                      <a:schemeClr val="bg1"/>
                    </a:solidFill>
                  </a:tcPr>
                </a:tc>
                <a:tc hMerge="1">
                  <a:txBody>
                    <a:bodyPr/>
                    <a:lstStyle/>
                    <a:p>
                      <a:endParaRPr lang="en-US"/>
                    </a:p>
                  </a:txBody>
                  <a:tcPr>
                    <a:solidFill>
                      <a:schemeClr val="bg1"/>
                    </a:solidFill>
                  </a:tcPr>
                </a:tc>
                <a:tc hMerge="1">
                  <a:txBody>
                    <a:bodyPr/>
                    <a:lstStyle/>
                    <a:p>
                      <a:endParaRPr lang="en-US"/>
                    </a:p>
                  </a:txBody>
                  <a:tcPr>
                    <a:solidFill>
                      <a:schemeClr val="bg1"/>
                    </a:solidFill>
                  </a:tcPr>
                </a:tc>
                <a:tc gridSpan="3">
                  <a:txBody>
                    <a:bodyPr/>
                    <a:lstStyle/>
                    <a:p>
                      <a:pPr lvl="0" algn="ctr">
                        <a:buNone/>
                      </a:pPr>
                      <a:r>
                        <a:rPr lang="en-US" sz="1400" b="1" i="0" u="none" strike="noStrike" noProof="0">
                          <a:solidFill>
                            <a:schemeClr val="tx1"/>
                          </a:solidFill>
                          <a:latin typeface="Aptos"/>
                        </a:rPr>
                        <a:t>Aeronautical Radionavigation (AR)</a:t>
                      </a:r>
                      <a:endParaRPr lang="en-US" sz="1400" dirty="0"/>
                    </a:p>
                  </a:txBody>
                  <a:tcPr>
                    <a:solidFill>
                      <a:srgbClr val="7030A0">
                        <a:alpha val="48000"/>
                      </a:srgbClr>
                    </a:solidFill>
                  </a:tcPr>
                </a:tc>
                <a:tc hMerge="1">
                  <a:txBody>
                    <a:bodyPr/>
                    <a:lstStyle/>
                    <a:p>
                      <a:endParaRPr lang="en-US"/>
                    </a:p>
                  </a:txBody>
                  <a:tcPr>
                    <a:solidFill>
                      <a:schemeClr val="bg1"/>
                    </a:solidFill>
                  </a:tcPr>
                </a:tc>
                <a:tc hMerge="1">
                  <a:txBody>
                    <a:bodyPr/>
                    <a:lstStyle/>
                    <a:p>
                      <a:endParaRPr lang="en-US"/>
                    </a:p>
                  </a:txBody>
                  <a:tcPr/>
                </a:tc>
                <a:tc>
                  <a:txBody>
                    <a:bodyPr/>
                    <a:lstStyle/>
                    <a:p>
                      <a:pPr lvl="0" algn="ctr">
                        <a:buNone/>
                      </a:pPr>
                      <a:endParaRPr lang="en-US" sz="1400">
                        <a:solidFill>
                          <a:schemeClr val="tx1"/>
                        </a:solidFill>
                      </a:endParaRPr>
                    </a:p>
                  </a:txBody>
                  <a:tcPr/>
                </a:tc>
                <a:tc>
                  <a:txBody>
                    <a:bodyPr/>
                    <a:lstStyle/>
                    <a:p>
                      <a:pPr lvl="0" algn="ctr">
                        <a:buNone/>
                      </a:pPr>
                      <a:r>
                        <a:rPr lang="en-US" sz="1400">
                          <a:solidFill>
                            <a:schemeClr val="tx1"/>
                          </a:solidFill>
                        </a:rPr>
                        <a:t>SRS</a:t>
                      </a:r>
                    </a:p>
                  </a:txBody>
                  <a:tcPr>
                    <a:solidFill>
                      <a:schemeClr val="bg2">
                        <a:lumMod val="90000"/>
                      </a:schemeClr>
                    </a:solidFill>
                  </a:tcPr>
                </a:tc>
                <a:extLst>
                  <a:ext uri="{0D108BD9-81ED-4DB2-BD59-A6C34878D82A}">
                    <a16:rowId xmlns:a16="http://schemas.microsoft.com/office/drawing/2014/main" val="595740381"/>
                  </a:ext>
                </a:extLst>
              </a:tr>
              <a:tr h="355824">
                <a:tc>
                  <a:txBody>
                    <a:bodyPr/>
                    <a:lstStyle/>
                    <a:p>
                      <a:pPr lvl="0">
                        <a:buNone/>
                      </a:pPr>
                      <a:endParaRPr lang="en-US" sz="1100">
                        <a:solidFill>
                          <a:schemeClr val="bg1"/>
                        </a:solidFill>
                      </a:endParaRPr>
                    </a:p>
                  </a:txBody>
                  <a:tcPr>
                    <a:solidFill>
                      <a:schemeClr val="accent6">
                        <a:lumMod val="75000"/>
                      </a:schemeClr>
                    </a:solidFill>
                  </a:tcPr>
                </a:tc>
                <a:tc>
                  <a:txBody>
                    <a:bodyPr/>
                    <a:lstStyle/>
                    <a:p>
                      <a:pPr lvl="0" algn="ctr">
                        <a:buNone/>
                      </a:pPr>
                      <a:endParaRPr lang="en-US" sz="1400">
                        <a:solidFill>
                          <a:schemeClr val="tx1"/>
                        </a:solidFill>
                      </a:endParaRPr>
                    </a:p>
                  </a:txBody>
                  <a:tcPr/>
                </a:tc>
                <a:tc gridSpan="6">
                  <a:txBody>
                    <a:bodyPr/>
                    <a:lstStyle/>
                    <a:p>
                      <a:pPr lvl="0" algn="ctr">
                        <a:buNone/>
                      </a:pPr>
                      <a:r>
                        <a:rPr lang="en-US" sz="1400">
                          <a:solidFill>
                            <a:schemeClr val="tx1"/>
                          </a:solidFill>
                        </a:rPr>
                        <a:t>Mobile-</a:t>
                      </a:r>
                      <a:r>
                        <a:rPr lang="en-US" sz="1400" err="1">
                          <a:solidFill>
                            <a:schemeClr val="tx1"/>
                          </a:solidFill>
                        </a:rPr>
                        <a:t>Satelite</a:t>
                      </a:r>
                      <a:r>
                        <a:rPr lang="en-US" sz="1400">
                          <a:solidFill>
                            <a:schemeClr val="tx1"/>
                          </a:solidFill>
                        </a:rPr>
                        <a:t> (MSS)</a:t>
                      </a:r>
                    </a:p>
                  </a:txBody>
                  <a:tcPr>
                    <a:solidFill>
                      <a:srgbClr val="FFFF00"/>
                    </a:solidFill>
                  </a:tcPr>
                </a:tc>
                <a:tc hMerge="1">
                  <a:txBody>
                    <a:bodyPr/>
                    <a:lstStyle/>
                    <a:p>
                      <a:endParaRPr lang="en-US"/>
                    </a:p>
                  </a:txBody>
                  <a:tcPr>
                    <a:solidFill>
                      <a:schemeClr val="bg2">
                        <a:lumMod val="90000"/>
                      </a:schemeClr>
                    </a:solidFill>
                  </a:tcPr>
                </a:tc>
                <a:tc hMerge="1">
                  <a:txBody>
                    <a:bodyPr/>
                    <a:lstStyle/>
                    <a:p>
                      <a:endParaRPr lang="en-US"/>
                    </a:p>
                  </a:txBody>
                  <a:tcPr>
                    <a:solidFill>
                      <a:schemeClr val="bg2">
                        <a:lumMod val="90000"/>
                      </a:schemeClr>
                    </a:solidFill>
                  </a:tcPr>
                </a:tc>
                <a:tc hMerge="1">
                  <a:txBody>
                    <a:bodyPr/>
                    <a:lstStyle/>
                    <a:p>
                      <a:endParaRPr lang="en-US"/>
                    </a:p>
                  </a:txBody>
                  <a:tcPr>
                    <a:solidFill>
                      <a:schemeClr val="bg2">
                        <a:lumMod val="90000"/>
                      </a:schemeClr>
                    </a:solidFill>
                  </a:tcPr>
                </a:tc>
                <a:tc hMerge="1">
                  <a:txBody>
                    <a:bodyPr/>
                    <a:lstStyle/>
                    <a:p>
                      <a:endParaRPr lang="en-US"/>
                    </a:p>
                  </a:txBody>
                  <a:tcPr>
                    <a:solidFill>
                      <a:schemeClr val="bg2">
                        <a:lumMod val="90000"/>
                      </a:schemeClr>
                    </a:solidFill>
                  </a:tcPr>
                </a:tc>
                <a:tc hMerge="1">
                  <a:txBody>
                    <a:bodyPr/>
                    <a:lstStyle/>
                    <a:p>
                      <a:endParaRPr lang="en-US"/>
                    </a:p>
                  </a:txBody>
                  <a:tcPr>
                    <a:solidFill>
                      <a:schemeClr val="bg2">
                        <a:lumMod val="90000"/>
                      </a:schemeClr>
                    </a:solidFill>
                  </a:tcPr>
                </a:tc>
                <a:tc>
                  <a:txBody>
                    <a:bodyPr/>
                    <a:lstStyle/>
                    <a:p>
                      <a:pPr lvl="0" algn="ctr">
                        <a:buNone/>
                      </a:pPr>
                      <a:endParaRPr lang="en-US" sz="1400">
                        <a:solidFill>
                          <a:schemeClr val="tx1"/>
                        </a:solidFill>
                      </a:endParaRPr>
                    </a:p>
                  </a:txBody>
                  <a:tcPr>
                    <a:solidFill>
                      <a:schemeClr val="bg1"/>
                    </a:solidFill>
                  </a:tcPr>
                </a:tc>
                <a:tc>
                  <a:txBody>
                    <a:bodyPr/>
                    <a:lstStyle/>
                    <a:p>
                      <a:pPr lvl="0" algn="ctr">
                        <a:buNone/>
                      </a:pPr>
                      <a:endParaRPr lang="en-US" sz="1400">
                        <a:solidFill>
                          <a:schemeClr val="tx1"/>
                        </a:solidFill>
                      </a:endParaRPr>
                    </a:p>
                  </a:txBody>
                  <a:tcPr>
                    <a:solidFill>
                      <a:schemeClr val="bg1"/>
                    </a:solidFill>
                  </a:tcPr>
                </a:tc>
                <a:tc>
                  <a:txBody>
                    <a:bodyPr/>
                    <a:lstStyle/>
                    <a:p>
                      <a:pPr lvl="0" algn="ctr">
                        <a:buNone/>
                      </a:pPr>
                      <a:endParaRPr lang="en-US" sz="1400">
                        <a:solidFill>
                          <a:schemeClr val="tx1"/>
                        </a:solidFill>
                      </a:endParaRPr>
                    </a:p>
                  </a:txBody>
                  <a:tcPr>
                    <a:solidFill>
                      <a:schemeClr val="bg1"/>
                    </a:solidFill>
                  </a:tcPr>
                </a:tc>
                <a:tc>
                  <a:txBody>
                    <a:bodyPr/>
                    <a:lstStyle/>
                    <a:p>
                      <a:pPr lvl="0" algn="ctr">
                        <a:buNone/>
                      </a:pPr>
                      <a:endParaRPr lang="en-US" sz="1400">
                        <a:solidFill>
                          <a:schemeClr val="tx1"/>
                        </a:solidFill>
                      </a:endParaRPr>
                    </a:p>
                  </a:txBody>
                  <a:tcPr>
                    <a:solidFill>
                      <a:schemeClr val="bg1"/>
                    </a:solidFill>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extLst>
                  <a:ext uri="{0D108BD9-81ED-4DB2-BD59-A6C34878D82A}">
                    <a16:rowId xmlns:a16="http://schemas.microsoft.com/office/drawing/2014/main" val="1776570244"/>
                  </a:ext>
                </a:extLst>
              </a:tr>
              <a:tr h="350761">
                <a:tc>
                  <a:txBody>
                    <a:bodyPr/>
                    <a:lstStyle/>
                    <a:p>
                      <a:pPr lvl="0">
                        <a:buNone/>
                      </a:pPr>
                      <a:endParaRPr lang="en-US" sz="1100">
                        <a:solidFill>
                          <a:schemeClr val="bg1"/>
                        </a:solidFill>
                      </a:endParaRPr>
                    </a:p>
                  </a:txBody>
                  <a:tcPr>
                    <a:solidFill>
                      <a:schemeClr val="accent6">
                        <a:lumMod val="75000"/>
                      </a:schemeClr>
                    </a:solidFill>
                  </a:tcPr>
                </a:tc>
                <a:tc gridSpan="7">
                  <a:txBody>
                    <a:bodyPr/>
                    <a:lstStyle/>
                    <a:p>
                      <a:pPr lvl="0" algn="ctr">
                        <a:buNone/>
                      </a:pPr>
                      <a:r>
                        <a:rPr lang="en-US" sz="1400">
                          <a:solidFill>
                            <a:schemeClr val="tx1"/>
                          </a:solidFill>
                        </a:rPr>
                        <a:t>Fixed Satellite (FSS)</a:t>
                      </a:r>
                    </a:p>
                  </a:txBody>
                  <a:tcPr>
                    <a:solidFill>
                      <a:schemeClr val="tx2">
                        <a:lumMod val="25000"/>
                        <a:lumOff val="75000"/>
                      </a:schemeClr>
                    </a:solidFill>
                  </a:tcPr>
                </a:tc>
                <a:tc hMerge="1">
                  <a:txBody>
                    <a:bodyPr/>
                    <a:lstStyle/>
                    <a:p>
                      <a:endParaRPr lang="en-US"/>
                    </a:p>
                  </a:txBody>
                  <a:tcPr>
                    <a:solidFill>
                      <a:srgbClr val="FFFF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lvl="0" algn="ctr">
                        <a:buNone/>
                      </a:pPr>
                      <a:endParaRPr lang="en-US" sz="1400">
                        <a:solidFill>
                          <a:schemeClr val="tx1"/>
                        </a:solidFill>
                      </a:endParaRPr>
                    </a:p>
                  </a:txBody>
                  <a:tcPr>
                    <a:solidFill>
                      <a:schemeClr val="bg1"/>
                    </a:solidFill>
                  </a:tcPr>
                </a:tc>
                <a:tc>
                  <a:txBody>
                    <a:bodyPr/>
                    <a:lstStyle/>
                    <a:p>
                      <a:pPr lvl="0" algn="ctr">
                        <a:buNone/>
                      </a:pPr>
                      <a:endParaRPr lang="en-US" sz="1400">
                        <a:solidFill>
                          <a:schemeClr val="tx1"/>
                        </a:solidFill>
                      </a:endParaRPr>
                    </a:p>
                  </a:txBody>
                  <a:tcPr>
                    <a:solidFill>
                      <a:schemeClr val="bg1"/>
                    </a:solidFill>
                  </a:tcPr>
                </a:tc>
                <a:tc>
                  <a:txBody>
                    <a:bodyPr/>
                    <a:lstStyle/>
                    <a:p>
                      <a:pPr lvl="0" algn="ctr">
                        <a:buNone/>
                      </a:pPr>
                      <a:endParaRPr lang="en-US" sz="1400">
                        <a:solidFill>
                          <a:schemeClr val="tx1"/>
                        </a:solidFill>
                      </a:endParaRPr>
                    </a:p>
                  </a:txBody>
                  <a:tcPr>
                    <a:solidFill>
                      <a:schemeClr val="bg1"/>
                    </a:solidFill>
                  </a:tcPr>
                </a:tc>
                <a:tc>
                  <a:txBody>
                    <a:bodyPr/>
                    <a:lstStyle/>
                    <a:p>
                      <a:pPr lvl="0" algn="ctr">
                        <a:buNone/>
                      </a:pPr>
                      <a:endParaRPr lang="en-US" sz="1400">
                        <a:solidFill>
                          <a:schemeClr val="tx1"/>
                        </a:solidFill>
                      </a:endParaRPr>
                    </a:p>
                  </a:txBody>
                  <a:tcPr>
                    <a:solidFill>
                      <a:schemeClr val="bg1"/>
                    </a:solidFill>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extLst>
                  <a:ext uri="{0D108BD9-81ED-4DB2-BD59-A6C34878D82A}">
                    <a16:rowId xmlns:a16="http://schemas.microsoft.com/office/drawing/2014/main" val="4024527611"/>
                  </a:ext>
                </a:extLst>
              </a:tr>
            </a:tbl>
          </a:graphicData>
        </a:graphic>
      </p:graphicFrame>
      <p:sp>
        <p:nvSpPr>
          <p:cNvPr id="4" name="Title 1">
            <a:extLst>
              <a:ext uri="{FF2B5EF4-FFF2-40B4-BE49-F238E27FC236}">
                <a16:creationId xmlns:a16="http://schemas.microsoft.com/office/drawing/2014/main" id="{1032E0B9-4EEF-0249-8894-B5AE48C64F97}"/>
              </a:ext>
            </a:extLst>
          </p:cNvPr>
          <p:cNvSpPr>
            <a:spLocks noGrp="1"/>
          </p:cNvSpPr>
          <p:nvPr/>
        </p:nvSpPr>
        <p:spPr>
          <a:xfrm>
            <a:off x="741438" y="47594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a:latin typeface="Times New Roman"/>
                <a:ea typeface="+mj-lt"/>
                <a:cs typeface="+mj-lt"/>
              </a:rPr>
              <a:t>13.75-17.1 GHz</a:t>
            </a:r>
            <a:endParaRPr lang="en-US">
              <a:latin typeface="Times New Roman"/>
              <a:cs typeface="Times New Roman"/>
            </a:endParaRPr>
          </a:p>
        </p:txBody>
      </p:sp>
      <p:sp>
        <p:nvSpPr>
          <p:cNvPr id="6" name="Rectangle 5">
            <a:extLst>
              <a:ext uri="{FF2B5EF4-FFF2-40B4-BE49-F238E27FC236}">
                <a16:creationId xmlns:a16="http://schemas.microsoft.com/office/drawing/2014/main" id="{39FEC592-A94B-5B8B-10B9-3BEC7D4C6370}"/>
              </a:ext>
            </a:extLst>
          </p:cNvPr>
          <p:cNvSpPr/>
          <p:nvPr/>
        </p:nvSpPr>
        <p:spPr>
          <a:xfrm>
            <a:off x="8200571" y="3314094"/>
            <a:ext cx="3156857" cy="314477"/>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560D455-80DA-D9EF-7ADB-DF6785CBF4B9}"/>
              </a:ext>
            </a:extLst>
          </p:cNvPr>
          <p:cNvSpPr/>
          <p:nvPr/>
        </p:nvSpPr>
        <p:spPr>
          <a:xfrm>
            <a:off x="737808" y="3314093"/>
            <a:ext cx="580572" cy="314477"/>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7696322-9155-110D-A859-1DD9A463B6ED}"/>
              </a:ext>
            </a:extLst>
          </p:cNvPr>
          <p:cNvSpPr/>
          <p:nvPr/>
        </p:nvSpPr>
        <p:spPr>
          <a:xfrm>
            <a:off x="737807" y="3628568"/>
            <a:ext cx="1221619" cy="532191"/>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028E39F-4DCA-9553-32B4-B60D30154BD7}"/>
              </a:ext>
            </a:extLst>
          </p:cNvPr>
          <p:cNvSpPr/>
          <p:nvPr/>
        </p:nvSpPr>
        <p:spPr>
          <a:xfrm>
            <a:off x="4451044" y="3628567"/>
            <a:ext cx="3749523" cy="532191"/>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D160BF1-BB38-91C5-8813-6F2C13BED405}"/>
              </a:ext>
            </a:extLst>
          </p:cNvPr>
          <p:cNvSpPr/>
          <p:nvPr/>
        </p:nvSpPr>
        <p:spPr>
          <a:xfrm>
            <a:off x="10704280" y="3628566"/>
            <a:ext cx="653143" cy="532191"/>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37F044B-61E5-2779-7B51-27D05312DAD8}"/>
              </a:ext>
            </a:extLst>
          </p:cNvPr>
          <p:cNvSpPr/>
          <p:nvPr/>
        </p:nvSpPr>
        <p:spPr>
          <a:xfrm>
            <a:off x="3156853" y="2019900"/>
            <a:ext cx="4426856" cy="604762"/>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0746955-978C-8B50-8B30-A65490609208}"/>
              </a:ext>
            </a:extLst>
          </p:cNvPr>
          <p:cNvSpPr txBox="1"/>
          <p:nvPr/>
        </p:nvSpPr>
        <p:spPr>
          <a:xfrm>
            <a:off x="527352" y="5147733"/>
            <a:ext cx="9262533"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000"/>
              <a:t>RLS, SRS, FS and MS are the largest allocations in this part of the spectrum. </a:t>
            </a:r>
          </a:p>
          <a:p>
            <a:pPr marL="342900" indent="-342900">
              <a:buFont typeface="Arial"/>
              <a:buChar char="•"/>
            </a:pPr>
            <a:r>
              <a:rPr lang="en-US" sz="2000"/>
              <a:t>200 MHz between 14.2 – 14.4 GHz is not allocated for federal use.</a:t>
            </a:r>
            <a:endParaRPr lang="en-US" sz="2400"/>
          </a:p>
        </p:txBody>
      </p:sp>
      <p:sp>
        <p:nvSpPr>
          <p:cNvPr id="15" name="Rectangle 14">
            <a:extLst>
              <a:ext uri="{FF2B5EF4-FFF2-40B4-BE49-F238E27FC236}">
                <a16:creationId xmlns:a16="http://schemas.microsoft.com/office/drawing/2014/main" id="{128CE461-27F3-2258-E973-77FEA074A7B1}"/>
              </a:ext>
            </a:extLst>
          </p:cNvPr>
          <p:cNvSpPr/>
          <p:nvPr/>
        </p:nvSpPr>
        <p:spPr>
          <a:xfrm>
            <a:off x="1971520" y="1740765"/>
            <a:ext cx="1197429" cy="3181047"/>
          </a:xfrm>
          <a:prstGeom prst="rec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1B80D7-487E-CBCA-B46F-BEF9323C71C5}"/>
              </a:ext>
            </a:extLst>
          </p:cNvPr>
          <p:cNvSpPr/>
          <p:nvPr/>
        </p:nvSpPr>
        <p:spPr>
          <a:xfrm>
            <a:off x="701518" y="4523613"/>
            <a:ext cx="4414761" cy="387049"/>
          </a:xfrm>
          <a:prstGeom prst="rect">
            <a:avLst/>
          </a:prstGeom>
          <a:noFill/>
          <a:ln w="57150">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BF4F14"/>
              </a:solidFill>
            </a:endParaRPr>
          </a:p>
        </p:txBody>
      </p:sp>
    </p:spTree>
    <p:extLst>
      <p:ext uri="{BB962C8B-B14F-4D97-AF65-F5344CB8AC3E}">
        <p14:creationId xmlns:p14="http://schemas.microsoft.com/office/powerpoint/2010/main" val="36012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B99E642-E7D3-B231-4F8F-1F91BBE90028}"/>
              </a:ext>
            </a:extLst>
          </p:cNvPr>
          <p:cNvSpPr/>
          <p:nvPr/>
        </p:nvSpPr>
        <p:spPr>
          <a:xfrm>
            <a:off x="0" y="-3175"/>
            <a:ext cx="12192000" cy="1524039"/>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T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7CB8CC4F-10BA-9230-438F-6B150E9D0211}"/>
                  </a:ext>
                </a:extLst>
              </p14:cNvPr>
              <p14:cNvContentPartPr/>
              <p14:nvPr/>
            </p14:nvContentPartPr>
            <p14:xfrm>
              <a:off x="506301" y="525275"/>
              <a:ext cx="11183760" cy="360"/>
            </p14:xfrm>
          </p:contentPart>
        </mc:Choice>
        <mc:Fallback xmlns="">
          <p:pic>
            <p:nvPicPr>
              <p:cNvPr id="7" name="Ink 6">
                <a:extLst>
                  <a:ext uri="{FF2B5EF4-FFF2-40B4-BE49-F238E27FC236}">
                    <a16:creationId xmlns:a16="http://schemas.microsoft.com/office/drawing/2014/main" id="{7CB8CC4F-10BA-9230-438F-6B150E9D0211}"/>
                  </a:ext>
                </a:extLst>
              </p:cNvPr>
              <p:cNvPicPr/>
              <p:nvPr/>
            </p:nvPicPr>
            <p:blipFill>
              <a:blip r:embed="rId4"/>
              <a:stretch>
                <a:fillRect/>
              </a:stretch>
            </p:blipFill>
            <p:spPr>
              <a:xfrm>
                <a:off x="470302" y="489275"/>
                <a:ext cx="11255398" cy="72000"/>
              </a:xfrm>
              <a:prstGeom prst="rect">
                <a:avLst/>
              </a:prstGeom>
            </p:spPr>
          </p:pic>
        </mc:Fallback>
      </mc:AlternateContent>
      <p:sp>
        <p:nvSpPr>
          <p:cNvPr id="9" name="TextBox 8">
            <a:extLst>
              <a:ext uri="{FF2B5EF4-FFF2-40B4-BE49-F238E27FC236}">
                <a16:creationId xmlns:a16="http://schemas.microsoft.com/office/drawing/2014/main" id="{D20471DB-9FB5-200D-8C40-ED81ABC17926}"/>
              </a:ext>
            </a:extLst>
          </p:cNvPr>
          <p:cNvSpPr txBox="1"/>
          <p:nvPr/>
        </p:nvSpPr>
        <p:spPr>
          <a:xfrm>
            <a:off x="411237" y="1209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solidFill>
                  <a:schemeClr val="accent1"/>
                </a:solidFill>
                <a:latin typeface="Times New Roman"/>
                <a:cs typeface="Times New Roman"/>
              </a:rPr>
              <a:t>RIT</a:t>
            </a:r>
          </a:p>
        </p:txBody>
      </p:sp>
      <p:graphicFrame>
        <p:nvGraphicFramePr>
          <p:cNvPr id="2" name="Table 1">
            <a:extLst>
              <a:ext uri="{FF2B5EF4-FFF2-40B4-BE49-F238E27FC236}">
                <a16:creationId xmlns:a16="http://schemas.microsoft.com/office/drawing/2014/main" id="{C9575A3D-8F70-571D-8C1B-D91D6BCA45F5}"/>
              </a:ext>
            </a:extLst>
          </p:cNvPr>
          <p:cNvGraphicFramePr>
            <a:graphicFrameLocks noGrp="1"/>
          </p:cNvGraphicFramePr>
          <p:nvPr/>
        </p:nvGraphicFramePr>
        <p:xfrm>
          <a:off x="423333" y="1717523"/>
          <a:ext cx="10939246" cy="3176137"/>
        </p:xfrm>
        <a:graphic>
          <a:graphicData uri="http://schemas.openxmlformats.org/drawingml/2006/table">
            <a:tbl>
              <a:tblPr firstRow="1" bandRow="1">
                <a:tableStyleId>{5940675A-B579-460E-94D1-54222C63F5DA}</a:tableStyleId>
              </a:tblPr>
              <a:tblGrid>
                <a:gridCol w="278189">
                  <a:extLst>
                    <a:ext uri="{9D8B030D-6E8A-4147-A177-3AD203B41FA5}">
                      <a16:colId xmlns:a16="http://schemas.microsoft.com/office/drawing/2014/main" val="4043975947"/>
                    </a:ext>
                  </a:extLst>
                </a:gridCol>
                <a:gridCol w="627121">
                  <a:extLst>
                    <a:ext uri="{9D8B030D-6E8A-4147-A177-3AD203B41FA5}">
                      <a16:colId xmlns:a16="http://schemas.microsoft.com/office/drawing/2014/main" val="1686699970"/>
                    </a:ext>
                  </a:extLst>
                </a:gridCol>
                <a:gridCol w="627121">
                  <a:extLst>
                    <a:ext uri="{9D8B030D-6E8A-4147-A177-3AD203B41FA5}">
                      <a16:colId xmlns:a16="http://schemas.microsoft.com/office/drawing/2014/main" val="4105368480"/>
                    </a:ext>
                  </a:extLst>
                </a:gridCol>
                <a:gridCol w="627121">
                  <a:extLst>
                    <a:ext uri="{9D8B030D-6E8A-4147-A177-3AD203B41FA5}">
                      <a16:colId xmlns:a16="http://schemas.microsoft.com/office/drawing/2014/main" val="3493256866"/>
                    </a:ext>
                  </a:extLst>
                </a:gridCol>
                <a:gridCol w="627121">
                  <a:extLst>
                    <a:ext uri="{9D8B030D-6E8A-4147-A177-3AD203B41FA5}">
                      <a16:colId xmlns:a16="http://schemas.microsoft.com/office/drawing/2014/main" val="1619190838"/>
                    </a:ext>
                  </a:extLst>
                </a:gridCol>
                <a:gridCol w="627121">
                  <a:extLst>
                    <a:ext uri="{9D8B030D-6E8A-4147-A177-3AD203B41FA5}">
                      <a16:colId xmlns:a16="http://schemas.microsoft.com/office/drawing/2014/main" val="1861375321"/>
                    </a:ext>
                  </a:extLst>
                </a:gridCol>
                <a:gridCol w="627121">
                  <a:extLst>
                    <a:ext uri="{9D8B030D-6E8A-4147-A177-3AD203B41FA5}">
                      <a16:colId xmlns:a16="http://schemas.microsoft.com/office/drawing/2014/main" val="769757790"/>
                    </a:ext>
                  </a:extLst>
                </a:gridCol>
                <a:gridCol w="627121">
                  <a:extLst>
                    <a:ext uri="{9D8B030D-6E8A-4147-A177-3AD203B41FA5}">
                      <a16:colId xmlns:a16="http://schemas.microsoft.com/office/drawing/2014/main" val="3185515174"/>
                    </a:ext>
                  </a:extLst>
                </a:gridCol>
                <a:gridCol w="627121">
                  <a:extLst>
                    <a:ext uri="{9D8B030D-6E8A-4147-A177-3AD203B41FA5}">
                      <a16:colId xmlns:a16="http://schemas.microsoft.com/office/drawing/2014/main" val="2864573796"/>
                    </a:ext>
                  </a:extLst>
                </a:gridCol>
                <a:gridCol w="627121">
                  <a:extLst>
                    <a:ext uri="{9D8B030D-6E8A-4147-A177-3AD203B41FA5}">
                      <a16:colId xmlns:a16="http://schemas.microsoft.com/office/drawing/2014/main" val="260775510"/>
                    </a:ext>
                  </a:extLst>
                </a:gridCol>
                <a:gridCol w="627121">
                  <a:extLst>
                    <a:ext uri="{9D8B030D-6E8A-4147-A177-3AD203B41FA5}">
                      <a16:colId xmlns:a16="http://schemas.microsoft.com/office/drawing/2014/main" val="2290538716"/>
                    </a:ext>
                  </a:extLst>
                </a:gridCol>
                <a:gridCol w="627121">
                  <a:extLst>
                    <a:ext uri="{9D8B030D-6E8A-4147-A177-3AD203B41FA5}">
                      <a16:colId xmlns:a16="http://schemas.microsoft.com/office/drawing/2014/main" val="472924852"/>
                    </a:ext>
                  </a:extLst>
                </a:gridCol>
                <a:gridCol w="627121">
                  <a:extLst>
                    <a:ext uri="{9D8B030D-6E8A-4147-A177-3AD203B41FA5}">
                      <a16:colId xmlns:a16="http://schemas.microsoft.com/office/drawing/2014/main" val="671993662"/>
                    </a:ext>
                  </a:extLst>
                </a:gridCol>
                <a:gridCol w="627121">
                  <a:extLst>
                    <a:ext uri="{9D8B030D-6E8A-4147-A177-3AD203B41FA5}">
                      <a16:colId xmlns:a16="http://schemas.microsoft.com/office/drawing/2014/main" val="2212984000"/>
                    </a:ext>
                  </a:extLst>
                </a:gridCol>
                <a:gridCol w="627121">
                  <a:extLst>
                    <a:ext uri="{9D8B030D-6E8A-4147-A177-3AD203B41FA5}">
                      <a16:colId xmlns:a16="http://schemas.microsoft.com/office/drawing/2014/main" val="3471332156"/>
                    </a:ext>
                  </a:extLst>
                </a:gridCol>
                <a:gridCol w="627121">
                  <a:extLst>
                    <a:ext uri="{9D8B030D-6E8A-4147-A177-3AD203B41FA5}">
                      <a16:colId xmlns:a16="http://schemas.microsoft.com/office/drawing/2014/main" val="3660531011"/>
                    </a:ext>
                  </a:extLst>
                </a:gridCol>
                <a:gridCol w="627121">
                  <a:extLst>
                    <a:ext uri="{9D8B030D-6E8A-4147-A177-3AD203B41FA5}">
                      <a16:colId xmlns:a16="http://schemas.microsoft.com/office/drawing/2014/main" val="2251779116"/>
                    </a:ext>
                  </a:extLst>
                </a:gridCol>
                <a:gridCol w="627121">
                  <a:extLst>
                    <a:ext uri="{9D8B030D-6E8A-4147-A177-3AD203B41FA5}">
                      <a16:colId xmlns:a16="http://schemas.microsoft.com/office/drawing/2014/main" val="186494649"/>
                    </a:ext>
                  </a:extLst>
                </a:gridCol>
              </a:tblGrid>
              <a:tr h="211799">
                <a:tc>
                  <a:txBody>
                    <a:bodyPr/>
                    <a:lstStyle/>
                    <a:p>
                      <a:endParaRPr lang="en-US" sz="1100">
                        <a:solidFill>
                          <a:schemeClr val="tx1"/>
                        </a:solidFill>
                      </a:endParaRPr>
                    </a:p>
                  </a:txBody>
                  <a:tcPr/>
                </a:tc>
                <a:tc>
                  <a:txBody>
                    <a:bodyPr/>
                    <a:lstStyle/>
                    <a:p>
                      <a:r>
                        <a:rPr lang="en-US" sz="1400" b="1">
                          <a:solidFill>
                            <a:schemeClr val="tx1"/>
                          </a:solidFill>
                        </a:rPr>
                        <a:t>13.75</a:t>
                      </a:r>
                    </a:p>
                  </a:txBody>
                  <a:tcPr/>
                </a:tc>
                <a:tc>
                  <a:txBody>
                    <a:bodyPr/>
                    <a:lstStyle/>
                    <a:p>
                      <a:r>
                        <a:rPr lang="en-US" sz="1400" b="1">
                          <a:solidFill>
                            <a:schemeClr val="tx1"/>
                          </a:solidFill>
                        </a:rPr>
                        <a:t>14</a:t>
                      </a:r>
                    </a:p>
                  </a:txBody>
                  <a:tcPr/>
                </a:tc>
                <a:tc>
                  <a:txBody>
                    <a:bodyPr/>
                    <a:lstStyle/>
                    <a:p>
                      <a:r>
                        <a:rPr lang="en-US" sz="1400" b="1">
                          <a:solidFill>
                            <a:schemeClr val="tx1"/>
                          </a:solidFill>
                        </a:rPr>
                        <a:t>14.2</a:t>
                      </a:r>
                    </a:p>
                  </a:txBody>
                  <a:tcPr/>
                </a:tc>
                <a:tc>
                  <a:txBody>
                    <a:bodyPr/>
                    <a:lstStyle/>
                    <a:p>
                      <a:r>
                        <a:rPr lang="en-US" sz="1400" b="1">
                          <a:solidFill>
                            <a:schemeClr val="tx1"/>
                          </a:solidFill>
                        </a:rPr>
                        <a:t>14.3</a:t>
                      </a:r>
                    </a:p>
                  </a:txBody>
                  <a:tcPr/>
                </a:tc>
                <a:tc>
                  <a:txBody>
                    <a:bodyPr/>
                    <a:lstStyle/>
                    <a:p>
                      <a:r>
                        <a:rPr lang="en-US" sz="1400" b="1">
                          <a:solidFill>
                            <a:schemeClr val="tx1"/>
                          </a:solidFill>
                        </a:rPr>
                        <a:t>14.4</a:t>
                      </a:r>
                    </a:p>
                  </a:txBody>
                  <a:tcPr/>
                </a:tc>
                <a:tc>
                  <a:txBody>
                    <a:bodyPr/>
                    <a:lstStyle/>
                    <a:p>
                      <a:r>
                        <a:rPr lang="en-US" sz="1400" b="1">
                          <a:solidFill>
                            <a:schemeClr val="tx1"/>
                          </a:solidFill>
                        </a:rPr>
                        <a:t>14.47</a:t>
                      </a:r>
                    </a:p>
                  </a:txBody>
                  <a:tcPr/>
                </a:tc>
                <a:tc>
                  <a:txBody>
                    <a:bodyPr/>
                    <a:lstStyle/>
                    <a:p>
                      <a:r>
                        <a:rPr lang="en-US" sz="1400" b="1">
                          <a:solidFill>
                            <a:schemeClr val="tx1"/>
                          </a:solidFill>
                        </a:rPr>
                        <a:t>14.5</a:t>
                      </a:r>
                    </a:p>
                  </a:txBody>
                  <a:tcPr/>
                </a:tc>
                <a:tc>
                  <a:txBody>
                    <a:bodyPr/>
                    <a:lstStyle/>
                    <a:p>
                      <a:pPr lvl="0">
                        <a:buNone/>
                      </a:pPr>
                      <a:r>
                        <a:rPr lang="en-US" sz="1400" b="1" u="none" strike="noStrike" noProof="0">
                          <a:solidFill>
                            <a:schemeClr val="tx1"/>
                          </a:solidFill>
                        </a:rPr>
                        <a:t>14.71</a:t>
                      </a:r>
                    </a:p>
                  </a:txBody>
                  <a:tcPr/>
                </a:tc>
                <a:tc>
                  <a:txBody>
                    <a:bodyPr/>
                    <a:lstStyle/>
                    <a:p>
                      <a:pPr lvl="0">
                        <a:buNone/>
                      </a:pPr>
                      <a:r>
                        <a:rPr lang="en-US" sz="1400" b="1">
                          <a:solidFill>
                            <a:schemeClr val="tx1"/>
                          </a:solidFill>
                        </a:rPr>
                        <a:t>14.75</a:t>
                      </a:r>
                    </a:p>
                  </a:txBody>
                  <a:tcPr/>
                </a:tc>
                <a:tc>
                  <a:txBody>
                    <a:bodyPr/>
                    <a:lstStyle/>
                    <a:p>
                      <a:pPr lvl="0">
                        <a:buNone/>
                      </a:pPr>
                      <a:r>
                        <a:rPr lang="en-US" sz="1400" b="1">
                          <a:solidFill>
                            <a:schemeClr val="tx1"/>
                          </a:solidFill>
                        </a:rPr>
                        <a:t>14.8</a:t>
                      </a:r>
                    </a:p>
                  </a:txBody>
                  <a:tcPr/>
                </a:tc>
                <a:tc>
                  <a:txBody>
                    <a:bodyPr/>
                    <a:lstStyle/>
                    <a:p>
                      <a:pPr lvl="0">
                        <a:buNone/>
                      </a:pPr>
                      <a:r>
                        <a:rPr lang="en-US" sz="1400" b="1">
                          <a:solidFill>
                            <a:schemeClr val="tx1"/>
                          </a:solidFill>
                        </a:rPr>
                        <a:t>15.13</a:t>
                      </a:r>
                    </a:p>
                  </a:txBody>
                  <a:tcPr/>
                </a:tc>
                <a:tc>
                  <a:txBody>
                    <a:bodyPr/>
                    <a:lstStyle/>
                    <a:p>
                      <a:pPr lvl="0">
                        <a:buNone/>
                      </a:pPr>
                      <a:r>
                        <a:rPr lang="en-US" sz="1400" b="1">
                          <a:solidFill>
                            <a:schemeClr val="tx1"/>
                          </a:solidFill>
                        </a:rPr>
                        <a:t>15.35</a:t>
                      </a:r>
                    </a:p>
                  </a:txBody>
                  <a:tcPr/>
                </a:tc>
                <a:tc>
                  <a:txBody>
                    <a:bodyPr/>
                    <a:lstStyle/>
                    <a:p>
                      <a:pPr lvl="0">
                        <a:buNone/>
                      </a:pPr>
                      <a:r>
                        <a:rPr lang="en-US" sz="1400" b="1">
                          <a:solidFill>
                            <a:schemeClr val="tx1"/>
                          </a:solidFill>
                        </a:rPr>
                        <a:t>15.4</a:t>
                      </a:r>
                    </a:p>
                  </a:txBody>
                  <a:tcPr/>
                </a:tc>
                <a:tc>
                  <a:txBody>
                    <a:bodyPr/>
                    <a:lstStyle/>
                    <a:p>
                      <a:pPr lvl="0">
                        <a:buNone/>
                      </a:pPr>
                      <a:r>
                        <a:rPr lang="en-US" sz="1400" b="1">
                          <a:solidFill>
                            <a:schemeClr val="tx1"/>
                          </a:solidFill>
                        </a:rPr>
                        <a:t>15.43</a:t>
                      </a:r>
                    </a:p>
                  </a:txBody>
                  <a:tcPr/>
                </a:tc>
                <a:tc>
                  <a:txBody>
                    <a:bodyPr/>
                    <a:lstStyle/>
                    <a:p>
                      <a:pPr lvl="0">
                        <a:buNone/>
                      </a:pPr>
                      <a:r>
                        <a:rPr lang="en-US" sz="1400" b="1">
                          <a:solidFill>
                            <a:schemeClr val="tx1"/>
                          </a:solidFill>
                        </a:rPr>
                        <a:t>15.63</a:t>
                      </a:r>
                    </a:p>
                  </a:txBody>
                  <a:tcPr/>
                </a:tc>
                <a:tc>
                  <a:txBody>
                    <a:bodyPr/>
                    <a:lstStyle/>
                    <a:p>
                      <a:pPr lvl="0">
                        <a:buNone/>
                      </a:pPr>
                      <a:r>
                        <a:rPr lang="en-US" sz="1400" b="1">
                          <a:solidFill>
                            <a:schemeClr val="tx1"/>
                          </a:solidFill>
                        </a:rPr>
                        <a:t>15.7</a:t>
                      </a:r>
                    </a:p>
                  </a:txBody>
                  <a:tcPr/>
                </a:tc>
                <a:tc>
                  <a:txBody>
                    <a:bodyPr/>
                    <a:lstStyle/>
                    <a:p>
                      <a:pPr lvl="0">
                        <a:buNone/>
                      </a:pPr>
                      <a:r>
                        <a:rPr lang="en-US" sz="1400" b="1">
                          <a:solidFill>
                            <a:schemeClr val="tx1"/>
                          </a:solidFill>
                        </a:rPr>
                        <a:t>16.6</a:t>
                      </a:r>
                    </a:p>
                  </a:txBody>
                  <a:tcPr/>
                </a:tc>
                <a:extLst>
                  <a:ext uri="{0D108BD9-81ED-4DB2-BD59-A6C34878D82A}">
                    <a16:rowId xmlns:a16="http://schemas.microsoft.com/office/drawing/2014/main" val="890178958"/>
                  </a:ext>
                </a:extLst>
              </a:tr>
              <a:tr h="211799">
                <a:tc>
                  <a:txBody>
                    <a:bodyPr/>
                    <a:lstStyle/>
                    <a:p>
                      <a:pPr lvl="0">
                        <a:buNone/>
                      </a:pPr>
                      <a:endParaRPr lang="en-US" sz="1100">
                        <a:solidFill>
                          <a:schemeClr val="tx1"/>
                        </a:solidFill>
                      </a:endParaRPr>
                    </a:p>
                  </a:txBody>
                  <a:tcPr>
                    <a:solidFill>
                      <a:srgbClr val="FF0000"/>
                    </a:solidFill>
                  </a:tcPr>
                </a:tc>
                <a:tc>
                  <a:txBody>
                    <a:bodyPr/>
                    <a:lstStyle/>
                    <a:p>
                      <a:pPr lvl="0">
                        <a:buNone/>
                      </a:pPr>
                      <a:endParaRPr lang="en-US" sz="1200">
                        <a:solidFill>
                          <a:schemeClr val="tx1"/>
                        </a:solidFill>
                      </a:endParaRPr>
                    </a:p>
                  </a:txBody>
                  <a:tcPr/>
                </a:tc>
                <a:tc>
                  <a:txBody>
                    <a:bodyPr/>
                    <a:lstStyle/>
                    <a:p>
                      <a:pPr lvl="0">
                        <a:buNone/>
                      </a:pPr>
                      <a:endParaRPr lang="en-US" sz="1200">
                        <a:solidFill>
                          <a:schemeClr val="tx1"/>
                        </a:solidFill>
                      </a:endParaRPr>
                    </a:p>
                  </a:txBody>
                  <a:tcPr/>
                </a:tc>
                <a:tc>
                  <a:txBody>
                    <a:bodyPr/>
                    <a:lstStyle/>
                    <a:p>
                      <a:pPr lvl="0">
                        <a:buNone/>
                      </a:pPr>
                      <a:endParaRPr lang="en-US" sz="1200">
                        <a:solidFill>
                          <a:schemeClr val="tx1"/>
                        </a:solidFill>
                      </a:endParaRPr>
                    </a:p>
                  </a:txBody>
                  <a:tcPr/>
                </a:tc>
                <a:tc>
                  <a:txBody>
                    <a:bodyPr/>
                    <a:lstStyle/>
                    <a:p>
                      <a:pPr lvl="0">
                        <a:buNone/>
                      </a:pPr>
                      <a:endParaRPr lang="en-US" sz="1200">
                        <a:solidFill>
                          <a:schemeClr val="tx1"/>
                        </a:solidFill>
                      </a:endParaRPr>
                    </a:p>
                  </a:txBody>
                  <a:tcPr/>
                </a:tc>
                <a:tc gridSpan="7">
                  <a:txBody>
                    <a:bodyPr/>
                    <a:lstStyle/>
                    <a:p>
                      <a:pPr lvl="0" algn="ctr">
                        <a:buNone/>
                      </a:pPr>
                      <a:r>
                        <a:rPr lang="en-US" sz="1200">
                          <a:solidFill>
                            <a:schemeClr val="tx1"/>
                          </a:solidFill>
                        </a:rPr>
                        <a:t>Fixed (FS)</a:t>
                      </a:r>
                    </a:p>
                  </a:txBody>
                  <a:tcPr>
                    <a:solidFill>
                      <a:schemeClr val="accent5">
                        <a:lumMod val="40000"/>
                        <a:lumOff val="6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lvl="0">
                        <a:buNone/>
                      </a:pPr>
                      <a:endParaRPr lang="en-US" sz="1200">
                        <a:solidFill>
                          <a:schemeClr val="tx1"/>
                        </a:solidFill>
                      </a:endParaRPr>
                    </a:p>
                  </a:txBody>
                  <a:tcPr/>
                </a:tc>
                <a:tc>
                  <a:txBody>
                    <a:bodyPr/>
                    <a:lstStyle/>
                    <a:p>
                      <a:pPr lvl="0">
                        <a:buNone/>
                      </a:pPr>
                      <a:endParaRPr lang="en-US" sz="1200">
                        <a:solidFill>
                          <a:schemeClr val="tx1"/>
                        </a:solidFill>
                      </a:endParaRPr>
                    </a:p>
                  </a:txBody>
                  <a:tcPr/>
                </a:tc>
                <a:tc>
                  <a:txBody>
                    <a:bodyPr/>
                    <a:lstStyle/>
                    <a:p>
                      <a:pPr lvl="0">
                        <a:buNone/>
                      </a:pPr>
                      <a:endParaRPr lang="en-US" sz="1200">
                        <a:solidFill>
                          <a:schemeClr val="tx1"/>
                        </a:solidFill>
                      </a:endParaRPr>
                    </a:p>
                  </a:txBody>
                  <a:tcPr/>
                </a:tc>
                <a:tc>
                  <a:txBody>
                    <a:bodyPr/>
                    <a:lstStyle/>
                    <a:p>
                      <a:pPr lvl="0">
                        <a:buNone/>
                      </a:pPr>
                      <a:endParaRPr lang="en-US" sz="1200">
                        <a:solidFill>
                          <a:schemeClr val="tx1"/>
                        </a:solidFill>
                      </a:endParaRPr>
                    </a:p>
                  </a:txBody>
                  <a:tcPr/>
                </a:tc>
                <a:tc>
                  <a:txBody>
                    <a:bodyPr/>
                    <a:lstStyle/>
                    <a:p>
                      <a:pPr lvl="0">
                        <a:buNone/>
                      </a:pPr>
                      <a:endParaRPr lang="en-US" sz="1200">
                        <a:solidFill>
                          <a:schemeClr val="tx1"/>
                        </a:solidFill>
                      </a:endParaRPr>
                    </a:p>
                  </a:txBody>
                  <a:tcPr/>
                </a:tc>
                <a:tc>
                  <a:txBody>
                    <a:bodyPr/>
                    <a:lstStyle/>
                    <a:p>
                      <a:pPr lvl="0">
                        <a:buNone/>
                      </a:pPr>
                      <a:endParaRPr lang="en-US" sz="1200">
                        <a:solidFill>
                          <a:schemeClr val="tx1"/>
                        </a:solidFill>
                      </a:endParaRPr>
                    </a:p>
                  </a:txBody>
                  <a:tcPr/>
                </a:tc>
                <a:extLst>
                  <a:ext uri="{0D108BD9-81ED-4DB2-BD59-A6C34878D82A}">
                    <a16:rowId xmlns:a16="http://schemas.microsoft.com/office/drawing/2014/main" val="2617058177"/>
                  </a:ext>
                </a:extLst>
              </a:tr>
              <a:tr h="228744">
                <a:tc>
                  <a:txBody>
                    <a:bodyPr/>
                    <a:lstStyle/>
                    <a:p>
                      <a:endParaRPr lang="en-US" sz="1100">
                        <a:solidFill>
                          <a:schemeClr val="bg1"/>
                        </a:solidFill>
                      </a:endParaRPr>
                    </a:p>
                  </a:txBody>
                  <a:tcPr>
                    <a:solidFill>
                      <a:srgbClr val="FF0000"/>
                    </a:solidFill>
                  </a:tcPr>
                </a:tc>
                <a:tc>
                  <a:txBody>
                    <a:bodyPr/>
                    <a:lstStyle/>
                    <a:p>
                      <a:pPr algn="ctr"/>
                      <a:endParaRPr lang="en-US" sz="1400">
                        <a:solidFill>
                          <a:schemeClr val="tx1"/>
                        </a:solidFill>
                      </a:endParaRPr>
                    </a:p>
                  </a:txBody>
                  <a:tcPr/>
                </a:tc>
                <a:tc>
                  <a:txBody>
                    <a:bodyPr/>
                    <a:lstStyle/>
                    <a:p>
                      <a:pPr algn="ctr"/>
                      <a:endParaRPr lang="en-US" sz="1400">
                        <a:solidFill>
                          <a:schemeClr val="tx1"/>
                        </a:solidFill>
                      </a:endParaRPr>
                    </a:p>
                  </a:txBody>
                  <a:tcPr/>
                </a:tc>
                <a:tc>
                  <a:txBody>
                    <a:bodyPr/>
                    <a:lstStyle/>
                    <a:p>
                      <a:pPr algn="ctr"/>
                      <a:endParaRPr lang="en-US" sz="1400">
                        <a:solidFill>
                          <a:schemeClr val="tx1"/>
                        </a:solidFill>
                      </a:endParaRPr>
                    </a:p>
                  </a:txBody>
                  <a:tcPr/>
                </a:tc>
                <a:tc>
                  <a:txBody>
                    <a:bodyPr/>
                    <a:lstStyle/>
                    <a:p>
                      <a:pPr algn="ctr"/>
                      <a:endParaRPr lang="en-US" sz="1400">
                        <a:solidFill>
                          <a:schemeClr val="tx1"/>
                        </a:solidFill>
                      </a:endParaRPr>
                    </a:p>
                  </a:txBody>
                  <a:tcPr/>
                </a:tc>
                <a:tc gridSpan="7">
                  <a:txBody>
                    <a:bodyPr/>
                    <a:lstStyle/>
                    <a:p>
                      <a:pPr lvl="0" algn="ctr">
                        <a:buNone/>
                      </a:pPr>
                      <a:r>
                        <a:rPr lang="en-US" sz="1400">
                          <a:solidFill>
                            <a:schemeClr val="tx1"/>
                          </a:solidFill>
                        </a:rPr>
                        <a:t>Mobile(MS)</a:t>
                      </a:r>
                      <a:endParaRPr lang="en-US" sz="1400"/>
                    </a:p>
                  </a:txBody>
                  <a:tcPr>
                    <a:solidFill>
                      <a:schemeClr val="accent5">
                        <a:lumMod val="20000"/>
                        <a:lumOff val="80000"/>
                      </a:schemeClr>
                    </a:solidFill>
                  </a:tcPr>
                </a:tc>
                <a:tc hMerge="1">
                  <a:txBody>
                    <a:bodyPr/>
                    <a:lstStyle/>
                    <a:p>
                      <a:endParaRPr lang="en-US"/>
                    </a:p>
                  </a:txBody>
                  <a:tcPr/>
                </a:tc>
                <a:tc hMerge="1">
                  <a:txBody>
                    <a:bodyPr/>
                    <a:lstStyle/>
                    <a:p>
                      <a:endParaRPr lang="en-US" sz="1200">
                        <a:solidFill>
                          <a:schemeClr val="tx1"/>
                        </a:solidFill>
                      </a:endParaRPr>
                    </a:p>
                  </a:txBody>
                  <a:tcPr>
                    <a:solidFill>
                      <a:srgbClr val="F5DCF2">
                        <a:alpha val="73000"/>
                      </a:srgb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extLst>
                  <a:ext uri="{0D108BD9-81ED-4DB2-BD59-A6C34878D82A}">
                    <a16:rowId xmlns:a16="http://schemas.microsoft.com/office/drawing/2014/main" val="1182709007"/>
                  </a:ext>
                </a:extLst>
              </a:tr>
              <a:tr h="355824">
                <a:tc>
                  <a:txBody>
                    <a:bodyPr/>
                    <a:lstStyle/>
                    <a:p>
                      <a:r>
                        <a:rPr lang="en-US" sz="1100">
                          <a:solidFill>
                            <a:schemeClr val="bg1"/>
                          </a:solidFill>
                        </a:rPr>
                        <a:t>F</a:t>
                      </a:r>
                    </a:p>
                  </a:txBody>
                  <a:tcPr>
                    <a:solidFill>
                      <a:schemeClr val="tx1"/>
                    </a:solidFill>
                  </a:tcPr>
                </a:tc>
                <a:tc>
                  <a:txBody>
                    <a:bodyPr/>
                    <a:lstStyle/>
                    <a:p>
                      <a:pPr algn="ctr"/>
                      <a:endParaRPr lang="en-US" sz="1400">
                        <a:solidFill>
                          <a:schemeClr val="tx1"/>
                        </a:solidFill>
                      </a:endParaRPr>
                    </a:p>
                  </a:txBody>
                  <a:tcPr/>
                </a:tc>
                <a:tc>
                  <a:txBody>
                    <a:bodyPr/>
                    <a:lstStyle/>
                    <a:p>
                      <a:pPr algn="ctr"/>
                      <a:endParaRPr lang="en-US" sz="1400">
                        <a:solidFill>
                          <a:schemeClr val="tx1"/>
                        </a:solidFill>
                      </a:endParaRPr>
                    </a:p>
                  </a:txBody>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a:txBody>
                    <a:bodyPr/>
                    <a:lstStyle/>
                    <a:p>
                      <a:pPr algn="ctr"/>
                      <a:endParaRPr lang="en-US" sz="1400">
                        <a:solidFill>
                          <a:schemeClr val="tx1"/>
                        </a:solidFill>
                      </a:endParaRPr>
                    </a:p>
                  </a:txBody>
                  <a:tcPr/>
                </a:tc>
                <a:tc>
                  <a:txBody>
                    <a:bodyPr/>
                    <a:lstStyle/>
                    <a:p>
                      <a:pPr algn="ctr"/>
                      <a:endParaRPr lang="en-US" sz="1400">
                        <a:solidFill>
                          <a:schemeClr val="tx1"/>
                        </a:solidFill>
                      </a:endParaRPr>
                    </a:p>
                  </a:txBody>
                  <a:tcPr/>
                </a:tc>
                <a:tc>
                  <a:txBody>
                    <a:bodyPr/>
                    <a:lstStyle/>
                    <a:p>
                      <a:pPr algn="ctr"/>
                      <a:endParaRPr lang="en-US" sz="1400">
                        <a:solidFill>
                          <a:schemeClr val="tx1"/>
                        </a:solidFill>
                      </a:endParaRPr>
                    </a:p>
                  </a:txBody>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tc>
                  <a:txBody>
                    <a:bodyPr/>
                    <a:lstStyle/>
                    <a:p>
                      <a:pPr lvl="0" algn="ctr">
                        <a:buNone/>
                      </a:pPr>
                      <a:r>
                        <a:rPr lang="en-US" sz="1400">
                          <a:solidFill>
                            <a:schemeClr val="tx1"/>
                          </a:solidFill>
                        </a:rPr>
                        <a:t>EESS</a:t>
                      </a:r>
                    </a:p>
                  </a:txBody>
                  <a:tcPr>
                    <a:solidFill>
                      <a:srgbClr val="FFFF00"/>
                    </a:solidFill>
                  </a:tcPr>
                </a:tc>
                <a:tc>
                  <a:txBody>
                    <a:bodyPr/>
                    <a:lstStyle/>
                    <a:p>
                      <a:pPr lvl="0" algn="ctr">
                        <a:buNone/>
                      </a:pPr>
                      <a:r>
                        <a:rPr lang="en-US" sz="1400" b="0" i="0" u="none" strike="noStrike" noProof="0">
                          <a:solidFill>
                            <a:schemeClr val="tx1"/>
                          </a:solidFill>
                          <a:latin typeface="Aptos"/>
                        </a:rPr>
                        <a:t>EESS</a:t>
                      </a:r>
                      <a:endParaRPr lang="en-US" sz="1400"/>
                    </a:p>
                  </a:txBody>
                  <a:tcPr>
                    <a:solidFill>
                      <a:schemeClr val="accent6">
                        <a:lumMod val="20000"/>
                        <a:lumOff val="80000"/>
                      </a:schemeClr>
                    </a:solidFill>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extLst>
                  <a:ext uri="{0D108BD9-81ED-4DB2-BD59-A6C34878D82A}">
                    <a16:rowId xmlns:a16="http://schemas.microsoft.com/office/drawing/2014/main" val="3975560266"/>
                  </a:ext>
                </a:extLst>
              </a:tr>
              <a:tr h="355824">
                <a:tc>
                  <a:txBody>
                    <a:bodyPr/>
                    <a:lstStyle/>
                    <a:p>
                      <a:pPr lvl="0">
                        <a:buNone/>
                      </a:pPr>
                      <a:endParaRPr lang="en-US" sz="1100">
                        <a:solidFill>
                          <a:schemeClr val="bg1"/>
                        </a:solidFill>
                      </a:endParaRPr>
                    </a:p>
                  </a:txBody>
                  <a:tcPr>
                    <a:solidFill>
                      <a:schemeClr val="tx1"/>
                    </a:solidFill>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solidFill>
                      <a:schemeClr val="bg1"/>
                    </a:solidFill>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solidFill>
                      <a:schemeClr val="bg1"/>
                    </a:solidFill>
                  </a:tcPr>
                </a:tc>
                <a:tc>
                  <a:txBody>
                    <a:bodyPr/>
                    <a:lstStyle/>
                    <a:p>
                      <a:pPr lvl="0" algn="ctr">
                        <a:buNone/>
                      </a:pPr>
                      <a:r>
                        <a:rPr lang="en-US" sz="1400" b="0" i="0" u="none" strike="noStrike" noProof="0">
                          <a:solidFill>
                            <a:schemeClr val="tx1"/>
                          </a:solidFill>
                          <a:latin typeface="Aptos"/>
                        </a:rPr>
                        <a:t>RAS</a:t>
                      </a:r>
                    </a:p>
                  </a:txBody>
                  <a:tcPr>
                    <a:solidFill>
                      <a:schemeClr val="accent2">
                        <a:lumMod val="20000"/>
                        <a:lumOff val="80000"/>
                      </a:schemeClr>
                    </a:solidFill>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extLst>
                  <a:ext uri="{0D108BD9-81ED-4DB2-BD59-A6C34878D82A}">
                    <a16:rowId xmlns:a16="http://schemas.microsoft.com/office/drawing/2014/main" val="3556556982"/>
                  </a:ext>
                </a:extLst>
              </a:tr>
              <a:tr h="355824">
                <a:tc>
                  <a:txBody>
                    <a:bodyPr/>
                    <a:lstStyle/>
                    <a:p>
                      <a:pPr lvl="0">
                        <a:buNone/>
                      </a:pPr>
                      <a:endParaRPr lang="en-US" sz="1100">
                        <a:solidFill>
                          <a:schemeClr val="bg1"/>
                        </a:solidFill>
                      </a:endParaRPr>
                    </a:p>
                  </a:txBody>
                  <a:tcPr>
                    <a:solidFill>
                      <a:srgbClr val="FF0000"/>
                    </a:solidFill>
                  </a:tcPr>
                </a:tc>
                <a:tc>
                  <a:txBody>
                    <a:bodyPr/>
                    <a:lstStyle/>
                    <a:p>
                      <a:pPr lvl="0" algn="ctr">
                        <a:buNone/>
                      </a:pPr>
                      <a:r>
                        <a:rPr lang="en-US" sz="1400">
                          <a:solidFill>
                            <a:schemeClr val="tx1"/>
                          </a:solidFill>
                        </a:rPr>
                        <a:t>RLS</a:t>
                      </a:r>
                    </a:p>
                  </a:txBody>
                  <a:tcPr>
                    <a:solidFill>
                      <a:schemeClr val="tx2">
                        <a:lumMod val="10000"/>
                        <a:lumOff val="90000"/>
                      </a:schemeClr>
                    </a:solidFill>
                  </a:tcPr>
                </a:tc>
                <a:tc>
                  <a:txBody>
                    <a:bodyPr/>
                    <a:lstStyle/>
                    <a:p>
                      <a:pPr lvl="0" algn="ctr">
                        <a:buNone/>
                      </a:pPr>
                      <a:endParaRPr lang="en-US" sz="1400">
                        <a:solidFill>
                          <a:schemeClr val="tx1"/>
                        </a:solidFill>
                      </a:endParaRPr>
                    </a:p>
                  </a:txBody>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solidFill>
                      <a:schemeClr val="bg1"/>
                    </a:solidFill>
                  </a:tcPr>
                </a:tc>
                <a:tc>
                  <a:txBody>
                    <a:bodyPr/>
                    <a:lstStyle/>
                    <a:p>
                      <a:pPr lvl="0" algn="ctr">
                        <a:buNone/>
                      </a:pPr>
                      <a:endParaRPr lang="en-US" sz="1400">
                        <a:solidFill>
                          <a:schemeClr val="tx1"/>
                        </a:solidFill>
                      </a:endParaRPr>
                    </a:p>
                  </a:txBody>
                  <a:tcPr>
                    <a:solidFill>
                      <a:schemeClr val="bg1"/>
                    </a:solidFill>
                  </a:tcPr>
                </a:tc>
                <a:tc>
                  <a:txBody>
                    <a:bodyPr/>
                    <a:lstStyle/>
                    <a:p>
                      <a:pPr lvl="0" algn="ctr">
                        <a:buNone/>
                      </a:pPr>
                      <a:endParaRPr lang="en-US" sz="1400">
                        <a:solidFill>
                          <a:schemeClr val="tx1"/>
                        </a:solidFill>
                      </a:endParaRPr>
                    </a:p>
                  </a:txBody>
                  <a:tcPr>
                    <a:solidFill>
                      <a:schemeClr val="bg1"/>
                    </a:solidFill>
                  </a:tcPr>
                </a:tc>
                <a:tc>
                  <a:txBody>
                    <a:bodyPr/>
                    <a:lstStyle/>
                    <a:p>
                      <a:pPr lvl="0" algn="ctr">
                        <a:buNone/>
                      </a:pPr>
                      <a:endParaRPr lang="en-US" sz="1400">
                        <a:solidFill>
                          <a:schemeClr val="tx1"/>
                        </a:solidFill>
                      </a:endParaRPr>
                    </a:p>
                  </a:txBody>
                  <a:tcPr>
                    <a:solidFill>
                      <a:schemeClr val="bg1"/>
                    </a:solidFill>
                  </a:tcPr>
                </a:tc>
                <a:tc>
                  <a:txBody>
                    <a:bodyPr/>
                    <a:lstStyle/>
                    <a:p>
                      <a:pPr lvl="0" algn="ctr">
                        <a:buNone/>
                      </a:pPr>
                      <a:endParaRPr lang="en-US" sz="1400">
                        <a:solidFill>
                          <a:schemeClr val="tx1"/>
                        </a:solidFill>
                      </a:endParaRPr>
                    </a:p>
                  </a:txBody>
                  <a:tcPr>
                    <a:solidFill>
                      <a:schemeClr val="bg1"/>
                    </a:solidFill>
                  </a:tcPr>
                </a:tc>
                <a:tc>
                  <a:txBody>
                    <a:bodyPr/>
                    <a:lstStyle/>
                    <a:p>
                      <a:pPr lvl="0" algn="ctr">
                        <a:buNone/>
                      </a:pPr>
                      <a:endParaRPr lang="en-US" sz="1400">
                        <a:solidFill>
                          <a:schemeClr val="tx1"/>
                        </a:solidFill>
                      </a:endParaRPr>
                    </a:p>
                  </a:txBody>
                  <a:tcPr>
                    <a:solidFill>
                      <a:schemeClr val="bg1"/>
                    </a:solidFill>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gridSpan="5">
                  <a:txBody>
                    <a:bodyPr/>
                    <a:lstStyle/>
                    <a:p>
                      <a:pPr lvl="0" algn="ctr">
                        <a:buNone/>
                      </a:pPr>
                      <a:r>
                        <a:rPr lang="en-US" sz="1400" b="1" i="0" u="none" strike="noStrike" noProof="0">
                          <a:solidFill>
                            <a:schemeClr val="tx1"/>
                          </a:solidFill>
                          <a:latin typeface="Aptos"/>
                        </a:rPr>
                        <a:t>Radiolocation (RLS)</a:t>
                      </a:r>
                      <a:endParaRPr lang="en-US" sz="1400"/>
                    </a:p>
                  </a:txBody>
                  <a:tcPr>
                    <a:solidFill>
                      <a:schemeClr val="tx2">
                        <a:lumMod val="10000"/>
                        <a:lumOff val="90000"/>
                      </a:schemeClr>
                    </a:solidFill>
                  </a:tcPr>
                </a:tc>
                <a:tc hMerge="1">
                  <a:txBody>
                    <a:bodyPr/>
                    <a:lstStyle/>
                    <a:p>
                      <a:endParaRPr lang="en-US"/>
                    </a:p>
                  </a:txBody>
                  <a:tcPr>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5128633"/>
                  </a:ext>
                </a:extLst>
              </a:tr>
              <a:tr h="355824">
                <a:tc>
                  <a:txBody>
                    <a:bodyPr/>
                    <a:lstStyle/>
                    <a:p>
                      <a:pPr lvl="0">
                        <a:buNone/>
                      </a:pPr>
                      <a:endParaRPr lang="en-US" sz="1100">
                        <a:solidFill>
                          <a:schemeClr val="bg1"/>
                        </a:solidFill>
                      </a:endParaRPr>
                    </a:p>
                  </a:txBody>
                  <a:tcPr>
                    <a:solidFill>
                      <a:srgbClr val="FF0000"/>
                    </a:solidFill>
                  </a:tcPr>
                </a:tc>
                <a:tc>
                  <a:txBody>
                    <a:bodyPr/>
                    <a:lstStyle/>
                    <a:p>
                      <a:pPr lvl="0" algn="ctr">
                        <a:buNone/>
                      </a:pPr>
                      <a:endParaRPr lang="en-US" sz="1400">
                        <a:solidFill>
                          <a:schemeClr val="tx1"/>
                        </a:solidFill>
                      </a:endParaRPr>
                    </a:p>
                  </a:txBody>
                  <a:tcPr>
                    <a:solidFill>
                      <a:schemeClr val="bg2">
                        <a:lumMod val="90000"/>
                      </a:schemeClr>
                    </a:solidFill>
                  </a:tcPr>
                </a:tc>
                <a:tc>
                  <a:txBody>
                    <a:bodyPr/>
                    <a:lstStyle/>
                    <a:p>
                      <a:pPr lvl="0" algn="ctr">
                        <a:buNone/>
                      </a:pPr>
                      <a:endParaRPr lang="en-US" sz="1400">
                        <a:solidFill>
                          <a:schemeClr val="tx1"/>
                        </a:solidFill>
                      </a:endParaRPr>
                    </a:p>
                  </a:txBody>
                  <a:tcPr>
                    <a:solidFill>
                      <a:schemeClr val="bg2">
                        <a:lumMod val="90000"/>
                      </a:schemeClr>
                    </a:solidFill>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solidFill>
                      <a:schemeClr val="bg1"/>
                    </a:solidFill>
                  </a:tcPr>
                </a:tc>
                <a:tc gridSpan="6">
                  <a:txBody>
                    <a:bodyPr/>
                    <a:lstStyle/>
                    <a:p>
                      <a:pPr lvl="0" algn="ctr">
                        <a:buNone/>
                      </a:pPr>
                      <a:r>
                        <a:rPr lang="en-US" sz="1400">
                          <a:solidFill>
                            <a:schemeClr val="tx1"/>
                          </a:solidFill>
                        </a:rPr>
                        <a:t>Space </a:t>
                      </a:r>
                      <a:r>
                        <a:rPr lang="en-US" sz="1400" err="1">
                          <a:solidFill>
                            <a:schemeClr val="tx1"/>
                          </a:solidFill>
                        </a:rPr>
                        <a:t>Researc</a:t>
                      </a:r>
                      <a:r>
                        <a:rPr lang="en-US" sz="1400">
                          <a:solidFill>
                            <a:schemeClr val="tx1"/>
                          </a:solidFill>
                        </a:rPr>
                        <a:t> (SRS)</a:t>
                      </a:r>
                    </a:p>
                  </a:txBody>
                  <a:tcPr>
                    <a:solidFill>
                      <a:schemeClr val="bg2">
                        <a:lumMod val="90000"/>
                      </a:schemeClr>
                    </a:solidFill>
                  </a:tcPr>
                </a:tc>
                <a:tc hMerge="1">
                  <a:txBody>
                    <a:bodyPr/>
                    <a:lstStyle/>
                    <a:p>
                      <a:endParaRPr lang="en-US"/>
                    </a:p>
                  </a:txBody>
                  <a:tcPr>
                    <a:solidFill>
                      <a:schemeClr val="bg1"/>
                    </a:solidFill>
                  </a:tcPr>
                </a:tc>
                <a:tc hMerge="1">
                  <a:txBody>
                    <a:bodyPr/>
                    <a:lstStyle/>
                    <a:p>
                      <a:endParaRPr lang="en-US"/>
                    </a:p>
                  </a:txBody>
                  <a:tcPr>
                    <a:solidFill>
                      <a:schemeClr val="bg1"/>
                    </a:solidFill>
                  </a:tcPr>
                </a:tc>
                <a:tc hMerge="1">
                  <a:txBody>
                    <a:bodyPr/>
                    <a:lstStyle/>
                    <a:p>
                      <a:endParaRPr lang="en-US"/>
                    </a:p>
                  </a:txBody>
                  <a:tcPr>
                    <a:solidFill>
                      <a:schemeClr val="bg1"/>
                    </a:solidFill>
                  </a:tcPr>
                </a:tc>
                <a:tc hMerge="1">
                  <a:txBody>
                    <a:bodyPr/>
                    <a:lstStyle/>
                    <a:p>
                      <a:endParaRPr lang="en-US"/>
                    </a:p>
                  </a:txBody>
                  <a:tcPr>
                    <a:solidFill>
                      <a:schemeClr val="bg1"/>
                    </a:solidFill>
                  </a:tcPr>
                </a:tc>
                <a:tc hMerge="1">
                  <a:txBody>
                    <a:bodyPr/>
                    <a:lstStyle/>
                    <a:p>
                      <a:endParaRPr lang="en-US"/>
                    </a:p>
                  </a:txBody>
                  <a:tcPr>
                    <a:solidFill>
                      <a:schemeClr val="bg1"/>
                    </a:solidFill>
                  </a:tcPr>
                </a:tc>
                <a:tc gridSpan="3">
                  <a:txBody>
                    <a:bodyPr/>
                    <a:lstStyle/>
                    <a:p>
                      <a:pPr lvl="0" algn="ctr">
                        <a:buNone/>
                      </a:pPr>
                      <a:r>
                        <a:rPr lang="en-US" sz="1400" b="1" i="0" u="none" strike="noStrike" noProof="0" err="1">
                          <a:solidFill>
                            <a:schemeClr val="tx1"/>
                          </a:solidFill>
                          <a:latin typeface="Aptos"/>
                        </a:rPr>
                        <a:t>Aeronatical</a:t>
                      </a:r>
                      <a:r>
                        <a:rPr lang="en-US" sz="1400" b="1" i="0" u="none" strike="noStrike" noProof="0">
                          <a:solidFill>
                            <a:schemeClr val="tx1"/>
                          </a:solidFill>
                          <a:latin typeface="Aptos"/>
                        </a:rPr>
                        <a:t> Radionavigation (AR)</a:t>
                      </a:r>
                      <a:endParaRPr lang="en-US" sz="1400"/>
                    </a:p>
                  </a:txBody>
                  <a:tcPr>
                    <a:solidFill>
                      <a:srgbClr val="7030A0">
                        <a:alpha val="48000"/>
                      </a:srgbClr>
                    </a:solidFill>
                  </a:tcPr>
                </a:tc>
                <a:tc hMerge="1">
                  <a:txBody>
                    <a:bodyPr/>
                    <a:lstStyle/>
                    <a:p>
                      <a:endParaRPr lang="en-US"/>
                    </a:p>
                  </a:txBody>
                  <a:tcPr>
                    <a:solidFill>
                      <a:schemeClr val="bg1"/>
                    </a:solidFill>
                  </a:tcPr>
                </a:tc>
                <a:tc hMerge="1">
                  <a:txBody>
                    <a:bodyPr/>
                    <a:lstStyle/>
                    <a:p>
                      <a:endParaRPr lang="en-US"/>
                    </a:p>
                  </a:txBody>
                  <a:tcPr/>
                </a:tc>
                <a:tc>
                  <a:txBody>
                    <a:bodyPr/>
                    <a:lstStyle/>
                    <a:p>
                      <a:pPr lvl="0" algn="ctr">
                        <a:buNone/>
                      </a:pPr>
                      <a:endParaRPr lang="en-US" sz="1400">
                        <a:solidFill>
                          <a:schemeClr val="tx1"/>
                        </a:solidFill>
                      </a:endParaRPr>
                    </a:p>
                  </a:txBody>
                  <a:tcPr/>
                </a:tc>
                <a:tc>
                  <a:txBody>
                    <a:bodyPr/>
                    <a:lstStyle/>
                    <a:p>
                      <a:pPr lvl="0" algn="ctr">
                        <a:buNone/>
                      </a:pPr>
                      <a:r>
                        <a:rPr lang="en-US" sz="1400">
                          <a:solidFill>
                            <a:schemeClr val="tx1"/>
                          </a:solidFill>
                        </a:rPr>
                        <a:t>SRS</a:t>
                      </a:r>
                    </a:p>
                  </a:txBody>
                  <a:tcPr>
                    <a:solidFill>
                      <a:schemeClr val="bg2">
                        <a:lumMod val="90000"/>
                      </a:schemeClr>
                    </a:solidFill>
                  </a:tcPr>
                </a:tc>
                <a:extLst>
                  <a:ext uri="{0D108BD9-81ED-4DB2-BD59-A6C34878D82A}">
                    <a16:rowId xmlns:a16="http://schemas.microsoft.com/office/drawing/2014/main" val="595740381"/>
                  </a:ext>
                </a:extLst>
              </a:tr>
              <a:tr h="355824">
                <a:tc>
                  <a:txBody>
                    <a:bodyPr/>
                    <a:lstStyle/>
                    <a:p>
                      <a:pPr lvl="0">
                        <a:buNone/>
                      </a:pPr>
                      <a:endParaRPr lang="en-US" sz="1100">
                        <a:solidFill>
                          <a:schemeClr val="bg1"/>
                        </a:solidFill>
                      </a:endParaRPr>
                    </a:p>
                  </a:txBody>
                  <a:tcPr>
                    <a:solidFill>
                      <a:schemeClr val="accent6">
                        <a:lumMod val="75000"/>
                      </a:schemeClr>
                    </a:solidFill>
                  </a:tcPr>
                </a:tc>
                <a:tc>
                  <a:txBody>
                    <a:bodyPr/>
                    <a:lstStyle/>
                    <a:p>
                      <a:pPr lvl="0" algn="ctr">
                        <a:buNone/>
                      </a:pPr>
                      <a:endParaRPr lang="en-US" sz="1400">
                        <a:solidFill>
                          <a:schemeClr val="tx1"/>
                        </a:solidFill>
                      </a:endParaRPr>
                    </a:p>
                  </a:txBody>
                  <a:tcPr/>
                </a:tc>
                <a:tc gridSpan="6">
                  <a:txBody>
                    <a:bodyPr/>
                    <a:lstStyle/>
                    <a:p>
                      <a:pPr lvl="0" algn="ctr">
                        <a:buNone/>
                      </a:pPr>
                      <a:r>
                        <a:rPr lang="en-US" sz="1400">
                          <a:solidFill>
                            <a:schemeClr val="tx1"/>
                          </a:solidFill>
                        </a:rPr>
                        <a:t>Mobile-</a:t>
                      </a:r>
                      <a:r>
                        <a:rPr lang="en-US" sz="1400" err="1">
                          <a:solidFill>
                            <a:schemeClr val="tx1"/>
                          </a:solidFill>
                        </a:rPr>
                        <a:t>Satelite</a:t>
                      </a:r>
                      <a:r>
                        <a:rPr lang="en-US" sz="1400">
                          <a:solidFill>
                            <a:schemeClr val="tx1"/>
                          </a:solidFill>
                        </a:rPr>
                        <a:t> (MSS)</a:t>
                      </a:r>
                    </a:p>
                  </a:txBody>
                  <a:tcPr>
                    <a:solidFill>
                      <a:srgbClr val="FFFF00"/>
                    </a:solidFill>
                  </a:tcPr>
                </a:tc>
                <a:tc hMerge="1">
                  <a:txBody>
                    <a:bodyPr/>
                    <a:lstStyle/>
                    <a:p>
                      <a:endParaRPr lang="en-US"/>
                    </a:p>
                  </a:txBody>
                  <a:tcPr>
                    <a:solidFill>
                      <a:schemeClr val="bg2">
                        <a:lumMod val="90000"/>
                      </a:schemeClr>
                    </a:solidFill>
                  </a:tcPr>
                </a:tc>
                <a:tc hMerge="1">
                  <a:txBody>
                    <a:bodyPr/>
                    <a:lstStyle/>
                    <a:p>
                      <a:endParaRPr lang="en-US"/>
                    </a:p>
                  </a:txBody>
                  <a:tcPr>
                    <a:solidFill>
                      <a:schemeClr val="bg2">
                        <a:lumMod val="90000"/>
                      </a:schemeClr>
                    </a:solidFill>
                  </a:tcPr>
                </a:tc>
                <a:tc hMerge="1">
                  <a:txBody>
                    <a:bodyPr/>
                    <a:lstStyle/>
                    <a:p>
                      <a:endParaRPr lang="en-US"/>
                    </a:p>
                  </a:txBody>
                  <a:tcPr>
                    <a:solidFill>
                      <a:schemeClr val="bg2">
                        <a:lumMod val="90000"/>
                      </a:schemeClr>
                    </a:solidFill>
                  </a:tcPr>
                </a:tc>
                <a:tc hMerge="1">
                  <a:txBody>
                    <a:bodyPr/>
                    <a:lstStyle/>
                    <a:p>
                      <a:endParaRPr lang="en-US"/>
                    </a:p>
                  </a:txBody>
                  <a:tcPr>
                    <a:solidFill>
                      <a:schemeClr val="bg2">
                        <a:lumMod val="90000"/>
                      </a:schemeClr>
                    </a:solidFill>
                  </a:tcPr>
                </a:tc>
                <a:tc hMerge="1">
                  <a:txBody>
                    <a:bodyPr/>
                    <a:lstStyle/>
                    <a:p>
                      <a:endParaRPr lang="en-US"/>
                    </a:p>
                  </a:txBody>
                  <a:tcPr>
                    <a:solidFill>
                      <a:schemeClr val="bg2">
                        <a:lumMod val="90000"/>
                      </a:schemeClr>
                    </a:solidFill>
                  </a:tcPr>
                </a:tc>
                <a:tc>
                  <a:txBody>
                    <a:bodyPr/>
                    <a:lstStyle/>
                    <a:p>
                      <a:pPr lvl="0" algn="ctr">
                        <a:buNone/>
                      </a:pPr>
                      <a:endParaRPr lang="en-US" sz="1400">
                        <a:solidFill>
                          <a:schemeClr val="tx1"/>
                        </a:solidFill>
                      </a:endParaRPr>
                    </a:p>
                  </a:txBody>
                  <a:tcPr>
                    <a:solidFill>
                      <a:schemeClr val="bg1"/>
                    </a:solidFill>
                  </a:tcPr>
                </a:tc>
                <a:tc>
                  <a:txBody>
                    <a:bodyPr/>
                    <a:lstStyle/>
                    <a:p>
                      <a:pPr lvl="0" algn="ctr">
                        <a:buNone/>
                      </a:pPr>
                      <a:endParaRPr lang="en-US" sz="1400">
                        <a:solidFill>
                          <a:schemeClr val="tx1"/>
                        </a:solidFill>
                      </a:endParaRPr>
                    </a:p>
                  </a:txBody>
                  <a:tcPr>
                    <a:solidFill>
                      <a:schemeClr val="bg1"/>
                    </a:solidFill>
                  </a:tcPr>
                </a:tc>
                <a:tc>
                  <a:txBody>
                    <a:bodyPr/>
                    <a:lstStyle/>
                    <a:p>
                      <a:pPr lvl="0" algn="ctr">
                        <a:buNone/>
                      </a:pPr>
                      <a:endParaRPr lang="en-US" sz="1400">
                        <a:solidFill>
                          <a:schemeClr val="tx1"/>
                        </a:solidFill>
                      </a:endParaRPr>
                    </a:p>
                  </a:txBody>
                  <a:tcPr>
                    <a:solidFill>
                      <a:schemeClr val="bg1"/>
                    </a:solidFill>
                  </a:tcPr>
                </a:tc>
                <a:tc>
                  <a:txBody>
                    <a:bodyPr/>
                    <a:lstStyle/>
                    <a:p>
                      <a:pPr lvl="0" algn="ctr">
                        <a:buNone/>
                      </a:pPr>
                      <a:endParaRPr lang="en-US" sz="1400">
                        <a:solidFill>
                          <a:schemeClr val="tx1"/>
                        </a:solidFill>
                      </a:endParaRPr>
                    </a:p>
                  </a:txBody>
                  <a:tcPr>
                    <a:solidFill>
                      <a:schemeClr val="bg1"/>
                    </a:solidFill>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extLst>
                  <a:ext uri="{0D108BD9-81ED-4DB2-BD59-A6C34878D82A}">
                    <a16:rowId xmlns:a16="http://schemas.microsoft.com/office/drawing/2014/main" val="1776570244"/>
                  </a:ext>
                </a:extLst>
              </a:tr>
              <a:tr h="350761">
                <a:tc>
                  <a:txBody>
                    <a:bodyPr/>
                    <a:lstStyle/>
                    <a:p>
                      <a:pPr lvl="0">
                        <a:buNone/>
                      </a:pPr>
                      <a:endParaRPr lang="en-US" sz="1100">
                        <a:solidFill>
                          <a:schemeClr val="bg1"/>
                        </a:solidFill>
                      </a:endParaRPr>
                    </a:p>
                  </a:txBody>
                  <a:tcPr>
                    <a:solidFill>
                      <a:schemeClr val="accent6">
                        <a:lumMod val="75000"/>
                      </a:schemeClr>
                    </a:solidFill>
                  </a:tcPr>
                </a:tc>
                <a:tc gridSpan="7">
                  <a:txBody>
                    <a:bodyPr/>
                    <a:lstStyle/>
                    <a:p>
                      <a:pPr lvl="0" algn="ctr">
                        <a:buNone/>
                      </a:pPr>
                      <a:r>
                        <a:rPr lang="en-US" sz="1400">
                          <a:solidFill>
                            <a:schemeClr val="tx1"/>
                          </a:solidFill>
                        </a:rPr>
                        <a:t>Fixed Satellite (FSS)</a:t>
                      </a:r>
                    </a:p>
                  </a:txBody>
                  <a:tcPr>
                    <a:solidFill>
                      <a:schemeClr val="tx2">
                        <a:lumMod val="25000"/>
                        <a:lumOff val="75000"/>
                      </a:schemeClr>
                    </a:solidFill>
                  </a:tcPr>
                </a:tc>
                <a:tc hMerge="1">
                  <a:txBody>
                    <a:bodyPr/>
                    <a:lstStyle/>
                    <a:p>
                      <a:endParaRPr lang="en-US"/>
                    </a:p>
                  </a:txBody>
                  <a:tcPr>
                    <a:solidFill>
                      <a:srgbClr val="FFFF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lvl="0" algn="ctr">
                        <a:buNone/>
                      </a:pPr>
                      <a:endParaRPr lang="en-US" sz="1400">
                        <a:solidFill>
                          <a:schemeClr val="tx1"/>
                        </a:solidFill>
                      </a:endParaRPr>
                    </a:p>
                  </a:txBody>
                  <a:tcPr>
                    <a:solidFill>
                      <a:schemeClr val="bg1"/>
                    </a:solidFill>
                  </a:tcPr>
                </a:tc>
                <a:tc>
                  <a:txBody>
                    <a:bodyPr/>
                    <a:lstStyle/>
                    <a:p>
                      <a:pPr lvl="0" algn="ctr">
                        <a:buNone/>
                      </a:pPr>
                      <a:endParaRPr lang="en-US" sz="1400">
                        <a:solidFill>
                          <a:schemeClr val="tx1"/>
                        </a:solidFill>
                      </a:endParaRPr>
                    </a:p>
                  </a:txBody>
                  <a:tcPr>
                    <a:solidFill>
                      <a:schemeClr val="bg1"/>
                    </a:solidFill>
                  </a:tcPr>
                </a:tc>
                <a:tc>
                  <a:txBody>
                    <a:bodyPr/>
                    <a:lstStyle/>
                    <a:p>
                      <a:pPr lvl="0" algn="ctr">
                        <a:buNone/>
                      </a:pPr>
                      <a:endParaRPr lang="en-US" sz="1400">
                        <a:solidFill>
                          <a:schemeClr val="tx1"/>
                        </a:solidFill>
                      </a:endParaRPr>
                    </a:p>
                  </a:txBody>
                  <a:tcPr>
                    <a:solidFill>
                      <a:schemeClr val="bg1"/>
                    </a:solidFill>
                  </a:tcPr>
                </a:tc>
                <a:tc>
                  <a:txBody>
                    <a:bodyPr/>
                    <a:lstStyle/>
                    <a:p>
                      <a:pPr lvl="0" algn="ctr">
                        <a:buNone/>
                      </a:pPr>
                      <a:endParaRPr lang="en-US" sz="1400">
                        <a:solidFill>
                          <a:schemeClr val="tx1"/>
                        </a:solidFill>
                      </a:endParaRPr>
                    </a:p>
                  </a:txBody>
                  <a:tcPr>
                    <a:solidFill>
                      <a:schemeClr val="bg1"/>
                    </a:solidFill>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a:txBody>
                    <a:bodyPr/>
                    <a:lstStyle/>
                    <a:p>
                      <a:pPr lvl="0" algn="ctr">
                        <a:buNone/>
                      </a:pPr>
                      <a:endParaRPr lang="en-US" sz="1400" b="0" i="0" u="none" strike="noStrike" noProof="0">
                        <a:solidFill>
                          <a:schemeClr val="tx1"/>
                        </a:solidFill>
                        <a:latin typeface="Aptos"/>
                      </a:endParaRPr>
                    </a:p>
                  </a:txBody>
                  <a:tcPr>
                    <a:solidFill>
                      <a:schemeClr val="bg1"/>
                    </a:solidFill>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tc>
                  <a:txBody>
                    <a:bodyPr/>
                    <a:lstStyle/>
                    <a:p>
                      <a:pPr lvl="0" algn="ctr">
                        <a:buNone/>
                      </a:pPr>
                      <a:endParaRPr lang="en-US" sz="1400">
                        <a:solidFill>
                          <a:schemeClr val="tx1"/>
                        </a:solidFill>
                      </a:endParaRPr>
                    </a:p>
                  </a:txBody>
                  <a:tcPr/>
                </a:tc>
                <a:extLst>
                  <a:ext uri="{0D108BD9-81ED-4DB2-BD59-A6C34878D82A}">
                    <a16:rowId xmlns:a16="http://schemas.microsoft.com/office/drawing/2014/main" val="4024527611"/>
                  </a:ext>
                </a:extLst>
              </a:tr>
            </a:tbl>
          </a:graphicData>
        </a:graphic>
      </p:graphicFrame>
      <p:sp>
        <p:nvSpPr>
          <p:cNvPr id="4" name="Title 1">
            <a:extLst>
              <a:ext uri="{FF2B5EF4-FFF2-40B4-BE49-F238E27FC236}">
                <a16:creationId xmlns:a16="http://schemas.microsoft.com/office/drawing/2014/main" id="{1032E0B9-4EEF-0249-8894-B5AE48C64F97}"/>
              </a:ext>
            </a:extLst>
          </p:cNvPr>
          <p:cNvSpPr>
            <a:spLocks noGrp="1"/>
          </p:cNvSpPr>
          <p:nvPr/>
        </p:nvSpPr>
        <p:spPr>
          <a:xfrm>
            <a:off x="741438" y="47594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a:latin typeface="Times New Roman"/>
                <a:ea typeface="+mj-lt"/>
                <a:cs typeface="+mj-lt"/>
              </a:rPr>
              <a:t>13.75-17.1 GHz</a:t>
            </a:r>
            <a:endParaRPr lang="en-US">
              <a:latin typeface="Times New Roman"/>
              <a:cs typeface="Times New Roman"/>
            </a:endParaRPr>
          </a:p>
        </p:txBody>
      </p:sp>
      <p:sp>
        <p:nvSpPr>
          <p:cNvPr id="6" name="Rectangle 5">
            <a:extLst>
              <a:ext uri="{FF2B5EF4-FFF2-40B4-BE49-F238E27FC236}">
                <a16:creationId xmlns:a16="http://schemas.microsoft.com/office/drawing/2014/main" id="{39FEC592-A94B-5B8B-10B9-3BEC7D4C6370}"/>
              </a:ext>
            </a:extLst>
          </p:cNvPr>
          <p:cNvSpPr/>
          <p:nvPr/>
        </p:nvSpPr>
        <p:spPr>
          <a:xfrm>
            <a:off x="8200571" y="3314094"/>
            <a:ext cx="3156857" cy="314477"/>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560D455-80DA-D9EF-7ADB-DF6785CBF4B9}"/>
              </a:ext>
            </a:extLst>
          </p:cNvPr>
          <p:cNvSpPr/>
          <p:nvPr/>
        </p:nvSpPr>
        <p:spPr>
          <a:xfrm>
            <a:off x="737808" y="3314093"/>
            <a:ext cx="580572" cy="314477"/>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7696322-9155-110D-A859-1DD9A463B6ED}"/>
              </a:ext>
            </a:extLst>
          </p:cNvPr>
          <p:cNvSpPr/>
          <p:nvPr/>
        </p:nvSpPr>
        <p:spPr>
          <a:xfrm>
            <a:off x="737807" y="3628568"/>
            <a:ext cx="1221619" cy="532191"/>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028E39F-4DCA-9553-32B4-B60D30154BD7}"/>
              </a:ext>
            </a:extLst>
          </p:cNvPr>
          <p:cNvSpPr/>
          <p:nvPr/>
        </p:nvSpPr>
        <p:spPr>
          <a:xfrm>
            <a:off x="4451044" y="3628567"/>
            <a:ext cx="3749523" cy="532191"/>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D160BF1-BB38-91C5-8813-6F2C13BED405}"/>
              </a:ext>
            </a:extLst>
          </p:cNvPr>
          <p:cNvSpPr/>
          <p:nvPr/>
        </p:nvSpPr>
        <p:spPr>
          <a:xfrm>
            <a:off x="10704280" y="3628566"/>
            <a:ext cx="653143" cy="532191"/>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37F044B-61E5-2779-7B51-27D05312DAD8}"/>
              </a:ext>
            </a:extLst>
          </p:cNvPr>
          <p:cNvSpPr/>
          <p:nvPr/>
        </p:nvSpPr>
        <p:spPr>
          <a:xfrm>
            <a:off x="3156853" y="2019900"/>
            <a:ext cx="4426856" cy="604762"/>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28CE461-27F3-2258-E973-77FEA074A7B1}"/>
              </a:ext>
            </a:extLst>
          </p:cNvPr>
          <p:cNvSpPr/>
          <p:nvPr/>
        </p:nvSpPr>
        <p:spPr>
          <a:xfrm>
            <a:off x="1959425" y="1717519"/>
            <a:ext cx="1197429" cy="3181048"/>
          </a:xfrm>
          <a:prstGeom prst="rec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1B80D7-487E-CBCA-B46F-BEF9323C71C5}"/>
              </a:ext>
            </a:extLst>
          </p:cNvPr>
          <p:cNvSpPr/>
          <p:nvPr/>
        </p:nvSpPr>
        <p:spPr>
          <a:xfrm>
            <a:off x="701518" y="4523613"/>
            <a:ext cx="4414761" cy="387049"/>
          </a:xfrm>
          <a:prstGeom prst="rect">
            <a:avLst/>
          </a:prstGeom>
          <a:noFill/>
          <a:ln w="57150">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BF4F14"/>
              </a:solidFill>
            </a:endParaRPr>
          </a:p>
        </p:txBody>
      </p:sp>
      <p:sp>
        <p:nvSpPr>
          <p:cNvPr id="3" name="Rectangle 2">
            <a:extLst>
              <a:ext uri="{FF2B5EF4-FFF2-40B4-BE49-F238E27FC236}">
                <a16:creationId xmlns:a16="http://schemas.microsoft.com/office/drawing/2014/main" id="{0F1A972E-A692-5289-605A-09D818C0FB86}"/>
              </a:ext>
            </a:extLst>
          </p:cNvPr>
          <p:cNvSpPr/>
          <p:nvPr/>
        </p:nvSpPr>
        <p:spPr>
          <a:xfrm>
            <a:off x="6325805" y="1717518"/>
            <a:ext cx="1874762" cy="3181047"/>
          </a:xfrm>
          <a:prstGeom prst="rect">
            <a:avLst/>
          </a:prstGeom>
          <a:solidFill>
            <a:srgbClr val="FFC000">
              <a:alpha val="33000"/>
            </a:srgbClr>
          </a:solidFill>
          <a:ln w="571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Up 16">
            <a:extLst>
              <a:ext uri="{FF2B5EF4-FFF2-40B4-BE49-F238E27FC236}">
                <a16:creationId xmlns:a16="http://schemas.microsoft.com/office/drawing/2014/main" id="{42C119A3-1C44-374D-3149-15EDDE7D0F99}"/>
              </a:ext>
            </a:extLst>
          </p:cNvPr>
          <p:cNvSpPr/>
          <p:nvPr/>
        </p:nvSpPr>
        <p:spPr>
          <a:xfrm>
            <a:off x="7063618" y="5019523"/>
            <a:ext cx="326571" cy="459619"/>
          </a:xfrm>
          <a:prstGeom prst="upArrow">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8972DB7C-985B-F4AE-875D-920E919479C0}"/>
              </a:ext>
            </a:extLst>
          </p:cNvPr>
          <p:cNvSpPr/>
          <p:nvPr/>
        </p:nvSpPr>
        <p:spPr>
          <a:xfrm>
            <a:off x="6700761" y="5563809"/>
            <a:ext cx="1040190" cy="701523"/>
          </a:xfrm>
          <a:prstGeom prst="ellipse">
            <a:avLst/>
          </a:prstGeom>
          <a:solidFill>
            <a:srgbClr val="F2C9ED"/>
          </a:solidFill>
          <a:ln>
            <a:solidFill>
              <a:srgbClr val="F5DC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t>6G</a:t>
            </a:r>
          </a:p>
        </p:txBody>
      </p:sp>
    </p:spTree>
    <p:extLst>
      <p:ext uri="{BB962C8B-B14F-4D97-AF65-F5344CB8AC3E}">
        <p14:creationId xmlns:p14="http://schemas.microsoft.com/office/powerpoint/2010/main" val="120548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B99E642-E7D3-B231-4F8F-1F91BBE90028}"/>
              </a:ext>
            </a:extLst>
          </p:cNvPr>
          <p:cNvSpPr/>
          <p:nvPr/>
        </p:nvSpPr>
        <p:spPr>
          <a:xfrm>
            <a:off x="0" y="-3175"/>
            <a:ext cx="12192000" cy="1524039"/>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T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7CB8CC4F-10BA-9230-438F-6B150E9D0211}"/>
                  </a:ext>
                </a:extLst>
              </p14:cNvPr>
              <p14:cNvContentPartPr/>
              <p14:nvPr/>
            </p14:nvContentPartPr>
            <p14:xfrm>
              <a:off x="506301" y="525275"/>
              <a:ext cx="11183760" cy="360"/>
            </p14:xfrm>
          </p:contentPart>
        </mc:Choice>
        <mc:Fallback xmlns="">
          <p:pic>
            <p:nvPicPr>
              <p:cNvPr id="7" name="Ink 6">
                <a:extLst>
                  <a:ext uri="{FF2B5EF4-FFF2-40B4-BE49-F238E27FC236}">
                    <a16:creationId xmlns:a16="http://schemas.microsoft.com/office/drawing/2014/main" id="{7CB8CC4F-10BA-9230-438F-6B150E9D0211}"/>
                  </a:ext>
                </a:extLst>
              </p:cNvPr>
              <p:cNvPicPr/>
              <p:nvPr/>
            </p:nvPicPr>
            <p:blipFill>
              <a:blip r:embed="rId4"/>
              <a:stretch>
                <a:fillRect/>
              </a:stretch>
            </p:blipFill>
            <p:spPr>
              <a:xfrm>
                <a:off x="470302" y="489275"/>
                <a:ext cx="11255398" cy="72000"/>
              </a:xfrm>
              <a:prstGeom prst="rect">
                <a:avLst/>
              </a:prstGeom>
            </p:spPr>
          </p:pic>
        </mc:Fallback>
      </mc:AlternateContent>
      <p:sp>
        <p:nvSpPr>
          <p:cNvPr id="9" name="TextBox 8">
            <a:extLst>
              <a:ext uri="{FF2B5EF4-FFF2-40B4-BE49-F238E27FC236}">
                <a16:creationId xmlns:a16="http://schemas.microsoft.com/office/drawing/2014/main" id="{D20471DB-9FB5-200D-8C40-ED81ABC17926}"/>
              </a:ext>
            </a:extLst>
          </p:cNvPr>
          <p:cNvSpPr txBox="1"/>
          <p:nvPr/>
        </p:nvSpPr>
        <p:spPr>
          <a:xfrm>
            <a:off x="411237" y="1209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solidFill>
                  <a:schemeClr val="accent1"/>
                </a:solidFill>
                <a:latin typeface="Times New Roman"/>
                <a:cs typeface="Times New Roman"/>
              </a:rPr>
              <a:t>RIT</a:t>
            </a:r>
          </a:p>
        </p:txBody>
      </p:sp>
      <p:graphicFrame>
        <p:nvGraphicFramePr>
          <p:cNvPr id="2" name="Table 1">
            <a:extLst>
              <a:ext uri="{FF2B5EF4-FFF2-40B4-BE49-F238E27FC236}">
                <a16:creationId xmlns:a16="http://schemas.microsoft.com/office/drawing/2014/main" id="{C9575A3D-8F70-571D-8C1B-D91D6BCA45F5}"/>
              </a:ext>
            </a:extLst>
          </p:cNvPr>
          <p:cNvGraphicFramePr>
            <a:graphicFrameLocks noGrp="1"/>
          </p:cNvGraphicFramePr>
          <p:nvPr/>
        </p:nvGraphicFramePr>
        <p:xfrm>
          <a:off x="659027" y="1729945"/>
          <a:ext cx="11197722" cy="3591840"/>
        </p:xfrm>
        <a:graphic>
          <a:graphicData uri="http://schemas.openxmlformats.org/drawingml/2006/table">
            <a:tbl>
              <a:tblPr firstRow="1" bandRow="1">
                <a:tableStyleId>{5940675A-B579-460E-94D1-54222C63F5DA}</a:tableStyleId>
              </a:tblPr>
              <a:tblGrid>
                <a:gridCol w="303450">
                  <a:extLst>
                    <a:ext uri="{9D8B030D-6E8A-4147-A177-3AD203B41FA5}">
                      <a16:colId xmlns:a16="http://schemas.microsoft.com/office/drawing/2014/main" val="4043975947"/>
                    </a:ext>
                  </a:extLst>
                </a:gridCol>
                <a:gridCol w="453928">
                  <a:extLst>
                    <a:ext uri="{9D8B030D-6E8A-4147-A177-3AD203B41FA5}">
                      <a16:colId xmlns:a16="http://schemas.microsoft.com/office/drawing/2014/main" val="1686699970"/>
                    </a:ext>
                  </a:extLst>
                </a:gridCol>
                <a:gridCol w="453928">
                  <a:extLst>
                    <a:ext uri="{9D8B030D-6E8A-4147-A177-3AD203B41FA5}">
                      <a16:colId xmlns:a16="http://schemas.microsoft.com/office/drawing/2014/main" val="4204709133"/>
                    </a:ext>
                  </a:extLst>
                </a:gridCol>
                <a:gridCol w="453928">
                  <a:extLst>
                    <a:ext uri="{9D8B030D-6E8A-4147-A177-3AD203B41FA5}">
                      <a16:colId xmlns:a16="http://schemas.microsoft.com/office/drawing/2014/main" val="4105368480"/>
                    </a:ext>
                  </a:extLst>
                </a:gridCol>
                <a:gridCol w="453928">
                  <a:extLst>
                    <a:ext uri="{9D8B030D-6E8A-4147-A177-3AD203B41FA5}">
                      <a16:colId xmlns:a16="http://schemas.microsoft.com/office/drawing/2014/main" val="298174980"/>
                    </a:ext>
                  </a:extLst>
                </a:gridCol>
                <a:gridCol w="453928">
                  <a:extLst>
                    <a:ext uri="{9D8B030D-6E8A-4147-A177-3AD203B41FA5}">
                      <a16:colId xmlns:a16="http://schemas.microsoft.com/office/drawing/2014/main" val="3493256866"/>
                    </a:ext>
                  </a:extLst>
                </a:gridCol>
                <a:gridCol w="453928">
                  <a:extLst>
                    <a:ext uri="{9D8B030D-6E8A-4147-A177-3AD203B41FA5}">
                      <a16:colId xmlns:a16="http://schemas.microsoft.com/office/drawing/2014/main" val="1075794119"/>
                    </a:ext>
                  </a:extLst>
                </a:gridCol>
                <a:gridCol w="453928">
                  <a:extLst>
                    <a:ext uri="{9D8B030D-6E8A-4147-A177-3AD203B41FA5}">
                      <a16:colId xmlns:a16="http://schemas.microsoft.com/office/drawing/2014/main" val="1619190838"/>
                    </a:ext>
                  </a:extLst>
                </a:gridCol>
                <a:gridCol w="453928">
                  <a:extLst>
                    <a:ext uri="{9D8B030D-6E8A-4147-A177-3AD203B41FA5}">
                      <a16:colId xmlns:a16="http://schemas.microsoft.com/office/drawing/2014/main" val="1495805964"/>
                    </a:ext>
                  </a:extLst>
                </a:gridCol>
                <a:gridCol w="453928">
                  <a:extLst>
                    <a:ext uri="{9D8B030D-6E8A-4147-A177-3AD203B41FA5}">
                      <a16:colId xmlns:a16="http://schemas.microsoft.com/office/drawing/2014/main" val="1861375321"/>
                    </a:ext>
                  </a:extLst>
                </a:gridCol>
                <a:gridCol w="453928">
                  <a:extLst>
                    <a:ext uri="{9D8B030D-6E8A-4147-A177-3AD203B41FA5}">
                      <a16:colId xmlns:a16="http://schemas.microsoft.com/office/drawing/2014/main" val="2407345406"/>
                    </a:ext>
                  </a:extLst>
                </a:gridCol>
                <a:gridCol w="453928">
                  <a:extLst>
                    <a:ext uri="{9D8B030D-6E8A-4147-A177-3AD203B41FA5}">
                      <a16:colId xmlns:a16="http://schemas.microsoft.com/office/drawing/2014/main" val="769757790"/>
                    </a:ext>
                  </a:extLst>
                </a:gridCol>
                <a:gridCol w="453928">
                  <a:extLst>
                    <a:ext uri="{9D8B030D-6E8A-4147-A177-3AD203B41FA5}">
                      <a16:colId xmlns:a16="http://schemas.microsoft.com/office/drawing/2014/main" val="1436535124"/>
                    </a:ext>
                  </a:extLst>
                </a:gridCol>
                <a:gridCol w="453928">
                  <a:extLst>
                    <a:ext uri="{9D8B030D-6E8A-4147-A177-3AD203B41FA5}">
                      <a16:colId xmlns:a16="http://schemas.microsoft.com/office/drawing/2014/main" val="3185515174"/>
                    </a:ext>
                  </a:extLst>
                </a:gridCol>
                <a:gridCol w="453928">
                  <a:extLst>
                    <a:ext uri="{9D8B030D-6E8A-4147-A177-3AD203B41FA5}">
                      <a16:colId xmlns:a16="http://schemas.microsoft.com/office/drawing/2014/main" val="350254468"/>
                    </a:ext>
                  </a:extLst>
                </a:gridCol>
                <a:gridCol w="453928">
                  <a:extLst>
                    <a:ext uri="{9D8B030D-6E8A-4147-A177-3AD203B41FA5}">
                      <a16:colId xmlns:a16="http://schemas.microsoft.com/office/drawing/2014/main" val="2864573796"/>
                    </a:ext>
                  </a:extLst>
                </a:gridCol>
                <a:gridCol w="453928">
                  <a:extLst>
                    <a:ext uri="{9D8B030D-6E8A-4147-A177-3AD203B41FA5}">
                      <a16:colId xmlns:a16="http://schemas.microsoft.com/office/drawing/2014/main" val="1898386429"/>
                    </a:ext>
                  </a:extLst>
                </a:gridCol>
                <a:gridCol w="453928">
                  <a:extLst>
                    <a:ext uri="{9D8B030D-6E8A-4147-A177-3AD203B41FA5}">
                      <a16:colId xmlns:a16="http://schemas.microsoft.com/office/drawing/2014/main" val="260775510"/>
                    </a:ext>
                  </a:extLst>
                </a:gridCol>
                <a:gridCol w="453928">
                  <a:extLst>
                    <a:ext uri="{9D8B030D-6E8A-4147-A177-3AD203B41FA5}">
                      <a16:colId xmlns:a16="http://schemas.microsoft.com/office/drawing/2014/main" val="374597964"/>
                    </a:ext>
                  </a:extLst>
                </a:gridCol>
                <a:gridCol w="453928">
                  <a:extLst>
                    <a:ext uri="{9D8B030D-6E8A-4147-A177-3AD203B41FA5}">
                      <a16:colId xmlns:a16="http://schemas.microsoft.com/office/drawing/2014/main" val="2290538716"/>
                    </a:ext>
                  </a:extLst>
                </a:gridCol>
                <a:gridCol w="453928">
                  <a:extLst>
                    <a:ext uri="{9D8B030D-6E8A-4147-A177-3AD203B41FA5}">
                      <a16:colId xmlns:a16="http://schemas.microsoft.com/office/drawing/2014/main" val="2527846066"/>
                    </a:ext>
                  </a:extLst>
                </a:gridCol>
                <a:gridCol w="453928">
                  <a:extLst>
                    <a:ext uri="{9D8B030D-6E8A-4147-A177-3AD203B41FA5}">
                      <a16:colId xmlns:a16="http://schemas.microsoft.com/office/drawing/2014/main" val="472924852"/>
                    </a:ext>
                  </a:extLst>
                </a:gridCol>
                <a:gridCol w="453928">
                  <a:extLst>
                    <a:ext uri="{9D8B030D-6E8A-4147-A177-3AD203B41FA5}">
                      <a16:colId xmlns:a16="http://schemas.microsoft.com/office/drawing/2014/main" val="2644749453"/>
                    </a:ext>
                  </a:extLst>
                </a:gridCol>
                <a:gridCol w="453928">
                  <a:extLst>
                    <a:ext uri="{9D8B030D-6E8A-4147-A177-3AD203B41FA5}">
                      <a16:colId xmlns:a16="http://schemas.microsoft.com/office/drawing/2014/main" val="671993662"/>
                    </a:ext>
                  </a:extLst>
                </a:gridCol>
                <a:gridCol w="453928">
                  <a:extLst>
                    <a:ext uri="{9D8B030D-6E8A-4147-A177-3AD203B41FA5}">
                      <a16:colId xmlns:a16="http://schemas.microsoft.com/office/drawing/2014/main" val="4169856856"/>
                    </a:ext>
                  </a:extLst>
                </a:gridCol>
              </a:tblGrid>
              <a:tr h="314160">
                <a:tc>
                  <a:txBody>
                    <a:bodyPr/>
                    <a:lstStyle/>
                    <a:p>
                      <a:endParaRPr lang="en-US" sz="1050" b="0">
                        <a:solidFill>
                          <a:schemeClr val="tx1"/>
                        </a:solidFill>
                      </a:endParaRPr>
                    </a:p>
                  </a:txBody>
                  <a:tcPr/>
                </a:tc>
                <a:tc gridSpan="2">
                  <a:txBody>
                    <a:bodyPr/>
                    <a:lstStyle/>
                    <a:p>
                      <a:r>
                        <a:rPr lang="en-US" sz="1600" b="1">
                          <a:solidFill>
                            <a:schemeClr val="tx1"/>
                          </a:solidFill>
                        </a:rPr>
                        <a:t>17.1</a:t>
                      </a:r>
                    </a:p>
                  </a:txBody>
                  <a:tcPr/>
                </a:tc>
                <a:tc hMerge="1">
                  <a:txBody>
                    <a:bodyPr/>
                    <a:lstStyle/>
                    <a:p>
                      <a:endParaRPr lang="en-US" sz="1400" b="1">
                        <a:solidFill>
                          <a:schemeClr val="tx1"/>
                        </a:solidFill>
                      </a:endParaRPr>
                    </a:p>
                  </a:txBody>
                  <a:tcPr/>
                </a:tc>
                <a:tc gridSpan="2">
                  <a:txBody>
                    <a:bodyPr/>
                    <a:lstStyle/>
                    <a:p>
                      <a:r>
                        <a:rPr lang="en-US" sz="1600" b="1">
                          <a:solidFill>
                            <a:schemeClr val="tx1"/>
                          </a:solidFill>
                        </a:rPr>
                        <a:t>17.3</a:t>
                      </a:r>
                    </a:p>
                  </a:txBody>
                  <a:tcPr/>
                </a:tc>
                <a:tc hMerge="1">
                  <a:txBody>
                    <a:bodyPr/>
                    <a:lstStyle/>
                    <a:p>
                      <a:endParaRPr lang="en-US" sz="1400" b="1">
                        <a:solidFill>
                          <a:schemeClr val="tx1"/>
                        </a:solidFill>
                      </a:endParaRPr>
                    </a:p>
                  </a:txBody>
                  <a:tcPr/>
                </a:tc>
                <a:tc gridSpan="2">
                  <a:txBody>
                    <a:bodyPr/>
                    <a:lstStyle/>
                    <a:p>
                      <a:r>
                        <a:rPr lang="en-US" sz="1600" b="1">
                          <a:solidFill>
                            <a:schemeClr val="tx1"/>
                          </a:solidFill>
                        </a:rPr>
                        <a:t>17.8</a:t>
                      </a:r>
                    </a:p>
                  </a:txBody>
                  <a:tcPr/>
                </a:tc>
                <a:tc hMerge="1">
                  <a:txBody>
                    <a:bodyPr/>
                    <a:lstStyle/>
                    <a:p>
                      <a:endParaRPr lang="en-US" sz="1400" b="1">
                        <a:solidFill>
                          <a:schemeClr val="tx1"/>
                        </a:solidFill>
                      </a:endParaRPr>
                    </a:p>
                  </a:txBody>
                  <a:tcPr/>
                </a:tc>
                <a:tc gridSpan="2">
                  <a:txBody>
                    <a:bodyPr/>
                    <a:lstStyle/>
                    <a:p>
                      <a:r>
                        <a:rPr lang="en-US" sz="1600" b="1">
                          <a:solidFill>
                            <a:schemeClr val="tx1"/>
                          </a:solidFill>
                        </a:rPr>
                        <a:t>18.1</a:t>
                      </a:r>
                    </a:p>
                  </a:txBody>
                  <a:tcPr/>
                </a:tc>
                <a:tc hMerge="1">
                  <a:txBody>
                    <a:bodyPr/>
                    <a:lstStyle/>
                    <a:p>
                      <a:endParaRPr lang="en-US" sz="1400" b="1">
                        <a:solidFill>
                          <a:schemeClr val="tx1"/>
                        </a:solidFill>
                      </a:endParaRPr>
                    </a:p>
                  </a:txBody>
                  <a:tcPr/>
                </a:tc>
                <a:tc gridSpan="2">
                  <a:txBody>
                    <a:bodyPr/>
                    <a:lstStyle/>
                    <a:p>
                      <a:r>
                        <a:rPr lang="en-US" sz="1600" b="1">
                          <a:solidFill>
                            <a:schemeClr val="tx1"/>
                          </a:solidFill>
                        </a:rPr>
                        <a:t>18.4</a:t>
                      </a:r>
                    </a:p>
                  </a:txBody>
                  <a:tcPr/>
                </a:tc>
                <a:tc hMerge="1">
                  <a:txBody>
                    <a:bodyPr/>
                    <a:lstStyle/>
                    <a:p>
                      <a:endParaRPr lang="en-US" sz="1400" b="1">
                        <a:solidFill>
                          <a:schemeClr val="tx1"/>
                        </a:solidFill>
                      </a:endParaRPr>
                    </a:p>
                  </a:txBody>
                  <a:tcPr/>
                </a:tc>
                <a:tc gridSpan="2">
                  <a:txBody>
                    <a:bodyPr/>
                    <a:lstStyle/>
                    <a:p>
                      <a:r>
                        <a:rPr lang="en-US" sz="1600" b="1">
                          <a:solidFill>
                            <a:schemeClr val="tx1"/>
                          </a:solidFill>
                        </a:rPr>
                        <a:t>18.8</a:t>
                      </a:r>
                    </a:p>
                  </a:txBody>
                  <a:tcPr/>
                </a:tc>
                <a:tc hMerge="1">
                  <a:txBody>
                    <a:bodyPr/>
                    <a:lstStyle/>
                    <a:p>
                      <a:endParaRPr lang="en-US" sz="1400" b="1">
                        <a:solidFill>
                          <a:schemeClr val="tx1"/>
                        </a:solidFill>
                      </a:endParaRPr>
                    </a:p>
                  </a:txBody>
                  <a:tcPr/>
                </a:tc>
                <a:tc gridSpan="2">
                  <a:txBody>
                    <a:bodyPr/>
                    <a:lstStyle/>
                    <a:p>
                      <a:r>
                        <a:rPr lang="en-US" sz="1600" b="1">
                          <a:solidFill>
                            <a:schemeClr val="tx1"/>
                          </a:solidFill>
                        </a:rPr>
                        <a:t>19.7</a:t>
                      </a:r>
                    </a:p>
                  </a:txBody>
                  <a:tcPr/>
                </a:tc>
                <a:tc hMerge="1">
                  <a:txBody>
                    <a:bodyPr/>
                    <a:lstStyle/>
                    <a:p>
                      <a:endParaRPr lang="en-US" sz="1400" b="1">
                        <a:solidFill>
                          <a:schemeClr val="tx1"/>
                        </a:solidFill>
                      </a:endParaRPr>
                    </a:p>
                  </a:txBody>
                  <a:tcPr/>
                </a:tc>
                <a:tc gridSpan="2">
                  <a:txBody>
                    <a:bodyPr/>
                    <a:lstStyle/>
                    <a:p>
                      <a:pPr lvl="0">
                        <a:buNone/>
                      </a:pPr>
                      <a:r>
                        <a:rPr lang="en-US" sz="1600" b="1" u="none" strike="noStrike" noProof="0">
                          <a:solidFill>
                            <a:schemeClr val="tx1"/>
                          </a:solidFill>
                        </a:rPr>
                        <a:t>20.2</a:t>
                      </a:r>
                    </a:p>
                  </a:txBody>
                  <a:tcPr/>
                </a:tc>
                <a:tc hMerge="1">
                  <a:txBody>
                    <a:bodyPr/>
                    <a:lstStyle/>
                    <a:p>
                      <a:pPr lvl="0">
                        <a:buNone/>
                      </a:pPr>
                      <a:endParaRPr lang="en-US" sz="1400" b="1">
                        <a:solidFill>
                          <a:schemeClr val="tx1"/>
                        </a:solidFill>
                      </a:endParaRPr>
                    </a:p>
                  </a:txBody>
                  <a:tcPr/>
                </a:tc>
                <a:tc gridSpan="2">
                  <a:txBody>
                    <a:bodyPr/>
                    <a:lstStyle/>
                    <a:p>
                      <a:pPr lvl="0">
                        <a:buNone/>
                      </a:pPr>
                      <a:r>
                        <a:rPr lang="en-US" sz="1600" b="1">
                          <a:solidFill>
                            <a:schemeClr val="tx1"/>
                          </a:solidFill>
                        </a:rPr>
                        <a:t>21.4</a:t>
                      </a:r>
                    </a:p>
                  </a:txBody>
                  <a:tcPr/>
                </a:tc>
                <a:tc hMerge="1">
                  <a:txBody>
                    <a:bodyPr/>
                    <a:lstStyle/>
                    <a:p>
                      <a:pPr lvl="0">
                        <a:buNone/>
                      </a:pPr>
                      <a:endParaRPr lang="en-US" sz="1400" b="1">
                        <a:solidFill>
                          <a:schemeClr val="tx1"/>
                        </a:solidFill>
                      </a:endParaRPr>
                    </a:p>
                  </a:txBody>
                  <a:tcPr/>
                </a:tc>
                <a:tc gridSpan="2">
                  <a:txBody>
                    <a:bodyPr/>
                    <a:lstStyle/>
                    <a:p>
                      <a:pPr lvl="0">
                        <a:buNone/>
                      </a:pPr>
                      <a:r>
                        <a:rPr lang="en-US" sz="1600" b="1">
                          <a:solidFill>
                            <a:schemeClr val="tx1"/>
                          </a:solidFill>
                        </a:rPr>
                        <a:t>22.21</a:t>
                      </a:r>
                    </a:p>
                  </a:txBody>
                  <a:tcPr/>
                </a:tc>
                <a:tc hMerge="1">
                  <a:txBody>
                    <a:bodyPr/>
                    <a:lstStyle/>
                    <a:p>
                      <a:pPr lvl="0">
                        <a:buNone/>
                      </a:pPr>
                      <a:endParaRPr lang="en-US" sz="1400" b="1">
                        <a:solidFill>
                          <a:schemeClr val="tx1"/>
                        </a:solidFill>
                      </a:endParaRPr>
                    </a:p>
                  </a:txBody>
                  <a:tcPr/>
                </a:tc>
                <a:tc gridSpan="2">
                  <a:txBody>
                    <a:bodyPr/>
                    <a:lstStyle/>
                    <a:p>
                      <a:pPr lvl="0">
                        <a:buNone/>
                      </a:pPr>
                      <a:r>
                        <a:rPr lang="en-US" sz="1600" b="1">
                          <a:solidFill>
                            <a:schemeClr val="tx1"/>
                          </a:solidFill>
                        </a:rPr>
                        <a:t>22.55</a:t>
                      </a:r>
                    </a:p>
                  </a:txBody>
                  <a:tcPr/>
                </a:tc>
                <a:tc hMerge="1">
                  <a:txBody>
                    <a:bodyPr/>
                    <a:lstStyle/>
                    <a:p>
                      <a:pPr lvl="0">
                        <a:buNone/>
                      </a:pPr>
                      <a:endParaRPr lang="en-US" sz="1400" b="1">
                        <a:solidFill>
                          <a:schemeClr val="tx1"/>
                        </a:solidFill>
                      </a:endParaRPr>
                    </a:p>
                  </a:txBody>
                  <a:tcPr/>
                </a:tc>
                <a:tc gridSpan="2">
                  <a:txBody>
                    <a:bodyPr/>
                    <a:lstStyle/>
                    <a:p>
                      <a:pPr lvl="0">
                        <a:buNone/>
                      </a:pPr>
                      <a:r>
                        <a:rPr lang="en-US" sz="1600" b="1">
                          <a:solidFill>
                            <a:schemeClr val="tx1"/>
                          </a:solidFill>
                        </a:rPr>
                        <a:t>23.55</a:t>
                      </a:r>
                    </a:p>
                  </a:txBody>
                  <a:tcPr/>
                </a:tc>
                <a:tc hMerge="1">
                  <a:txBody>
                    <a:bodyPr/>
                    <a:lstStyle/>
                    <a:p>
                      <a:pPr lvl="0">
                        <a:buNone/>
                      </a:pPr>
                      <a:endParaRPr lang="en-US" sz="1400" b="1">
                        <a:solidFill>
                          <a:schemeClr val="tx1"/>
                        </a:solidFill>
                      </a:endParaRPr>
                    </a:p>
                  </a:txBody>
                  <a:tcPr/>
                </a:tc>
                <a:extLst>
                  <a:ext uri="{0D108BD9-81ED-4DB2-BD59-A6C34878D82A}">
                    <a16:rowId xmlns:a16="http://schemas.microsoft.com/office/drawing/2014/main" val="890178958"/>
                  </a:ext>
                </a:extLst>
              </a:tr>
              <a:tr h="314160">
                <a:tc>
                  <a:txBody>
                    <a:bodyPr/>
                    <a:lstStyle/>
                    <a:p>
                      <a:pPr lvl="0">
                        <a:buNone/>
                      </a:pPr>
                      <a:endParaRPr lang="en-US" sz="1050" b="0">
                        <a:solidFill>
                          <a:schemeClr val="tx1"/>
                        </a:solidFill>
                      </a:endParaRPr>
                    </a:p>
                  </a:txBody>
                  <a:tcPr>
                    <a:solidFill>
                      <a:srgbClr val="FF0000"/>
                    </a:solidFill>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gridSpan="4">
                  <a:txBody>
                    <a:bodyPr/>
                    <a:lstStyle/>
                    <a:p>
                      <a:pPr lvl="0" algn="ctr">
                        <a:buNone/>
                      </a:pPr>
                      <a:r>
                        <a:rPr lang="en-US" sz="1200" b="0">
                          <a:solidFill>
                            <a:schemeClr val="tx1"/>
                          </a:solidFill>
                        </a:rPr>
                        <a:t>Fixed (FS)</a:t>
                      </a:r>
                      <a:endParaRPr lang="en-US" sz="1200" b="0"/>
                    </a:p>
                  </a:txBody>
                  <a:tcPr>
                    <a:solidFill>
                      <a:schemeClr val="accent5">
                        <a:lumMod val="40000"/>
                        <a:lumOff val="6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r>
                        <a:rPr lang="en-US" sz="1200" b="0" i="0" u="none" strike="noStrike" noProof="0">
                          <a:solidFill>
                            <a:schemeClr val="tx1"/>
                          </a:solidFill>
                          <a:latin typeface="Aptos"/>
                        </a:rPr>
                        <a:t>MSS</a:t>
                      </a:r>
                      <a:endParaRPr lang="en-US" sz="1200" b="0" i="0" u="none" strike="noStrike" noProof="0">
                        <a:solidFill>
                          <a:srgbClr val="000000"/>
                        </a:solidFill>
                        <a:latin typeface="Aptos"/>
                      </a:endParaRPr>
                    </a:p>
                  </a:txBody>
                  <a:tcPr>
                    <a:solidFill>
                      <a:schemeClr val="bg2">
                        <a:lumMod val="90000"/>
                      </a:schemeClr>
                    </a:solidFill>
                  </a:tcPr>
                </a:tc>
                <a:tc gridSpan="8">
                  <a:txBody>
                    <a:bodyPr/>
                    <a:lstStyle/>
                    <a:p>
                      <a:pPr lvl="0" algn="ctr">
                        <a:buNone/>
                      </a:pPr>
                      <a:r>
                        <a:rPr lang="en-US" sz="1200" b="0" i="0" u="none" strike="noStrike" noProof="0">
                          <a:solidFill>
                            <a:schemeClr val="tx1"/>
                          </a:solidFill>
                          <a:latin typeface="Aptos"/>
                        </a:rPr>
                        <a:t>Fixed (FS)</a:t>
                      </a:r>
                      <a:endParaRPr lang="en-US" sz="1200" b="0"/>
                    </a:p>
                  </a:txBody>
                  <a:tcPr>
                    <a:solidFill>
                      <a:schemeClr val="accent5">
                        <a:lumMod val="40000"/>
                        <a:lumOff val="6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lvl="0" algn="ctr">
                        <a:buNone/>
                      </a:pPr>
                      <a:endParaRPr lang="en-US" sz="1200" b="0">
                        <a:solidFill>
                          <a:schemeClr val="tx1"/>
                        </a:solidFill>
                      </a:endParaRPr>
                    </a:p>
                  </a:txBody>
                  <a:tcPr/>
                </a:tc>
                <a:extLst>
                  <a:ext uri="{0D108BD9-81ED-4DB2-BD59-A6C34878D82A}">
                    <a16:rowId xmlns:a16="http://schemas.microsoft.com/office/drawing/2014/main" val="3792307299"/>
                  </a:ext>
                </a:extLst>
              </a:tr>
              <a:tr h="314160">
                <a:tc>
                  <a:txBody>
                    <a:bodyPr/>
                    <a:lstStyle/>
                    <a:p>
                      <a:pPr lvl="0">
                        <a:buNone/>
                      </a:pPr>
                      <a:endParaRPr lang="en-US" sz="1050" b="0">
                        <a:solidFill>
                          <a:schemeClr val="tx1"/>
                        </a:solidFill>
                      </a:endParaRPr>
                    </a:p>
                  </a:txBody>
                  <a:tcPr>
                    <a:solidFill>
                      <a:schemeClr val="accent6">
                        <a:lumMod val="75000"/>
                      </a:schemeClr>
                    </a:solidFill>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gridSpan="9">
                  <a:txBody>
                    <a:bodyPr/>
                    <a:lstStyle/>
                    <a:p>
                      <a:pPr lvl="0" algn="ctr">
                        <a:buNone/>
                      </a:pPr>
                      <a:r>
                        <a:rPr lang="en-US" sz="1200" b="0" i="0" u="none" strike="noStrike" noProof="0">
                          <a:solidFill>
                            <a:schemeClr val="tx1"/>
                          </a:solidFill>
                          <a:latin typeface="Aptos"/>
                        </a:rPr>
                        <a:t>Fixed (FS)</a:t>
                      </a:r>
                      <a:endParaRPr lang="en-US" sz="1200" b="0"/>
                    </a:p>
                  </a:txBody>
                  <a:tcPr>
                    <a:solidFill>
                      <a:schemeClr val="accent5">
                        <a:lumMod val="40000"/>
                        <a:lumOff val="6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lvl="0" algn="ctr">
                        <a:buNone/>
                      </a:pPr>
                      <a:r>
                        <a:rPr lang="en-US" sz="1200" b="0">
                          <a:solidFill>
                            <a:schemeClr val="tx1"/>
                          </a:solidFill>
                        </a:rPr>
                        <a:t>MSS</a:t>
                      </a:r>
                    </a:p>
                  </a:txBody>
                  <a:tcPr>
                    <a:solidFill>
                      <a:schemeClr val="bg2">
                        <a:lumMod val="90000"/>
                      </a:schemeClr>
                    </a:solidFill>
                  </a:tcPr>
                </a:tc>
                <a:tc hMerge="1">
                  <a:txBody>
                    <a:bodyPr/>
                    <a:lstStyle/>
                    <a:p>
                      <a:endParaRPr lang="en-US"/>
                    </a:p>
                  </a:txBody>
                  <a:tcPr/>
                </a:tc>
                <a:tc>
                  <a:txBody>
                    <a:bodyPr/>
                    <a:lstStyle/>
                    <a:p>
                      <a:pPr lvl="0" algn="ctr">
                        <a:buNone/>
                      </a:pPr>
                      <a:endParaRPr lang="en-US" sz="1200" b="0" u="none" strike="noStrike" noProof="0">
                        <a:solidFill>
                          <a:schemeClr val="tx1"/>
                        </a:solidFill>
                      </a:endParaRPr>
                    </a:p>
                  </a:txBody>
                  <a:tcPr/>
                </a:tc>
                <a:tc gridSpan="8">
                  <a:txBody>
                    <a:bodyPr/>
                    <a:lstStyle/>
                    <a:p>
                      <a:pPr lvl="0" algn="ctr">
                        <a:buNone/>
                      </a:pPr>
                      <a:r>
                        <a:rPr lang="en-US" sz="1200" b="0" i="0" u="none" strike="noStrike" noProof="0">
                          <a:solidFill>
                            <a:schemeClr val="tx1"/>
                          </a:solidFill>
                          <a:latin typeface="Aptos"/>
                        </a:rPr>
                        <a:t>Fixed (FS)</a:t>
                      </a:r>
                      <a:endParaRPr lang="en-US" sz="1200" b="0"/>
                    </a:p>
                  </a:txBody>
                  <a:tcPr>
                    <a:solidFill>
                      <a:schemeClr val="accent5">
                        <a:lumMod val="40000"/>
                        <a:lumOff val="6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lvl="0" algn="ctr">
                        <a:buNone/>
                      </a:pPr>
                      <a:endParaRPr lang="en-US" sz="1200" b="0">
                        <a:solidFill>
                          <a:schemeClr val="tx1"/>
                        </a:solidFill>
                      </a:endParaRPr>
                    </a:p>
                  </a:txBody>
                  <a:tcPr/>
                </a:tc>
                <a:extLst>
                  <a:ext uri="{0D108BD9-81ED-4DB2-BD59-A6C34878D82A}">
                    <a16:rowId xmlns:a16="http://schemas.microsoft.com/office/drawing/2014/main" val="2889234475"/>
                  </a:ext>
                </a:extLst>
              </a:tr>
              <a:tr h="314160">
                <a:tc>
                  <a:txBody>
                    <a:bodyPr/>
                    <a:lstStyle/>
                    <a:p>
                      <a:pPr lvl="0">
                        <a:buNone/>
                      </a:pPr>
                      <a:endParaRPr lang="en-US" sz="1050" b="0">
                        <a:solidFill>
                          <a:schemeClr val="tx1"/>
                        </a:solidFill>
                      </a:endParaRPr>
                    </a:p>
                  </a:txBody>
                  <a:tcPr>
                    <a:solidFill>
                      <a:schemeClr val="tx1"/>
                    </a:solidFill>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u="none" strike="noStrike" noProof="0">
                        <a:solidFill>
                          <a:schemeClr val="tx1"/>
                        </a:solidFill>
                      </a:endParaRPr>
                    </a:p>
                  </a:txBody>
                  <a:tcPr/>
                </a:tc>
                <a:tc gridSpan="8">
                  <a:txBody>
                    <a:bodyPr/>
                    <a:lstStyle/>
                    <a:p>
                      <a:pPr lvl="0" algn="ctr">
                        <a:buNone/>
                      </a:pPr>
                      <a:r>
                        <a:rPr lang="en-US" sz="1200" b="0" u="none" strike="noStrike" noProof="0">
                          <a:solidFill>
                            <a:schemeClr val="tx1"/>
                          </a:solidFill>
                        </a:rPr>
                        <a:t>Mobile(MS)</a:t>
                      </a:r>
                    </a:p>
                  </a:txBody>
                  <a:tcPr>
                    <a:solidFill>
                      <a:schemeClr val="accent5">
                        <a:lumMod val="20000"/>
                        <a:lumOff val="8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lvl="0" algn="ctr">
                        <a:buNone/>
                      </a:pPr>
                      <a:endParaRPr lang="en-US" sz="1200" b="0">
                        <a:solidFill>
                          <a:schemeClr val="tx1"/>
                        </a:solidFill>
                      </a:endParaRPr>
                    </a:p>
                  </a:txBody>
                  <a:tcPr/>
                </a:tc>
                <a:extLst>
                  <a:ext uri="{0D108BD9-81ED-4DB2-BD59-A6C34878D82A}">
                    <a16:rowId xmlns:a16="http://schemas.microsoft.com/office/drawing/2014/main" val="503024198"/>
                  </a:ext>
                </a:extLst>
              </a:tr>
              <a:tr h="314160">
                <a:tc>
                  <a:txBody>
                    <a:bodyPr/>
                    <a:lstStyle/>
                    <a:p>
                      <a:pPr lvl="0">
                        <a:buNone/>
                      </a:pPr>
                      <a:endParaRPr lang="en-US" sz="1050" b="0">
                        <a:solidFill>
                          <a:schemeClr val="tx1"/>
                        </a:solidFill>
                      </a:endParaRPr>
                    </a:p>
                  </a:txBody>
                  <a:tcPr>
                    <a:solidFill>
                      <a:schemeClr val="tx1"/>
                    </a:solidFill>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u="none" strike="noStrike" noProof="0">
                        <a:solidFill>
                          <a:schemeClr val="tx1"/>
                        </a:solidFill>
                      </a:endParaRPr>
                    </a:p>
                  </a:txBody>
                  <a:tcPr/>
                </a:tc>
                <a:tc>
                  <a:txBody>
                    <a:bodyPr/>
                    <a:lstStyle/>
                    <a:p>
                      <a:pPr lvl="0" algn="ctr">
                        <a:buNone/>
                      </a:pPr>
                      <a:endParaRPr lang="en-US" sz="1200" b="0" u="none" strike="noStrike" noProof="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r>
                        <a:rPr lang="en-US" sz="1200" b="0">
                          <a:solidFill>
                            <a:schemeClr val="tx1"/>
                          </a:solidFill>
                        </a:rPr>
                        <a:t>RAS</a:t>
                      </a:r>
                    </a:p>
                  </a:txBody>
                  <a:tcPr>
                    <a:solidFill>
                      <a:schemeClr val="accent2">
                        <a:lumMod val="20000"/>
                        <a:lumOff val="80000"/>
                      </a:schemeClr>
                    </a:solidFill>
                  </a:tcPr>
                </a:tc>
                <a:tc>
                  <a:txBody>
                    <a:bodyPr/>
                    <a:lstStyle/>
                    <a:p>
                      <a:pPr lvl="0" algn="ctr">
                        <a:buNone/>
                      </a:pPr>
                      <a:r>
                        <a:rPr lang="en-US" sz="1200" b="0">
                          <a:solidFill>
                            <a:schemeClr val="tx1"/>
                          </a:solidFill>
                        </a:rPr>
                        <a:t>RAS</a:t>
                      </a:r>
                    </a:p>
                  </a:txBody>
                  <a:tcPr>
                    <a:solidFill>
                      <a:schemeClr val="accent2">
                        <a:lumMod val="20000"/>
                        <a:lumOff val="80000"/>
                      </a:schemeClr>
                    </a:solidFill>
                  </a:tcPr>
                </a:tc>
                <a:tc>
                  <a:txBody>
                    <a:bodyPr/>
                    <a:lstStyle/>
                    <a:p>
                      <a:pPr lvl="0" algn="ctr">
                        <a:buNone/>
                      </a:pPr>
                      <a:endParaRPr lang="en-US" sz="1200" b="0">
                        <a:solidFill>
                          <a:schemeClr val="tx1"/>
                        </a:solidFill>
                      </a:endParaRPr>
                    </a:p>
                  </a:txBody>
                  <a:tcPr/>
                </a:tc>
                <a:tc>
                  <a:txBody>
                    <a:bodyPr/>
                    <a:lstStyle/>
                    <a:p>
                      <a:pPr lvl="0" algn="ctr">
                        <a:buNone/>
                      </a:pPr>
                      <a:r>
                        <a:rPr lang="en-US" sz="1200" b="0">
                          <a:solidFill>
                            <a:schemeClr val="tx1"/>
                          </a:solidFill>
                        </a:rPr>
                        <a:t>RAS</a:t>
                      </a:r>
                    </a:p>
                  </a:txBody>
                  <a:tcPr>
                    <a:solidFill>
                      <a:schemeClr val="accent2">
                        <a:lumMod val="20000"/>
                        <a:lumOff val="80000"/>
                      </a:schemeClr>
                    </a:solidFill>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r>
                        <a:rPr lang="en-US" sz="1200" b="0">
                          <a:solidFill>
                            <a:schemeClr val="tx1"/>
                          </a:solidFill>
                        </a:rPr>
                        <a:t>RAS</a:t>
                      </a:r>
                    </a:p>
                  </a:txBody>
                  <a:tcPr>
                    <a:solidFill>
                      <a:schemeClr val="accent2">
                        <a:lumMod val="20000"/>
                        <a:lumOff val="80000"/>
                      </a:schemeClr>
                    </a:solidFill>
                  </a:tcPr>
                </a:tc>
                <a:extLst>
                  <a:ext uri="{0D108BD9-81ED-4DB2-BD59-A6C34878D82A}">
                    <a16:rowId xmlns:a16="http://schemas.microsoft.com/office/drawing/2014/main" val="1263024557"/>
                  </a:ext>
                </a:extLst>
              </a:tr>
              <a:tr h="314160">
                <a:tc>
                  <a:txBody>
                    <a:bodyPr/>
                    <a:lstStyle/>
                    <a:p>
                      <a:pPr lvl="0">
                        <a:buNone/>
                      </a:pPr>
                      <a:endParaRPr lang="en-US" sz="1050" b="0">
                        <a:solidFill>
                          <a:schemeClr val="tx1"/>
                        </a:solidFill>
                      </a:endParaRPr>
                    </a:p>
                  </a:txBody>
                  <a:tcPr>
                    <a:solidFill>
                      <a:schemeClr val="tx1"/>
                    </a:solidFill>
                  </a:tcPr>
                </a:tc>
                <a:tc gridSpan="3">
                  <a:txBody>
                    <a:bodyPr/>
                    <a:lstStyle/>
                    <a:p>
                      <a:pPr lvl="0" algn="ctr">
                        <a:buNone/>
                      </a:pPr>
                      <a:r>
                        <a:rPr lang="en-US" sz="1200" b="0">
                          <a:solidFill>
                            <a:schemeClr val="tx1"/>
                          </a:solidFill>
                        </a:rPr>
                        <a:t>RLS</a:t>
                      </a:r>
                    </a:p>
                  </a:txBody>
                  <a:tcPr>
                    <a:solidFill>
                      <a:schemeClr val="tx2">
                        <a:lumMod val="10000"/>
                        <a:lumOff val="90000"/>
                      </a:schemeClr>
                    </a:solidFill>
                  </a:tcPr>
                </a:tc>
                <a:tc hMerge="1">
                  <a:txBody>
                    <a:bodyPr/>
                    <a:lstStyle/>
                    <a:p>
                      <a:endParaRPr lang="en-US"/>
                    </a:p>
                  </a:txBody>
                  <a:tcPr/>
                </a:tc>
                <a:tc hMerge="1">
                  <a:txBody>
                    <a:bodyPr/>
                    <a:lstStyle/>
                    <a:p>
                      <a:endParaRPr lang="en-US"/>
                    </a:p>
                  </a:txBody>
                  <a:tcPr/>
                </a:tc>
                <a:tc>
                  <a:txBody>
                    <a:bodyPr/>
                    <a:lstStyle/>
                    <a:p>
                      <a:pPr lvl="0" algn="ctr">
                        <a:buNone/>
                      </a:pPr>
                      <a:endParaRPr lang="en-US" sz="1200" b="0">
                        <a:solidFill>
                          <a:schemeClr val="tx1"/>
                        </a:solidFill>
                      </a:endParaRPr>
                    </a:p>
                  </a:txBody>
                  <a:tcPr/>
                </a:tc>
                <a:tc gridSpan="2">
                  <a:txBody>
                    <a:bodyPr/>
                    <a:lstStyle/>
                    <a:p>
                      <a:pPr lvl="0" algn="ctr">
                        <a:buNone/>
                      </a:pPr>
                      <a:r>
                        <a:rPr lang="en-US" sz="1200" b="0" err="1">
                          <a:solidFill>
                            <a:schemeClr val="tx1"/>
                          </a:solidFill>
                        </a:rPr>
                        <a:t>MetSat</a:t>
                      </a:r>
                      <a:endParaRPr lang="en-US" sz="1200" b="0">
                        <a:solidFill>
                          <a:schemeClr val="tx1"/>
                        </a:solidFill>
                      </a:endParaRPr>
                    </a:p>
                  </a:txBody>
                  <a:tcPr>
                    <a:solidFill>
                      <a:schemeClr val="accent3">
                        <a:lumMod val="40000"/>
                        <a:lumOff val="60000"/>
                      </a:schemeClr>
                    </a:solidFill>
                  </a:tcPr>
                </a:tc>
                <a:tc hMerge="1">
                  <a:txBody>
                    <a:bodyPr/>
                    <a:lstStyle/>
                    <a:p>
                      <a:endParaRPr lang="en-US"/>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u="none" strike="noStrike" noProof="0">
                        <a:solidFill>
                          <a:schemeClr val="tx1"/>
                        </a:solidFill>
                      </a:endParaRPr>
                    </a:p>
                  </a:txBody>
                  <a:tcPr/>
                </a:tc>
                <a:tc>
                  <a:txBody>
                    <a:bodyPr/>
                    <a:lstStyle/>
                    <a:p>
                      <a:pPr lvl="0" algn="ctr">
                        <a:buNone/>
                      </a:pPr>
                      <a:endParaRPr lang="en-US" sz="1200" b="0" u="none" strike="noStrike" noProof="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gridSpan="2">
                  <a:txBody>
                    <a:bodyPr/>
                    <a:lstStyle/>
                    <a:p>
                      <a:pPr lvl="0" algn="ctr">
                        <a:buNone/>
                      </a:pPr>
                      <a:r>
                        <a:rPr lang="en-US" sz="1200" b="0">
                          <a:solidFill>
                            <a:schemeClr val="tx1"/>
                          </a:solidFill>
                        </a:rPr>
                        <a:t>ISS</a:t>
                      </a:r>
                    </a:p>
                  </a:txBody>
                  <a:tcPr>
                    <a:solidFill>
                      <a:schemeClr val="accent2">
                        <a:lumMod val="40000"/>
                        <a:lumOff val="60000"/>
                      </a:schemeClr>
                    </a:solidFill>
                  </a:tcPr>
                </a:tc>
                <a:tc hMerge="1">
                  <a:txBody>
                    <a:bodyPr/>
                    <a:lstStyle/>
                    <a:p>
                      <a:endParaRPr lang="en-US"/>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extLst>
                  <a:ext uri="{0D108BD9-81ED-4DB2-BD59-A6C34878D82A}">
                    <a16:rowId xmlns:a16="http://schemas.microsoft.com/office/drawing/2014/main" val="914754303"/>
                  </a:ext>
                </a:extLst>
              </a:tr>
              <a:tr h="453081">
                <a:tc>
                  <a:txBody>
                    <a:bodyPr/>
                    <a:lstStyle/>
                    <a:p>
                      <a:pPr lvl="0">
                        <a:buNone/>
                      </a:pPr>
                      <a:endParaRPr lang="en-US" sz="1050" b="0">
                        <a:solidFill>
                          <a:schemeClr val="tx1"/>
                        </a:solidFill>
                      </a:endParaRPr>
                    </a:p>
                  </a:txBody>
                  <a:tcPr>
                    <a:solidFill>
                      <a:schemeClr val="tx1"/>
                    </a:solidFill>
                  </a:tcPr>
                </a:tc>
                <a:tc>
                  <a:txBody>
                    <a:bodyPr/>
                    <a:lstStyle/>
                    <a:p>
                      <a:pPr lvl="0" algn="ctr">
                        <a:buNone/>
                      </a:pPr>
                      <a:endParaRPr lang="en-US" sz="1200" b="0">
                        <a:solidFill>
                          <a:schemeClr val="tx1"/>
                        </a:solidFill>
                      </a:endParaRPr>
                    </a:p>
                  </a:txBody>
                  <a:tcPr/>
                </a:tc>
                <a:tc>
                  <a:txBody>
                    <a:bodyPr/>
                    <a:lstStyle/>
                    <a:p>
                      <a:pPr lvl="0" algn="ctr">
                        <a:buNone/>
                      </a:pPr>
                      <a:r>
                        <a:rPr lang="en-US" sz="1200" b="0">
                          <a:solidFill>
                            <a:schemeClr val="tx1"/>
                          </a:solidFill>
                        </a:rPr>
                        <a:t>SRS</a:t>
                      </a:r>
                    </a:p>
                    <a:p>
                      <a:pPr lvl="0" algn="ctr">
                        <a:buNone/>
                      </a:pPr>
                      <a:endParaRPr lang="en-US" sz="1200" b="0">
                        <a:solidFill>
                          <a:schemeClr val="tx1"/>
                        </a:solidFill>
                      </a:endParaRPr>
                    </a:p>
                  </a:txBody>
                  <a:tcPr>
                    <a:solidFill>
                      <a:schemeClr val="accent6">
                        <a:lumMod val="20000"/>
                        <a:lumOff val="80000"/>
                      </a:schemeClr>
                    </a:solidFill>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r>
                        <a:rPr lang="en-US" sz="1200" b="0">
                          <a:solidFill>
                            <a:schemeClr val="tx1"/>
                          </a:solidFill>
                        </a:rPr>
                        <a:t>SRS</a:t>
                      </a:r>
                    </a:p>
                  </a:txBody>
                  <a:tcPr>
                    <a:solidFill>
                      <a:schemeClr val="accent6">
                        <a:lumMod val="20000"/>
                        <a:lumOff val="80000"/>
                      </a:schemeClr>
                    </a:solidFill>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u="none" strike="noStrike" noProof="0">
                        <a:solidFill>
                          <a:schemeClr val="tx1"/>
                        </a:solidFill>
                      </a:endParaRPr>
                    </a:p>
                  </a:txBody>
                  <a:tcPr/>
                </a:tc>
                <a:tc>
                  <a:txBody>
                    <a:bodyPr/>
                    <a:lstStyle/>
                    <a:p>
                      <a:pPr lvl="0" algn="ctr">
                        <a:buNone/>
                      </a:pPr>
                      <a:r>
                        <a:rPr lang="en-US" sz="1200" b="0" i="0" u="none" strike="noStrike" noProof="0">
                          <a:solidFill>
                            <a:schemeClr val="tx1"/>
                          </a:solidFill>
                          <a:latin typeface="Aptos"/>
                        </a:rPr>
                        <a:t>SRS</a:t>
                      </a:r>
                      <a:endParaRPr lang="en-US" sz="1200"/>
                    </a:p>
                  </a:txBody>
                  <a:tcPr>
                    <a:solidFill>
                      <a:schemeClr val="accent6">
                        <a:lumMod val="20000"/>
                        <a:lumOff val="80000"/>
                      </a:schemeClr>
                    </a:solidFill>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r>
                        <a:rPr lang="en-US" sz="1200" b="0" i="0" u="none" strike="noStrike" noProof="0">
                          <a:solidFill>
                            <a:schemeClr val="tx1"/>
                          </a:solidFill>
                          <a:latin typeface="Aptos"/>
                        </a:rPr>
                        <a:t>SRS</a:t>
                      </a:r>
                      <a:endParaRPr lang="en-US" sz="1200"/>
                    </a:p>
                  </a:txBody>
                  <a:tcPr>
                    <a:solidFill>
                      <a:schemeClr val="accent6">
                        <a:lumMod val="20000"/>
                        <a:lumOff val="80000"/>
                      </a:schemeClr>
                    </a:solidFill>
                  </a:tcPr>
                </a:tc>
                <a:tc>
                  <a:txBody>
                    <a:bodyPr/>
                    <a:lstStyle/>
                    <a:p>
                      <a:pPr lvl="0" algn="ctr">
                        <a:buNone/>
                      </a:pPr>
                      <a:endParaRPr lang="en-US" sz="1200" b="0">
                        <a:solidFill>
                          <a:schemeClr val="tx1"/>
                        </a:solidFill>
                      </a:endParaRPr>
                    </a:p>
                  </a:txBody>
                  <a:tcPr/>
                </a:tc>
                <a:tc>
                  <a:txBody>
                    <a:bodyPr/>
                    <a:lstStyle/>
                    <a:p>
                      <a:pPr lvl="0" algn="ctr">
                        <a:buNone/>
                      </a:pPr>
                      <a:r>
                        <a:rPr lang="en-US" sz="1200" b="0">
                          <a:solidFill>
                            <a:schemeClr val="tx1"/>
                          </a:solidFill>
                        </a:rPr>
                        <a:t>SRS</a:t>
                      </a:r>
                    </a:p>
                  </a:txBody>
                  <a:tcPr>
                    <a:solidFill>
                      <a:schemeClr val="accent6">
                        <a:lumMod val="20000"/>
                        <a:lumOff val="80000"/>
                      </a:schemeClr>
                    </a:solidFill>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r>
                        <a:rPr lang="en-US" sz="1200" b="0" i="0" u="none" strike="noStrike" noProof="0">
                          <a:solidFill>
                            <a:schemeClr val="tx1"/>
                          </a:solidFill>
                          <a:latin typeface="Aptos"/>
                        </a:rPr>
                        <a:t>SRS</a:t>
                      </a:r>
                      <a:endParaRPr lang="en-US" sz="1200"/>
                    </a:p>
                  </a:txBody>
                  <a:tcPr>
                    <a:solidFill>
                      <a:schemeClr val="accent6">
                        <a:lumMod val="20000"/>
                        <a:lumOff val="80000"/>
                      </a:schemeClr>
                    </a:solidFill>
                  </a:tcPr>
                </a:tc>
                <a:extLst>
                  <a:ext uri="{0D108BD9-81ED-4DB2-BD59-A6C34878D82A}">
                    <a16:rowId xmlns:a16="http://schemas.microsoft.com/office/drawing/2014/main" val="41968893"/>
                  </a:ext>
                </a:extLst>
              </a:tr>
              <a:tr h="314160">
                <a:tc>
                  <a:txBody>
                    <a:bodyPr/>
                    <a:lstStyle/>
                    <a:p>
                      <a:pPr lvl="0">
                        <a:buNone/>
                      </a:pPr>
                      <a:endParaRPr lang="en-US" sz="1050" b="0">
                        <a:solidFill>
                          <a:schemeClr val="tx1"/>
                        </a:solidFill>
                      </a:endParaRPr>
                    </a:p>
                  </a:txBody>
                  <a:tcPr>
                    <a:solidFill>
                      <a:schemeClr val="tx1"/>
                    </a:solidFill>
                  </a:tcPr>
                </a:tc>
                <a:tc>
                  <a:txBody>
                    <a:bodyPr/>
                    <a:lstStyle/>
                    <a:p>
                      <a:pPr lvl="0" algn="ctr">
                        <a:buNone/>
                      </a:pPr>
                      <a:endParaRPr lang="en-US" sz="1200" b="0">
                        <a:solidFill>
                          <a:schemeClr val="tx1"/>
                        </a:solidFill>
                      </a:endParaRPr>
                    </a:p>
                  </a:txBody>
                  <a:tcPr/>
                </a:tc>
                <a:tc>
                  <a:txBody>
                    <a:bodyPr/>
                    <a:lstStyle/>
                    <a:p>
                      <a:pPr lvl="0" algn="ctr">
                        <a:buNone/>
                      </a:pPr>
                      <a:r>
                        <a:rPr lang="en-US" sz="1200" b="0">
                          <a:solidFill>
                            <a:schemeClr val="tx1"/>
                          </a:solidFill>
                        </a:rPr>
                        <a:t>EESS</a:t>
                      </a:r>
                    </a:p>
                  </a:txBody>
                  <a:tcPr>
                    <a:solidFill>
                      <a:schemeClr val="accent6">
                        <a:lumMod val="20000"/>
                        <a:lumOff val="80000"/>
                      </a:schemeClr>
                    </a:solidFill>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r>
                        <a:rPr lang="en-US" sz="1200" b="0">
                          <a:solidFill>
                            <a:schemeClr val="tx1"/>
                          </a:solidFill>
                        </a:rPr>
                        <a:t>EESS</a:t>
                      </a:r>
                    </a:p>
                  </a:txBody>
                  <a:tcPr>
                    <a:solidFill>
                      <a:schemeClr val="accent6">
                        <a:lumMod val="20000"/>
                        <a:lumOff val="80000"/>
                      </a:schemeClr>
                    </a:solidFill>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u="none" strike="noStrike" noProof="0">
                        <a:solidFill>
                          <a:schemeClr val="tx1"/>
                        </a:solidFill>
                      </a:endParaRPr>
                    </a:p>
                  </a:txBody>
                  <a:tcPr/>
                </a:tc>
                <a:tc>
                  <a:txBody>
                    <a:bodyPr/>
                    <a:lstStyle/>
                    <a:p>
                      <a:pPr lvl="0" algn="ctr">
                        <a:buNone/>
                      </a:pPr>
                      <a:r>
                        <a:rPr lang="en-US" sz="1200" b="0" u="none" strike="noStrike" noProof="0">
                          <a:solidFill>
                            <a:schemeClr val="tx1"/>
                          </a:solidFill>
                        </a:rPr>
                        <a:t>EESS</a:t>
                      </a:r>
                    </a:p>
                  </a:txBody>
                  <a:tcPr>
                    <a:solidFill>
                      <a:schemeClr val="accent6">
                        <a:lumMod val="20000"/>
                        <a:lumOff val="80000"/>
                      </a:schemeClr>
                    </a:solidFill>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r>
                        <a:rPr lang="en-US" sz="1200" b="0">
                          <a:solidFill>
                            <a:schemeClr val="tx1"/>
                          </a:solidFill>
                        </a:rPr>
                        <a:t>EESS</a:t>
                      </a:r>
                    </a:p>
                  </a:txBody>
                  <a:tcPr>
                    <a:solidFill>
                      <a:schemeClr val="accent6">
                        <a:lumMod val="20000"/>
                        <a:lumOff val="80000"/>
                      </a:schemeClr>
                    </a:solidFill>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tc>
                <a:tc>
                  <a:txBody>
                    <a:bodyPr/>
                    <a:lstStyle/>
                    <a:p>
                      <a:pPr lvl="0" algn="ctr">
                        <a:buNone/>
                      </a:pPr>
                      <a:r>
                        <a:rPr lang="en-US" sz="1200" b="0">
                          <a:solidFill>
                            <a:schemeClr val="tx1"/>
                          </a:solidFill>
                        </a:rPr>
                        <a:t>EESS</a:t>
                      </a:r>
                    </a:p>
                  </a:txBody>
                  <a:tcPr>
                    <a:solidFill>
                      <a:schemeClr val="accent6">
                        <a:lumMod val="20000"/>
                        <a:lumOff val="80000"/>
                      </a:schemeClr>
                    </a:solidFill>
                  </a:tcPr>
                </a:tc>
                <a:extLst>
                  <a:ext uri="{0D108BD9-81ED-4DB2-BD59-A6C34878D82A}">
                    <a16:rowId xmlns:a16="http://schemas.microsoft.com/office/drawing/2014/main" val="45299562"/>
                  </a:ext>
                </a:extLst>
              </a:tr>
              <a:tr h="314160">
                <a:tc>
                  <a:txBody>
                    <a:bodyPr/>
                    <a:lstStyle/>
                    <a:p>
                      <a:pPr lvl="0">
                        <a:buNone/>
                      </a:pPr>
                      <a:endParaRPr lang="en-US" sz="1050" b="0">
                        <a:solidFill>
                          <a:schemeClr val="tx1"/>
                        </a:solidFill>
                      </a:endParaRPr>
                    </a:p>
                  </a:txBody>
                  <a:tcPr>
                    <a:solidFill>
                      <a:srgbClr val="FF0000"/>
                    </a:solidFill>
                  </a:tcPr>
                </a:tc>
                <a:tc>
                  <a:txBody>
                    <a:bodyPr/>
                    <a:lstStyle/>
                    <a:p>
                      <a:pPr lvl="0" algn="ctr">
                        <a:buNone/>
                      </a:pPr>
                      <a:endParaRPr lang="en-US" sz="1200" b="0">
                        <a:solidFill>
                          <a:schemeClr val="tx1"/>
                        </a:solidFill>
                      </a:endParaRPr>
                    </a:p>
                  </a:txBody>
                  <a:tcPr/>
                </a:tc>
                <a:tc>
                  <a:txBody>
                    <a:bodyPr/>
                    <a:lstStyle/>
                    <a:p>
                      <a:pPr lvl="0" algn="ctr">
                        <a:buNone/>
                      </a:pPr>
                      <a:endParaRPr lang="en-US" sz="1200" b="0">
                        <a:solidFill>
                          <a:schemeClr val="tx1"/>
                        </a:solidFill>
                      </a:endParaRPr>
                    </a:p>
                  </a:txBody>
                  <a:tcPr>
                    <a:solidFill>
                      <a:schemeClr val="bg1"/>
                    </a:solidFill>
                  </a:tcPr>
                </a:tc>
                <a:tc>
                  <a:txBody>
                    <a:bodyPr/>
                    <a:lstStyle/>
                    <a:p>
                      <a:pPr lvl="0" algn="ctr">
                        <a:buNone/>
                      </a:pPr>
                      <a:r>
                        <a:rPr lang="en-US" sz="1200" b="0">
                          <a:solidFill>
                            <a:schemeClr val="tx1"/>
                          </a:solidFill>
                        </a:rPr>
                        <a:t>FSS</a:t>
                      </a:r>
                    </a:p>
                  </a:txBody>
                  <a:tcPr>
                    <a:solidFill>
                      <a:schemeClr val="accent1">
                        <a:lumMod val="40000"/>
                        <a:lumOff val="60000"/>
                      </a:schemeClr>
                    </a:solidFill>
                  </a:tcPr>
                </a:tc>
                <a:tc>
                  <a:txBody>
                    <a:bodyPr/>
                    <a:lstStyle/>
                    <a:p>
                      <a:pPr lvl="0" algn="ctr">
                        <a:buNone/>
                      </a:pPr>
                      <a:endParaRPr lang="en-US" sz="1200" b="0">
                        <a:solidFill>
                          <a:schemeClr val="tx1"/>
                        </a:solidFill>
                      </a:endParaRPr>
                    </a:p>
                  </a:txBody>
                  <a:tcPr/>
                </a:tc>
                <a:tc gridSpan="11">
                  <a:txBody>
                    <a:bodyPr/>
                    <a:lstStyle/>
                    <a:p>
                      <a:pPr lvl="0" algn="ctr">
                        <a:buNone/>
                      </a:pPr>
                      <a:r>
                        <a:rPr lang="en-US" sz="1200" b="0" i="0" u="none" strike="noStrike" noProof="0">
                          <a:solidFill>
                            <a:schemeClr val="tx1"/>
                          </a:solidFill>
                          <a:latin typeface="Aptos"/>
                        </a:rPr>
                        <a:t>Fixed Satellite (FSS)</a:t>
                      </a:r>
                      <a:endParaRPr lang="en-US" sz="1200"/>
                    </a:p>
                  </a:txBody>
                  <a:tcPr>
                    <a:solidFill>
                      <a:schemeClr val="accent1">
                        <a:lumMod val="40000"/>
                        <a:lumOff val="6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solidFill>
                      <a:schemeClr val="accent6">
                        <a:lumMod val="20000"/>
                        <a:lumOff val="8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lvl="0" algn="ctr">
                        <a:buNone/>
                      </a:pPr>
                      <a:endParaRPr lang="en-US" sz="1200" b="0" u="none" strike="noStrike" noProof="0">
                        <a:solidFill>
                          <a:schemeClr val="tx1"/>
                        </a:solidFill>
                      </a:endParaRPr>
                    </a:p>
                  </a:txBody>
                  <a:tcPr>
                    <a:solidFill>
                      <a:schemeClr val="bg1"/>
                    </a:solidFill>
                  </a:tcPr>
                </a:tc>
                <a:tc>
                  <a:txBody>
                    <a:bodyPr/>
                    <a:lstStyle/>
                    <a:p>
                      <a:pPr lvl="0" algn="ctr">
                        <a:buNone/>
                      </a:pPr>
                      <a:endParaRPr lang="en-US" sz="1200" b="0">
                        <a:solidFill>
                          <a:schemeClr val="tx1"/>
                        </a:solidFill>
                      </a:endParaRPr>
                    </a:p>
                  </a:txBody>
                  <a:tcPr>
                    <a:solidFill>
                      <a:schemeClr val="bg1"/>
                    </a:solidFill>
                  </a:tcPr>
                </a:tc>
                <a:tc>
                  <a:txBody>
                    <a:bodyPr/>
                    <a:lstStyle/>
                    <a:p>
                      <a:pPr lvl="0" algn="ctr">
                        <a:buNone/>
                      </a:pPr>
                      <a:endParaRPr lang="en-US" sz="1200" b="0">
                        <a:solidFill>
                          <a:schemeClr val="tx1"/>
                        </a:solidFill>
                      </a:endParaRPr>
                    </a:p>
                  </a:txBody>
                  <a:tcPr>
                    <a:solidFill>
                      <a:schemeClr val="bg1"/>
                    </a:solidFill>
                  </a:tcPr>
                </a:tc>
                <a:tc>
                  <a:txBody>
                    <a:bodyPr/>
                    <a:lstStyle/>
                    <a:p>
                      <a:pPr lvl="0" algn="ctr">
                        <a:buNone/>
                      </a:pPr>
                      <a:endParaRPr lang="en-US" sz="1200" b="0">
                        <a:solidFill>
                          <a:schemeClr val="tx1"/>
                        </a:solidFill>
                      </a:endParaRPr>
                    </a:p>
                  </a:txBody>
                  <a:tcPr>
                    <a:solidFill>
                      <a:schemeClr val="bg1"/>
                    </a:solidFill>
                  </a:tcPr>
                </a:tc>
                <a:tc>
                  <a:txBody>
                    <a:bodyPr/>
                    <a:lstStyle/>
                    <a:p>
                      <a:pPr lvl="0" algn="ctr">
                        <a:buNone/>
                      </a:pPr>
                      <a:endParaRPr lang="en-US" sz="1200" b="0">
                        <a:solidFill>
                          <a:schemeClr val="tx1"/>
                        </a:solidFill>
                      </a:endParaRPr>
                    </a:p>
                  </a:txBody>
                  <a:tcPr>
                    <a:solidFill>
                      <a:schemeClr val="bg1"/>
                    </a:solidFill>
                  </a:tcPr>
                </a:tc>
                <a:tc>
                  <a:txBody>
                    <a:bodyPr/>
                    <a:lstStyle/>
                    <a:p>
                      <a:pPr lvl="0" algn="ctr">
                        <a:buNone/>
                      </a:pPr>
                      <a:endParaRPr lang="en-US" sz="1200" b="0">
                        <a:solidFill>
                          <a:schemeClr val="tx1"/>
                        </a:solidFill>
                      </a:endParaRPr>
                    </a:p>
                  </a:txBody>
                  <a:tcPr>
                    <a:solidFill>
                      <a:schemeClr val="bg1"/>
                    </a:solidFill>
                  </a:tcPr>
                </a:tc>
                <a:tc>
                  <a:txBody>
                    <a:bodyPr/>
                    <a:lstStyle/>
                    <a:p>
                      <a:pPr lvl="0" algn="ctr">
                        <a:buNone/>
                      </a:pPr>
                      <a:endParaRPr lang="en-US" sz="1200" b="0">
                        <a:solidFill>
                          <a:schemeClr val="tx1"/>
                        </a:solidFill>
                      </a:endParaRPr>
                    </a:p>
                  </a:txBody>
                  <a:tcPr>
                    <a:solidFill>
                      <a:schemeClr val="bg1"/>
                    </a:solidFill>
                  </a:tcPr>
                </a:tc>
                <a:tc>
                  <a:txBody>
                    <a:bodyPr/>
                    <a:lstStyle/>
                    <a:p>
                      <a:pPr lvl="0" algn="ctr">
                        <a:buNone/>
                      </a:pPr>
                      <a:endParaRPr lang="en-US" sz="1200" b="0">
                        <a:solidFill>
                          <a:schemeClr val="tx1"/>
                        </a:solidFill>
                      </a:endParaRPr>
                    </a:p>
                  </a:txBody>
                  <a:tcPr>
                    <a:solidFill>
                      <a:schemeClr val="bg1"/>
                    </a:solidFill>
                  </a:tcPr>
                </a:tc>
                <a:tc>
                  <a:txBody>
                    <a:bodyPr/>
                    <a:lstStyle/>
                    <a:p>
                      <a:pPr lvl="0" algn="ctr">
                        <a:buNone/>
                      </a:pPr>
                      <a:endParaRPr lang="en-US" sz="1200" b="0">
                        <a:solidFill>
                          <a:schemeClr val="tx1"/>
                        </a:solidFill>
                      </a:endParaRPr>
                    </a:p>
                  </a:txBody>
                  <a:tcPr>
                    <a:solidFill>
                      <a:schemeClr val="bg1"/>
                    </a:solidFill>
                  </a:tcPr>
                </a:tc>
                <a:extLst>
                  <a:ext uri="{0D108BD9-81ED-4DB2-BD59-A6C34878D82A}">
                    <a16:rowId xmlns:a16="http://schemas.microsoft.com/office/drawing/2014/main" val="3358705698"/>
                  </a:ext>
                </a:extLst>
              </a:tr>
              <a:tr h="314160">
                <a:tc>
                  <a:txBody>
                    <a:bodyPr/>
                    <a:lstStyle/>
                    <a:p>
                      <a:pPr lvl="0">
                        <a:buNone/>
                      </a:pPr>
                      <a:endParaRPr lang="en-US" sz="1050" b="0">
                        <a:solidFill>
                          <a:schemeClr val="tx1"/>
                        </a:solidFill>
                      </a:endParaRPr>
                    </a:p>
                  </a:txBody>
                  <a:tcPr>
                    <a:solidFill>
                      <a:schemeClr val="accent6">
                        <a:lumMod val="75000"/>
                      </a:schemeClr>
                    </a:solidFill>
                  </a:tcPr>
                </a:tc>
                <a:tc>
                  <a:txBody>
                    <a:bodyPr/>
                    <a:lstStyle/>
                    <a:p>
                      <a:pPr lvl="0" algn="ctr">
                        <a:buNone/>
                      </a:pPr>
                      <a:endParaRPr lang="en-US" sz="1200" b="0">
                        <a:solidFill>
                          <a:schemeClr val="tx1"/>
                        </a:solidFill>
                      </a:endParaRPr>
                    </a:p>
                  </a:txBody>
                  <a:tcPr>
                    <a:solidFill>
                      <a:schemeClr val="bg1"/>
                    </a:solidFill>
                  </a:tcPr>
                </a:tc>
                <a:tc>
                  <a:txBody>
                    <a:bodyPr/>
                    <a:lstStyle/>
                    <a:p>
                      <a:pPr lvl="0" algn="ctr">
                        <a:buNone/>
                      </a:pPr>
                      <a:endParaRPr lang="en-US" sz="1200" b="0">
                        <a:solidFill>
                          <a:schemeClr val="tx1"/>
                        </a:solidFill>
                      </a:endParaRPr>
                    </a:p>
                  </a:txBody>
                  <a:tcPr>
                    <a:solidFill>
                      <a:schemeClr val="bg1"/>
                    </a:solidFill>
                  </a:tcPr>
                </a:tc>
                <a:tc gridSpan="12">
                  <a:txBody>
                    <a:bodyPr/>
                    <a:lstStyle/>
                    <a:p>
                      <a:pPr lvl="0" algn="ctr">
                        <a:buNone/>
                      </a:pPr>
                      <a:r>
                        <a:rPr lang="en-US" sz="1200" b="0" i="0" u="none" strike="noStrike" noProof="0">
                          <a:solidFill>
                            <a:schemeClr val="tx1"/>
                          </a:solidFill>
                          <a:latin typeface="Aptos"/>
                        </a:rPr>
                        <a:t>Fixed Satellite (FSS)</a:t>
                      </a:r>
                      <a:endParaRPr lang="en-US" sz="1200"/>
                    </a:p>
                  </a:txBody>
                  <a:tcPr>
                    <a:solidFill>
                      <a:schemeClr val="accent1">
                        <a:lumMod val="40000"/>
                        <a:lumOff val="60000"/>
                      </a:schemeClr>
                    </a:solidFill>
                  </a:tcPr>
                </a:tc>
                <a:tc hMerge="1">
                  <a:txBody>
                    <a:bodyPr/>
                    <a:lstStyle/>
                    <a:p>
                      <a:endParaRPr lang="en-US"/>
                    </a:p>
                  </a:txBody>
                  <a:tcPr>
                    <a:solidFill>
                      <a:schemeClr val="bg1"/>
                    </a:solidFill>
                  </a:tcPr>
                </a:tc>
                <a:tc hMerge="1">
                  <a:txBody>
                    <a:bodyPr/>
                    <a:lstStyle/>
                    <a:p>
                      <a:endParaRPr lang="en-US"/>
                    </a:p>
                  </a:txBody>
                  <a:tcPr>
                    <a:solidFill>
                      <a:schemeClr val="bg1"/>
                    </a:solidFill>
                  </a:tcPr>
                </a:tc>
                <a:tc hMerge="1">
                  <a:txBody>
                    <a:bodyPr/>
                    <a:lstStyle/>
                    <a:p>
                      <a:endParaRPr lang="en-US"/>
                    </a:p>
                  </a:txBody>
                  <a:tcPr>
                    <a:solidFill>
                      <a:schemeClr val="bg1"/>
                    </a:solidFill>
                  </a:tcPr>
                </a:tc>
                <a:tc hMerge="1">
                  <a:txBody>
                    <a:bodyPr/>
                    <a:lstStyle/>
                    <a:p>
                      <a:endParaRPr lang="en-US"/>
                    </a:p>
                  </a:txBody>
                  <a:tcPr>
                    <a:solidFill>
                      <a:schemeClr val="bg1"/>
                    </a:solidFill>
                  </a:tcPr>
                </a:tc>
                <a:tc hMerge="1">
                  <a:txBody>
                    <a:bodyPr/>
                    <a:lstStyle/>
                    <a:p>
                      <a:endParaRPr lang="en-US"/>
                    </a:p>
                  </a:txBody>
                  <a:tcPr>
                    <a:solidFill>
                      <a:schemeClr val="bg1"/>
                    </a:solidFill>
                  </a:tcPr>
                </a:tc>
                <a:tc hMerge="1">
                  <a:txBody>
                    <a:bodyPr/>
                    <a:lstStyle/>
                    <a:p>
                      <a:endParaRPr lang="en-US"/>
                    </a:p>
                  </a:txBody>
                  <a:tcPr>
                    <a:solidFill>
                      <a:schemeClr val="bg1"/>
                    </a:solidFill>
                  </a:tcPr>
                </a:tc>
                <a:tc hMerge="1">
                  <a:txBody>
                    <a:bodyPr/>
                    <a:lstStyle/>
                    <a:p>
                      <a:endParaRPr lang="en-US"/>
                    </a:p>
                  </a:txBody>
                  <a:tcPr>
                    <a:solidFill>
                      <a:schemeClr val="bg1"/>
                    </a:solidFill>
                  </a:tcPr>
                </a:tc>
                <a:tc hMerge="1">
                  <a:txBody>
                    <a:bodyPr/>
                    <a:lstStyle/>
                    <a:p>
                      <a:endParaRPr lang="en-US"/>
                    </a:p>
                  </a:txBody>
                  <a:tcPr>
                    <a:solidFill>
                      <a:schemeClr val="bg1"/>
                    </a:solidFill>
                  </a:tcPr>
                </a:tc>
                <a:tc hMerge="1">
                  <a:txBody>
                    <a:bodyPr/>
                    <a:lstStyle/>
                    <a:p>
                      <a:endParaRPr lang="en-US"/>
                    </a:p>
                  </a:txBody>
                  <a:tcPr>
                    <a:solidFill>
                      <a:schemeClr val="bg1"/>
                    </a:solidFill>
                  </a:tcPr>
                </a:tc>
                <a:tc hMerge="1">
                  <a:txBody>
                    <a:bodyPr/>
                    <a:lstStyle/>
                    <a:p>
                      <a:endParaRPr lang="en-US"/>
                    </a:p>
                  </a:txBody>
                  <a:tcPr>
                    <a:solidFill>
                      <a:schemeClr val="bg1"/>
                    </a:solidFill>
                  </a:tcPr>
                </a:tc>
                <a:tc hMerge="1">
                  <a:txBody>
                    <a:bodyPr/>
                    <a:lstStyle/>
                    <a:p>
                      <a:endParaRPr lang="en-US"/>
                    </a:p>
                  </a:txBody>
                  <a:tcPr>
                    <a:solidFill>
                      <a:schemeClr val="bg1"/>
                    </a:solidFill>
                  </a:tcPr>
                </a:tc>
                <a:tc>
                  <a:txBody>
                    <a:bodyPr/>
                    <a:lstStyle/>
                    <a:p>
                      <a:pPr lvl="0" algn="ctr">
                        <a:buNone/>
                      </a:pPr>
                      <a:endParaRPr lang="en-US" sz="1200" b="0" u="none" strike="noStrike" noProof="0">
                        <a:solidFill>
                          <a:schemeClr val="tx1"/>
                        </a:solidFill>
                      </a:endParaRPr>
                    </a:p>
                  </a:txBody>
                  <a:tcPr>
                    <a:solidFill>
                      <a:schemeClr val="bg1"/>
                    </a:solidFill>
                  </a:tcPr>
                </a:tc>
                <a:tc>
                  <a:txBody>
                    <a:bodyPr/>
                    <a:lstStyle/>
                    <a:p>
                      <a:pPr lvl="0" algn="ctr">
                        <a:buNone/>
                      </a:pPr>
                      <a:endParaRPr lang="en-US" sz="1200" b="0" u="none" strike="noStrike" noProof="0">
                        <a:solidFill>
                          <a:schemeClr val="tx1"/>
                        </a:solidFill>
                      </a:endParaRPr>
                    </a:p>
                  </a:txBody>
                  <a:tcPr>
                    <a:solidFill>
                      <a:schemeClr val="bg1"/>
                    </a:solidFill>
                  </a:tcPr>
                </a:tc>
                <a:tc>
                  <a:txBody>
                    <a:bodyPr/>
                    <a:lstStyle/>
                    <a:p>
                      <a:pPr lvl="0" algn="ctr">
                        <a:buNone/>
                      </a:pPr>
                      <a:endParaRPr lang="en-US" sz="1200" b="0">
                        <a:solidFill>
                          <a:schemeClr val="tx1"/>
                        </a:solidFill>
                      </a:endParaRPr>
                    </a:p>
                  </a:txBody>
                  <a:tcPr>
                    <a:solidFill>
                      <a:schemeClr val="bg1"/>
                    </a:solidFill>
                  </a:tcPr>
                </a:tc>
                <a:tc>
                  <a:txBody>
                    <a:bodyPr/>
                    <a:lstStyle/>
                    <a:p>
                      <a:pPr lvl="0" algn="ctr">
                        <a:buNone/>
                      </a:pPr>
                      <a:endParaRPr lang="en-US" sz="1200" b="0">
                        <a:solidFill>
                          <a:schemeClr val="tx1"/>
                        </a:solidFill>
                      </a:endParaRPr>
                    </a:p>
                  </a:txBody>
                  <a:tcPr>
                    <a:solidFill>
                      <a:schemeClr val="bg1"/>
                    </a:solidFill>
                  </a:tcPr>
                </a:tc>
                <a:tc>
                  <a:txBody>
                    <a:bodyPr/>
                    <a:lstStyle/>
                    <a:p>
                      <a:pPr lvl="0" algn="ctr">
                        <a:buNone/>
                      </a:pPr>
                      <a:endParaRPr lang="en-US" sz="1200" b="0">
                        <a:solidFill>
                          <a:schemeClr val="tx1"/>
                        </a:solidFill>
                      </a:endParaRPr>
                    </a:p>
                  </a:txBody>
                  <a:tcPr>
                    <a:solidFill>
                      <a:schemeClr val="bg1"/>
                    </a:solidFill>
                  </a:tcPr>
                </a:tc>
                <a:tc>
                  <a:txBody>
                    <a:bodyPr/>
                    <a:lstStyle/>
                    <a:p>
                      <a:pPr lvl="0" algn="ctr">
                        <a:buNone/>
                      </a:pPr>
                      <a:endParaRPr lang="en-US" sz="1200" b="0">
                        <a:solidFill>
                          <a:schemeClr val="tx1"/>
                        </a:solidFill>
                      </a:endParaRPr>
                    </a:p>
                  </a:txBody>
                  <a:tcPr>
                    <a:solidFill>
                      <a:schemeClr val="bg1"/>
                    </a:solidFill>
                  </a:tcPr>
                </a:tc>
                <a:tc>
                  <a:txBody>
                    <a:bodyPr/>
                    <a:lstStyle/>
                    <a:p>
                      <a:pPr lvl="0" algn="ctr">
                        <a:buNone/>
                      </a:pPr>
                      <a:endParaRPr lang="en-US" sz="1200" b="0">
                        <a:solidFill>
                          <a:schemeClr val="tx1"/>
                        </a:solidFill>
                      </a:endParaRPr>
                    </a:p>
                  </a:txBody>
                  <a:tcPr>
                    <a:solidFill>
                      <a:schemeClr val="bg1"/>
                    </a:solidFill>
                  </a:tcPr>
                </a:tc>
                <a:tc>
                  <a:txBody>
                    <a:bodyPr/>
                    <a:lstStyle/>
                    <a:p>
                      <a:pPr lvl="0" algn="ctr">
                        <a:buNone/>
                      </a:pPr>
                      <a:endParaRPr lang="en-US" sz="1200" b="0">
                        <a:solidFill>
                          <a:schemeClr val="tx1"/>
                        </a:solidFill>
                      </a:endParaRPr>
                    </a:p>
                  </a:txBody>
                  <a:tcPr>
                    <a:solidFill>
                      <a:schemeClr val="bg1"/>
                    </a:solidFill>
                  </a:tcPr>
                </a:tc>
                <a:tc>
                  <a:txBody>
                    <a:bodyPr/>
                    <a:lstStyle/>
                    <a:p>
                      <a:pPr lvl="0" algn="ctr">
                        <a:buNone/>
                      </a:pPr>
                      <a:endParaRPr lang="en-US" sz="1200" b="0">
                        <a:solidFill>
                          <a:schemeClr val="tx1"/>
                        </a:solidFill>
                      </a:endParaRPr>
                    </a:p>
                  </a:txBody>
                  <a:tcPr>
                    <a:solidFill>
                      <a:schemeClr val="bg1"/>
                    </a:solidFill>
                  </a:tcPr>
                </a:tc>
                <a:tc>
                  <a:txBody>
                    <a:bodyPr/>
                    <a:lstStyle/>
                    <a:p>
                      <a:pPr lvl="0" algn="ctr">
                        <a:buNone/>
                      </a:pPr>
                      <a:endParaRPr lang="en-US" sz="1200" b="0">
                        <a:solidFill>
                          <a:schemeClr val="tx1"/>
                        </a:solidFill>
                      </a:endParaRPr>
                    </a:p>
                  </a:txBody>
                  <a:tcPr>
                    <a:solidFill>
                      <a:schemeClr val="bg1"/>
                    </a:solidFill>
                  </a:tcPr>
                </a:tc>
                <a:extLst>
                  <a:ext uri="{0D108BD9-81ED-4DB2-BD59-A6C34878D82A}">
                    <a16:rowId xmlns:a16="http://schemas.microsoft.com/office/drawing/2014/main" val="159568966"/>
                  </a:ext>
                </a:extLst>
              </a:tr>
            </a:tbl>
          </a:graphicData>
        </a:graphic>
      </p:graphicFrame>
      <p:sp>
        <p:nvSpPr>
          <p:cNvPr id="4" name="Title 1">
            <a:extLst>
              <a:ext uri="{FF2B5EF4-FFF2-40B4-BE49-F238E27FC236}">
                <a16:creationId xmlns:a16="http://schemas.microsoft.com/office/drawing/2014/main" id="{1032E0B9-4EEF-0249-8894-B5AE48C64F97}"/>
              </a:ext>
            </a:extLst>
          </p:cNvPr>
          <p:cNvSpPr>
            <a:spLocks noGrp="1"/>
          </p:cNvSpPr>
          <p:nvPr/>
        </p:nvSpPr>
        <p:spPr>
          <a:xfrm>
            <a:off x="741438" y="47594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a:latin typeface="Times New Roman"/>
                <a:ea typeface="+mj-lt"/>
                <a:cs typeface="+mj-lt"/>
              </a:rPr>
              <a:t>17.1-24 GHz</a:t>
            </a:r>
            <a:endParaRPr lang="en-US">
              <a:latin typeface="Times New Roman"/>
              <a:cs typeface="Times New Roman"/>
            </a:endParaRPr>
          </a:p>
        </p:txBody>
      </p:sp>
      <p:sp>
        <p:nvSpPr>
          <p:cNvPr id="6" name="Rectangle 5">
            <a:extLst>
              <a:ext uri="{FF2B5EF4-FFF2-40B4-BE49-F238E27FC236}">
                <a16:creationId xmlns:a16="http://schemas.microsoft.com/office/drawing/2014/main" id="{1379DA10-9861-7701-D83B-ED69980CB26D}"/>
              </a:ext>
            </a:extLst>
          </p:cNvPr>
          <p:cNvSpPr/>
          <p:nvPr/>
        </p:nvSpPr>
        <p:spPr>
          <a:xfrm>
            <a:off x="2358567" y="1632853"/>
            <a:ext cx="423335" cy="3773714"/>
          </a:xfrm>
          <a:prstGeom prst="rec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CCFC75B-C0E1-8FB3-2BB2-C612004AAADB}"/>
              </a:ext>
            </a:extLst>
          </p:cNvPr>
          <p:cNvSpPr/>
          <p:nvPr/>
        </p:nvSpPr>
        <p:spPr>
          <a:xfrm>
            <a:off x="2817620" y="1632852"/>
            <a:ext cx="2310191" cy="3773714"/>
          </a:xfrm>
          <a:prstGeom prst="rect">
            <a:avLst/>
          </a:prstGeom>
          <a:noFill/>
          <a:ln w="5715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6D9A3CD-BF9E-4EB9-A278-BD370A41DEB5}"/>
              </a:ext>
            </a:extLst>
          </p:cNvPr>
          <p:cNvSpPr/>
          <p:nvPr/>
        </p:nvSpPr>
        <p:spPr>
          <a:xfrm>
            <a:off x="5503329" y="1632851"/>
            <a:ext cx="1802191" cy="3773714"/>
          </a:xfrm>
          <a:prstGeom prst="rect">
            <a:avLst/>
          </a:prstGeom>
          <a:noFill/>
          <a:ln w="5715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FC1DECA-CDBC-DD7A-2191-9455CF25DC65}"/>
              </a:ext>
            </a:extLst>
          </p:cNvPr>
          <p:cNvSpPr txBox="1"/>
          <p:nvPr/>
        </p:nvSpPr>
        <p:spPr>
          <a:xfrm>
            <a:off x="503162" y="5571067"/>
            <a:ext cx="1085910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t>100 MHz spectrum in 17.7 – 17.8 GHz is not allocated for federal use. </a:t>
            </a:r>
          </a:p>
          <a:p>
            <a:pPr marL="285750" indent="-285750">
              <a:buFont typeface="Arial"/>
              <a:buChar char="•"/>
            </a:pPr>
            <a:r>
              <a:rPr lang="en-US"/>
              <a:t>2,200 MHz of spectrum in 17.8 – 18.6 GHz and 18.8 – 20.2 GHz may be practical for coexistence if used for earth stations rather than user devices.</a:t>
            </a:r>
          </a:p>
        </p:txBody>
      </p:sp>
    </p:spTree>
    <p:extLst>
      <p:ext uri="{BB962C8B-B14F-4D97-AF65-F5344CB8AC3E}">
        <p14:creationId xmlns:p14="http://schemas.microsoft.com/office/powerpoint/2010/main" val="10790243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C19FB7-F939-C66C-97AD-5DCF78BDA9A4}"/>
              </a:ext>
            </a:extLst>
          </p:cNvPr>
          <p:cNvSpPr>
            <a:spLocks noGrp="1"/>
          </p:cNvSpPr>
          <p:nvPr>
            <p:ph idx="1"/>
          </p:nvPr>
        </p:nvSpPr>
        <p:spPr>
          <a:xfrm>
            <a:off x="695325" y="1373187"/>
            <a:ext cx="10765631" cy="5089525"/>
          </a:xfrm>
        </p:spPr>
        <p:txBody>
          <a:bodyPr vert="horz" lIns="91440" tIns="45720" rIns="91440" bIns="45720" rtlCol="0" anchor="t">
            <a:normAutofit/>
          </a:bodyPr>
          <a:lstStyle/>
          <a:p>
            <a:endParaRPr lang="en-US"/>
          </a:p>
          <a:p>
            <a:endParaRPr lang="en-US"/>
          </a:p>
        </p:txBody>
      </p:sp>
      <p:sp>
        <p:nvSpPr>
          <p:cNvPr id="5" name="Rectangle 4">
            <a:extLst>
              <a:ext uri="{FF2B5EF4-FFF2-40B4-BE49-F238E27FC236}">
                <a16:creationId xmlns:a16="http://schemas.microsoft.com/office/drawing/2014/main" id="{0B99E642-E7D3-B231-4F8F-1F91BBE90028}"/>
              </a:ext>
            </a:extLst>
          </p:cNvPr>
          <p:cNvSpPr/>
          <p:nvPr/>
        </p:nvSpPr>
        <p:spPr>
          <a:xfrm>
            <a:off x="0" y="-3175"/>
            <a:ext cx="12192000" cy="1524039"/>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T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7CB8CC4F-10BA-9230-438F-6B150E9D0211}"/>
                  </a:ext>
                </a:extLst>
              </p14:cNvPr>
              <p14:cNvContentPartPr/>
              <p14:nvPr/>
            </p14:nvContentPartPr>
            <p14:xfrm>
              <a:off x="506301" y="525275"/>
              <a:ext cx="11183760" cy="360"/>
            </p14:xfrm>
          </p:contentPart>
        </mc:Choice>
        <mc:Fallback xmlns="">
          <p:pic>
            <p:nvPicPr>
              <p:cNvPr id="7" name="Ink 6">
                <a:extLst>
                  <a:ext uri="{FF2B5EF4-FFF2-40B4-BE49-F238E27FC236}">
                    <a16:creationId xmlns:a16="http://schemas.microsoft.com/office/drawing/2014/main" id="{7CB8CC4F-10BA-9230-438F-6B150E9D0211}"/>
                  </a:ext>
                </a:extLst>
              </p:cNvPr>
              <p:cNvPicPr/>
              <p:nvPr/>
            </p:nvPicPr>
            <p:blipFill>
              <a:blip r:embed="rId4"/>
              <a:stretch>
                <a:fillRect/>
              </a:stretch>
            </p:blipFill>
            <p:spPr>
              <a:xfrm>
                <a:off x="470302" y="489275"/>
                <a:ext cx="11255398" cy="72000"/>
              </a:xfrm>
              <a:prstGeom prst="rect">
                <a:avLst/>
              </a:prstGeom>
            </p:spPr>
          </p:pic>
        </mc:Fallback>
      </mc:AlternateContent>
      <p:sp>
        <p:nvSpPr>
          <p:cNvPr id="9" name="TextBox 8">
            <a:extLst>
              <a:ext uri="{FF2B5EF4-FFF2-40B4-BE49-F238E27FC236}">
                <a16:creationId xmlns:a16="http://schemas.microsoft.com/office/drawing/2014/main" id="{D20471DB-9FB5-200D-8C40-ED81ABC17926}"/>
              </a:ext>
            </a:extLst>
          </p:cNvPr>
          <p:cNvSpPr txBox="1"/>
          <p:nvPr/>
        </p:nvSpPr>
        <p:spPr>
          <a:xfrm>
            <a:off x="411237" y="1209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solidFill>
                  <a:schemeClr val="accent1"/>
                </a:solidFill>
                <a:latin typeface="Times New Roman"/>
                <a:cs typeface="Times New Roman"/>
              </a:rPr>
              <a:t>RIT</a:t>
            </a:r>
          </a:p>
        </p:txBody>
      </p:sp>
      <p:sp>
        <p:nvSpPr>
          <p:cNvPr id="8" name="Title 1">
            <a:extLst>
              <a:ext uri="{FF2B5EF4-FFF2-40B4-BE49-F238E27FC236}">
                <a16:creationId xmlns:a16="http://schemas.microsoft.com/office/drawing/2014/main" id="{C4F4E60F-2C04-B357-3E9E-6F63A562775D}"/>
              </a:ext>
            </a:extLst>
          </p:cNvPr>
          <p:cNvSpPr>
            <a:spLocks noGrp="1"/>
          </p:cNvSpPr>
          <p:nvPr/>
        </p:nvSpPr>
        <p:spPr>
          <a:xfrm>
            <a:off x="698306" y="47672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latin typeface="Times New Roman"/>
                <a:ea typeface="+mj-lt"/>
                <a:cs typeface="+mj-lt"/>
              </a:rPr>
              <a:t>Potential Shared Spectrum Bands</a:t>
            </a:r>
            <a:endParaRPr lang="en-US" dirty="0">
              <a:latin typeface="Times New Roman"/>
              <a:cs typeface="Times New Roman"/>
            </a:endParaRPr>
          </a:p>
        </p:txBody>
      </p:sp>
      <p:graphicFrame>
        <p:nvGraphicFramePr>
          <p:cNvPr id="2" name="Diagram 1">
            <a:extLst>
              <a:ext uri="{FF2B5EF4-FFF2-40B4-BE49-F238E27FC236}">
                <a16:creationId xmlns:a16="http://schemas.microsoft.com/office/drawing/2014/main" id="{F98127B0-58D1-2696-5E5D-E2CEFBA6FCEF}"/>
              </a:ext>
            </a:extLst>
          </p:cNvPr>
          <p:cNvGraphicFramePr/>
          <p:nvPr/>
        </p:nvGraphicFramePr>
        <p:xfrm>
          <a:off x="943971" y="1133901"/>
          <a:ext cx="10031103" cy="611419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773234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B99E642-E7D3-B231-4F8F-1F91BBE90028}"/>
              </a:ext>
            </a:extLst>
          </p:cNvPr>
          <p:cNvSpPr/>
          <p:nvPr/>
        </p:nvSpPr>
        <p:spPr>
          <a:xfrm>
            <a:off x="0" y="-3175"/>
            <a:ext cx="12192000" cy="1524039"/>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T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7CB8CC4F-10BA-9230-438F-6B150E9D0211}"/>
                  </a:ext>
                </a:extLst>
              </p14:cNvPr>
              <p14:cNvContentPartPr/>
              <p14:nvPr/>
            </p14:nvContentPartPr>
            <p14:xfrm>
              <a:off x="506301" y="525275"/>
              <a:ext cx="11183760" cy="360"/>
            </p14:xfrm>
          </p:contentPart>
        </mc:Choice>
        <mc:Fallback xmlns="">
          <p:pic>
            <p:nvPicPr>
              <p:cNvPr id="7" name="Ink 6">
                <a:extLst>
                  <a:ext uri="{FF2B5EF4-FFF2-40B4-BE49-F238E27FC236}">
                    <a16:creationId xmlns:a16="http://schemas.microsoft.com/office/drawing/2014/main" id="{7CB8CC4F-10BA-9230-438F-6B150E9D0211}"/>
                  </a:ext>
                </a:extLst>
              </p:cNvPr>
              <p:cNvPicPr/>
              <p:nvPr/>
            </p:nvPicPr>
            <p:blipFill>
              <a:blip r:embed="rId4"/>
              <a:stretch>
                <a:fillRect/>
              </a:stretch>
            </p:blipFill>
            <p:spPr>
              <a:xfrm>
                <a:off x="470302" y="489275"/>
                <a:ext cx="11255398" cy="72000"/>
              </a:xfrm>
              <a:prstGeom prst="rect">
                <a:avLst/>
              </a:prstGeom>
            </p:spPr>
          </p:pic>
        </mc:Fallback>
      </mc:AlternateContent>
      <p:sp>
        <p:nvSpPr>
          <p:cNvPr id="9" name="TextBox 8">
            <a:extLst>
              <a:ext uri="{FF2B5EF4-FFF2-40B4-BE49-F238E27FC236}">
                <a16:creationId xmlns:a16="http://schemas.microsoft.com/office/drawing/2014/main" id="{D20471DB-9FB5-200D-8C40-ED81ABC17926}"/>
              </a:ext>
            </a:extLst>
          </p:cNvPr>
          <p:cNvSpPr txBox="1"/>
          <p:nvPr/>
        </p:nvSpPr>
        <p:spPr>
          <a:xfrm>
            <a:off x="411237" y="1209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solidFill>
                  <a:schemeClr val="accent1"/>
                </a:solidFill>
                <a:latin typeface="Times New Roman"/>
                <a:cs typeface="Times New Roman"/>
              </a:rPr>
              <a:t>RIT</a:t>
            </a:r>
          </a:p>
        </p:txBody>
      </p:sp>
      <p:sp>
        <p:nvSpPr>
          <p:cNvPr id="8" name="Title 1">
            <a:extLst>
              <a:ext uri="{FF2B5EF4-FFF2-40B4-BE49-F238E27FC236}">
                <a16:creationId xmlns:a16="http://schemas.microsoft.com/office/drawing/2014/main" id="{C4F4E60F-2C04-B357-3E9E-6F63A562775D}"/>
              </a:ext>
            </a:extLst>
          </p:cNvPr>
          <p:cNvSpPr>
            <a:spLocks noGrp="1"/>
          </p:cNvSpPr>
          <p:nvPr/>
        </p:nvSpPr>
        <p:spPr>
          <a:xfrm>
            <a:off x="741438" y="47594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a:latin typeface="Times New Roman"/>
                <a:ea typeface="+mj-lt"/>
                <a:cs typeface="+mj-lt"/>
              </a:rPr>
              <a:t>Fundamental sharing framework</a:t>
            </a:r>
            <a:endParaRPr lang="en-US">
              <a:latin typeface="Times New Roman"/>
            </a:endParaRPr>
          </a:p>
        </p:txBody>
      </p:sp>
      <p:sp>
        <p:nvSpPr>
          <p:cNvPr id="2" name="TextBox 1">
            <a:extLst>
              <a:ext uri="{FF2B5EF4-FFF2-40B4-BE49-F238E27FC236}">
                <a16:creationId xmlns:a16="http://schemas.microsoft.com/office/drawing/2014/main" id="{9C6A6F49-C6F0-9A20-C39D-183FC20083AE}"/>
              </a:ext>
            </a:extLst>
          </p:cNvPr>
          <p:cNvSpPr txBox="1"/>
          <p:nvPr/>
        </p:nvSpPr>
        <p:spPr>
          <a:xfrm>
            <a:off x="503162" y="1712686"/>
            <a:ext cx="1064139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Success of spectrum sharing depends upon a few basic components:</a:t>
            </a:r>
          </a:p>
        </p:txBody>
      </p:sp>
      <p:graphicFrame>
        <p:nvGraphicFramePr>
          <p:cNvPr id="12" name="Diagram 11">
            <a:extLst>
              <a:ext uri="{FF2B5EF4-FFF2-40B4-BE49-F238E27FC236}">
                <a16:creationId xmlns:a16="http://schemas.microsoft.com/office/drawing/2014/main" id="{96CA5D7B-B244-C58C-E8BD-CB6EC1F5FEE1}"/>
              </a:ext>
            </a:extLst>
          </p:cNvPr>
          <p:cNvGraphicFramePr/>
          <p:nvPr/>
        </p:nvGraphicFramePr>
        <p:xfrm>
          <a:off x="1136953" y="1406677"/>
          <a:ext cx="9736665" cy="485502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88" name="TextBox 87">
            <a:extLst>
              <a:ext uri="{FF2B5EF4-FFF2-40B4-BE49-F238E27FC236}">
                <a16:creationId xmlns:a16="http://schemas.microsoft.com/office/drawing/2014/main" id="{DA5B458C-7723-DF27-AADF-3B764F350A59}"/>
              </a:ext>
            </a:extLst>
          </p:cNvPr>
          <p:cNvSpPr txBox="1"/>
          <p:nvPr/>
        </p:nvSpPr>
        <p:spPr>
          <a:xfrm>
            <a:off x="1340811" y="5802516"/>
            <a:ext cx="9509766" cy="461665"/>
          </a:xfrm>
          <a:prstGeom prst="rect">
            <a:avLst/>
          </a:prstGeom>
          <a:solidFill>
            <a:schemeClr val="accent5">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They have to work in harmony with each other for the overall benefit</a:t>
            </a:r>
          </a:p>
        </p:txBody>
      </p:sp>
    </p:spTree>
    <p:extLst>
      <p:ext uri="{BB962C8B-B14F-4D97-AF65-F5344CB8AC3E}">
        <p14:creationId xmlns:p14="http://schemas.microsoft.com/office/powerpoint/2010/main" val="36284744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B99E642-E7D3-B231-4F8F-1F91BBE90028}"/>
              </a:ext>
            </a:extLst>
          </p:cNvPr>
          <p:cNvSpPr/>
          <p:nvPr/>
        </p:nvSpPr>
        <p:spPr>
          <a:xfrm>
            <a:off x="0" y="-3175"/>
            <a:ext cx="12192000" cy="1524039"/>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T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7CB8CC4F-10BA-9230-438F-6B150E9D0211}"/>
                  </a:ext>
                </a:extLst>
              </p14:cNvPr>
              <p14:cNvContentPartPr/>
              <p14:nvPr/>
            </p14:nvContentPartPr>
            <p14:xfrm>
              <a:off x="506301" y="525275"/>
              <a:ext cx="11183760" cy="360"/>
            </p14:xfrm>
          </p:contentPart>
        </mc:Choice>
        <mc:Fallback xmlns="">
          <p:pic>
            <p:nvPicPr>
              <p:cNvPr id="7" name="Ink 6">
                <a:extLst>
                  <a:ext uri="{FF2B5EF4-FFF2-40B4-BE49-F238E27FC236}">
                    <a16:creationId xmlns:a16="http://schemas.microsoft.com/office/drawing/2014/main" id="{7CB8CC4F-10BA-9230-438F-6B150E9D0211}"/>
                  </a:ext>
                </a:extLst>
              </p:cNvPr>
              <p:cNvPicPr/>
              <p:nvPr/>
            </p:nvPicPr>
            <p:blipFill>
              <a:blip r:embed="rId4"/>
              <a:stretch>
                <a:fillRect/>
              </a:stretch>
            </p:blipFill>
            <p:spPr>
              <a:xfrm>
                <a:off x="470302" y="489275"/>
                <a:ext cx="11255398" cy="72000"/>
              </a:xfrm>
              <a:prstGeom prst="rect">
                <a:avLst/>
              </a:prstGeom>
            </p:spPr>
          </p:pic>
        </mc:Fallback>
      </mc:AlternateContent>
      <p:sp>
        <p:nvSpPr>
          <p:cNvPr id="9" name="TextBox 8">
            <a:extLst>
              <a:ext uri="{FF2B5EF4-FFF2-40B4-BE49-F238E27FC236}">
                <a16:creationId xmlns:a16="http://schemas.microsoft.com/office/drawing/2014/main" id="{D20471DB-9FB5-200D-8C40-ED81ABC17926}"/>
              </a:ext>
            </a:extLst>
          </p:cNvPr>
          <p:cNvSpPr txBox="1"/>
          <p:nvPr/>
        </p:nvSpPr>
        <p:spPr>
          <a:xfrm>
            <a:off x="411237" y="1209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solidFill>
                  <a:schemeClr val="accent1"/>
                </a:solidFill>
                <a:latin typeface="Times New Roman"/>
                <a:cs typeface="Times New Roman"/>
              </a:rPr>
              <a:t>RIT</a:t>
            </a:r>
          </a:p>
        </p:txBody>
      </p:sp>
      <p:sp>
        <p:nvSpPr>
          <p:cNvPr id="8" name="Title 1">
            <a:extLst>
              <a:ext uri="{FF2B5EF4-FFF2-40B4-BE49-F238E27FC236}">
                <a16:creationId xmlns:a16="http://schemas.microsoft.com/office/drawing/2014/main" id="{C4F4E60F-2C04-B357-3E9E-6F63A562775D}"/>
              </a:ext>
            </a:extLst>
          </p:cNvPr>
          <p:cNvSpPr>
            <a:spLocks noGrp="1"/>
          </p:cNvSpPr>
          <p:nvPr/>
        </p:nvSpPr>
        <p:spPr>
          <a:xfrm>
            <a:off x="986367" y="72798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a:latin typeface="Times New Roman"/>
                <a:cs typeface="Times New Roman"/>
              </a:rPr>
              <a:t>6G Spectrum</a:t>
            </a:r>
          </a:p>
          <a:p>
            <a:endParaRPr lang="en-US" sz="4000">
              <a:latin typeface="Times New Roman"/>
              <a:cs typeface="Times New Roman"/>
            </a:endParaRPr>
          </a:p>
        </p:txBody>
      </p:sp>
      <p:sp>
        <p:nvSpPr>
          <p:cNvPr id="4" name="TextBox 3">
            <a:extLst>
              <a:ext uri="{FF2B5EF4-FFF2-40B4-BE49-F238E27FC236}">
                <a16:creationId xmlns:a16="http://schemas.microsoft.com/office/drawing/2014/main" id="{1E91A052-B3E2-9039-9D1A-992DF5B515B4}"/>
              </a:ext>
            </a:extLst>
          </p:cNvPr>
          <p:cNvSpPr txBox="1"/>
          <p:nvPr/>
        </p:nvSpPr>
        <p:spPr>
          <a:xfrm>
            <a:off x="986972" y="1833638"/>
            <a:ext cx="5259009" cy="461665"/>
          </a:xfrm>
          <a:prstGeom prst="rect">
            <a:avLst/>
          </a:prstGeom>
          <a:solidFill>
            <a:schemeClr val="accent2">
              <a:lumMod val="20000"/>
              <a:lumOff val="80000"/>
            </a:schemeClr>
          </a:solidFill>
          <a:ln w="57150">
            <a:solidFill>
              <a:schemeClr val="accent2">
                <a:lumMod val="60000"/>
                <a:lumOff val="4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Times New Roman"/>
                <a:cs typeface="Times New Roman"/>
              </a:rPr>
              <a:t>6G demand : </a:t>
            </a:r>
            <a:r>
              <a:rPr lang="en-US" sz="2400" b="1">
                <a:latin typeface="Times New Roman"/>
                <a:cs typeface="Times New Roman"/>
              </a:rPr>
              <a:t>Peak data rate </a:t>
            </a:r>
            <a:r>
              <a:rPr lang="en-US" sz="2400">
                <a:latin typeface="Times New Roman"/>
                <a:cs typeface="Times New Roman"/>
              </a:rPr>
              <a:t>200 Gbit/s</a:t>
            </a:r>
            <a:endParaRPr lang="en-US"/>
          </a:p>
        </p:txBody>
      </p:sp>
      <p:pic>
        <p:nvPicPr>
          <p:cNvPr id="2" name="Picture 1">
            <a:extLst>
              <a:ext uri="{FF2B5EF4-FFF2-40B4-BE49-F238E27FC236}">
                <a16:creationId xmlns:a16="http://schemas.microsoft.com/office/drawing/2014/main" id="{0E89303C-B91C-0A77-2155-2348A0DFBC61}"/>
              </a:ext>
            </a:extLst>
          </p:cNvPr>
          <p:cNvPicPr>
            <a:picLocks noChangeAspect="1"/>
          </p:cNvPicPr>
          <p:nvPr/>
        </p:nvPicPr>
        <p:blipFill>
          <a:blip r:embed="rId5"/>
          <a:stretch>
            <a:fillRect/>
          </a:stretch>
        </p:blipFill>
        <p:spPr>
          <a:xfrm>
            <a:off x="6672576" y="1837996"/>
            <a:ext cx="5118606" cy="353414"/>
          </a:xfrm>
          <a:prstGeom prst="rect">
            <a:avLst/>
          </a:prstGeom>
        </p:spPr>
      </p:pic>
      <p:sp>
        <p:nvSpPr>
          <p:cNvPr id="12" name="Rectangle 11">
            <a:extLst>
              <a:ext uri="{FF2B5EF4-FFF2-40B4-BE49-F238E27FC236}">
                <a16:creationId xmlns:a16="http://schemas.microsoft.com/office/drawing/2014/main" id="{A6174067-7CE2-0CBA-A4D0-A12565E210C4}"/>
              </a:ext>
            </a:extLst>
          </p:cNvPr>
          <p:cNvSpPr/>
          <p:nvPr/>
        </p:nvSpPr>
        <p:spPr>
          <a:xfrm>
            <a:off x="989271" y="2424182"/>
            <a:ext cx="2399420" cy="1141445"/>
          </a:xfrm>
          <a:prstGeom prst="rect">
            <a:avLst/>
          </a:prstGeom>
          <a:solidFill>
            <a:srgbClr val="FFC00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a:solidFill>
                  <a:schemeClr val="tx1"/>
                </a:solidFill>
              </a:rPr>
              <a:t>More Bandwidth?</a:t>
            </a:r>
          </a:p>
        </p:txBody>
      </p:sp>
      <p:sp>
        <p:nvSpPr>
          <p:cNvPr id="10" name="Rectangle 9">
            <a:extLst>
              <a:ext uri="{FF2B5EF4-FFF2-40B4-BE49-F238E27FC236}">
                <a16:creationId xmlns:a16="http://schemas.microsoft.com/office/drawing/2014/main" id="{61CB0D90-FEE1-D3B8-04AD-C756D534F0EF}"/>
              </a:ext>
            </a:extLst>
          </p:cNvPr>
          <p:cNvSpPr/>
          <p:nvPr/>
        </p:nvSpPr>
        <p:spPr>
          <a:xfrm>
            <a:off x="3652272" y="3184054"/>
            <a:ext cx="1271228" cy="710513"/>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a:solidFill>
                  <a:schemeClr val="tx1"/>
                </a:solidFill>
              </a:rPr>
              <a:t>5G</a:t>
            </a:r>
          </a:p>
        </p:txBody>
      </p:sp>
      <p:sp>
        <p:nvSpPr>
          <p:cNvPr id="16" name="Rectangle 15">
            <a:extLst>
              <a:ext uri="{FF2B5EF4-FFF2-40B4-BE49-F238E27FC236}">
                <a16:creationId xmlns:a16="http://schemas.microsoft.com/office/drawing/2014/main" id="{0C572843-5A4F-CD15-B957-4737547B4FEB}"/>
              </a:ext>
            </a:extLst>
          </p:cNvPr>
          <p:cNvSpPr/>
          <p:nvPr/>
        </p:nvSpPr>
        <p:spPr>
          <a:xfrm>
            <a:off x="7054549" y="3184054"/>
            <a:ext cx="1263137" cy="710513"/>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a:solidFill>
                  <a:schemeClr val="tx1"/>
                </a:solidFill>
              </a:rPr>
              <a:t>6G</a:t>
            </a:r>
            <a:endParaRPr lang="en-US" sz="2800">
              <a:solidFill>
                <a:schemeClr val="tx1"/>
              </a:solidFill>
            </a:endParaRPr>
          </a:p>
        </p:txBody>
      </p:sp>
      <p:sp>
        <p:nvSpPr>
          <p:cNvPr id="18" name="Rectangle 17">
            <a:extLst>
              <a:ext uri="{FF2B5EF4-FFF2-40B4-BE49-F238E27FC236}">
                <a16:creationId xmlns:a16="http://schemas.microsoft.com/office/drawing/2014/main" id="{1FE12E8F-F785-D3BD-A2AB-E2F650AA9098}"/>
              </a:ext>
            </a:extLst>
          </p:cNvPr>
          <p:cNvSpPr/>
          <p:nvPr/>
        </p:nvSpPr>
        <p:spPr>
          <a:xfrm>
            <a:off x="8710199" y="3258847"/>
            <a:ext cx="1964333" cy="56635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a:solidFill>
                  <a:schemeClr val="tx1"/>
                </a:solidFill>
              </a:rPr>
              <a:t>Upper Mid</a:t>
            </a:r>
          </a:p>
        </p:txBody>
      </p:sp>
      <p:sp>
        <p:nvSpPr>
          <p:cNvPr id="24" name="TextBox 23">
            <a:extLst>
              <a:ext uri="{FF2B5EF4-FFF2-40B4-BE49-F238E27FC236}">
                <a16:creationId xmlns:a16="http://schemas.microsoft.com/office/drawing/2014/main" id="{D85E97D4-C1DB-0582-A691-EEE3A2219988}"/>
              </a:ext>
            </a:extLst>
          </p:cNvPr>
          <p:cNvSpPr txBox="1"/>
          <p:nvPr/>
        </p:nvSpPr>
        <p:spPr>
          <a:xfrm>
            <a:off x="7056755" y="3978254"/>
            <a:ext cx="4097546"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WRC-23 candidates:</a:t>
            </a:r>
          </a:p>
          <a:p>
            <a:pPr marL="342900" indent="-342900">
              <a:buFont typeface="Arial"/>
              <a:buChar char="•"/>
            </a:pPr>
            <a:r>
              <a:rPr lang="en-US" sz="2000"/>
              <a:t>4.4-4.8 GHz     (400 MHz)</a:t>
            </a:r>
          </a:p>
          <a:p>
            <a:pPr marL="342900" indent="-342900">
              <a:buFont typeface="Arial"/>
              <a:buChar char="•"/>
            </a:pPr>
            <a:r>
              <a:rPr lang="en-US" sz="2000"/>
              <a:t>7.1-8.4 GHz     (600-1275 MHz)</a:t>
            </a:r>
          </a:p>
          <a:p>
            <a:pPr marL="342900" indent="-342900">
              <a:buFont typeface="Arial"/>
              <a:buChar char="•"/>
            </a:pPr>
            <a:r>
              <a:rPr lang="en-US" sz="2000"/>
              <a:t>14.8-15.35 GHz (550 MHz)</a:t>
            </a:r>
          </a:p>
        </p:txBody>
      </p:sp>
      <p:sp>
        <p:nvSpPr>
          <p:cNvPr id="25" name="TextBox 24">
            <a:extLst>
              <a:ext uri="{FF2B5EF4-FFF2-40B4-BE49-F238E27FC236}">
                <a16:creationId xmlns:a16="http://schemas.microsoft.com/office/drawing/2014/main" id="{0D2BF4A7-B1F7-D2F8-0401-1DF7E94DE5C5}"/>
              </a:ext>
            </a:extLst>
          </p:cNvPr>
          <p:cNvSpPr txBox="1"/>
          <p:nvPr/>
        </p:nvSpPr>
        <p:spPr>
          <a:xfrm>
            <a:off x="3040809" y="4112119"/>
            <a:ext cx="4097546"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Current 5G candidates:</a:t>
            </a:r>
          </a:p>
          <a:p>
            <a:pPr marL="342900" indent="-342900">
              <a:buFont typeface="Arial"/>
              <a:buChar char="•"/>
            </a:pPr>
            <a:r>
              <a:rPr lang="en-US" sz="2000"/>
              <a:t>3.3-3.8  GHz     (400 MHz)</a:t>
            </a:r>
          </a:p>
          <a:p>
            <a:pPr marL="342900" indent="-342900">
              <a:buFont typeface="Arial"/>
              <a:buChar char="•"/>
            </a:pPr>
            <a:r>
              <a:rPr lang="en-US" sz="2000"/>
              <a:t>6.4-7.1 GHz      (700 MHz)</a:t>
            </a:r>
          </a:p>
        </p:txBody>
      </p:sp>
      <p:sp>
        <p:nvSpPr>
          <p:cNvPr id="6" name="TextBox 5">
            <a:extLst>
              <a:ext uri="{FF2B5EF4-FFF2-40B4-BE49-F238E27FC236}">
                <a16:creationId xmlns:a16="http://schemas.microsoft.com/office/drawing/2014/main" id="{179F6B82-6D7E-3D27-82B0-F41CF02F43D5}"/>
              </a:ext>
            </a:extLst>
          </p:cNvPr>
          <p:cNvSpPr txBox="1"/>
          <p:nvPr/>
        </p:nvSpPr>
        <p:spPr>
          <a:xfrm>
            <a:off x="3385464" y="5558733"/>
            <a:ext cx="6854895" cy="461665"/>
          </a:xfrm>
          <a:prstGeom prst="rect">
            <a:avLst/>
          </a:prstGeom>
          <a:solidFill>
            <a:schemeClr val="accent2">
              <a:lumMod val="20000"/>
              <a:lumOff val="80000"/>
            </a:schemeClr>
          </a:solidFill>
          <a:ln w="5715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Times New Roman"/>
                <a:cs typeface="Times New Roman"/>
              </a:rPr>
              <a:t>6G will only have slightly more bandwidth than 5G</a:t>
            </a:r>
          </a:p>
        </p:txBody>
      </p:sp>
      <p:sp>
        <p:nvSpPr>
          <p:cNvPr id="3" name="TextBox 2">
            <a:extLst>
              <a:ext uri="{FF2B5EF4-FFF2-40B4-BE49-F238E27FC236}">
                <a16:creationId xmlns:a16="http://schemas.microsoft.com/office/drawing/2014/main" id="{40C8F322-DCEB-1CA3-6312-B903C2D1F4A8}"/>
              </a:ext>
            </a:extLst>
          </p:cNvPr>
          <p:cNvSpPr txBox="1"/>
          <p:nvPr/>
        </p:nvSpPr>
        <p:spPr>
          <a:xfrm>
            <a:off x="-2059" y="6598509"/>
            <a:ext cx="1219611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t>Björnson E, Kara F, </a:t>
            </a:r>
            <a:r>
              <a:rPr lang="en-US" sz="1100" err="1"/>
              <a:t>Kolomvakis</a:t>
            </a:r>
            <a:r>
              <a:rPr lang="en-US" sz="1100"/>
              <a:t> N, Kosasih A, Ramezani P, Salman MB. Enabling 6G performance in the upper mid-band through gigantic MIMO. </a:t>
            </a:r>
            <a:r>
              <a:rPr lang="en-US" sz="1100" err="1"/>
              <a:t>arXiv</a:t>
            </a:r>
            <a:r>
              <a:rPr lang="en-US" sz="1100"/>
              <a:t> preprint arXiv:2407.05630. 2024 Jul.</a:t>
            </a:r>
          </a:p>
        </p:txBody>
      </p:sp>
    </p:spTree>
    <p:extLst>
      <p:ext uri="{BB962C8B-B14F-4D97-AF65-F5344CB8AC3E}">
        <p14:creationId xmlns:p14="http://schemas.microsoft.com/office/powerpoint/2010/main" val="2037928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B99E642-E7D3-B231-4F8F-1F91BBE90028}"/>
              </a:ext>
            </a:extLst>
          </p:cNvPr>
          <p:cNvSpPr/>
          <p:nvPr/>
        </p:nvSpPr>
        <p:spPr>
          <a:xfrm>
            <a:off x="0" y="-3175"/>
            <a:ext cx="12192000" cy="1524039"/>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T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7CB8CC4F-10BA-9230-438F-6B150E9D0211}"/>
                  </a:ext>
                </a:extLst>
              </p14:cNvPr>
              <p14:cNvContentPartPr/>
              <p14:nvPr/>
            </p14:nvContentPartPr>
            <p14:xfrm>
              <a:off x="506301" y="525275"/>
              <a:ext cx="11183760" cy="360"/>
            </p14:xfrm>
          </p:contentPart>
        </mc:Choice>
        <mc:Fallback xmlns="">
          <p:pic>
            <p:nvPicPr>
              <p:cNvPr id="7" name="Ink 6">
                <a:extLst>
                  <a:ext uri="{FF2B5EF4-FFF2-40B4-BE49-F238E27FC236}">
                    <a16:creationId xmlns:a16="http://schemas.microsoft.com/office/drawing/2014/main" id="{7CB8CC4F-10BA-9230-438F-6B150E9D0211}"/>
                  </a:ext>
                </a:extLst>
              </p:cNvPr>
              <p:cNvPicPr/>
              <p:nvPr/>
            </p:nvPicPr>
            <p:blipFill>
              <a:blip r:embed="rId4"/>
              <a:stretch>
                <a:fillRect/>
              </a:stretch>
            </p:blipFill>
            <p:spPr>
              <a:xfrm>
                <a:off x="470302" y="489275"/>
                <a:ext cx="11255398" cy="72000"/>
              </a:xfrm>
              <a:prstGeom prst="rect">
                <a:avLst/>
              </a:prstGeom>
            </p:spPr>
          </p:pic>
        </mc:Fallback>
      </mc:AlternateContent>
      <p:sp>
        <p:nvSpPr>
          <p:cNvPr id="9" name="TextBox 8">
            <a:extLst>
              <a:ext uri="{FF2B5EF4-FFF2-40B4-BE49-F238E27FC236}">
                <a16:creationId xmlns:a16="http://schemas.microsoft.com/office/drawing/2014/main" id="{D20471DB-9FB5-200D-8C40-ED81ABC17926}"/>
              </a:ext>
            </a:extLst>
          </p:cNvPr>
          <p:cNvSpPr txBox="1"/>
          <p:nvPr/>
        </p:nvSpPr>
        <p:spPr>
          <a:xfrm>
            <a:off x="411237" y="1209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solidFill>
                  <a:schemeClr val="accent1"/>
                </a:solidFill>
                <a:latin typeface="Times New Roman"/>
                <a:cs typeface="Times New Roman"/>
              </a:rPr>
              <a:t>RIT</a:t>
            </a:r>
          </a:p>
        </p:txBody>
      </p:sp>
      <p:sp>
        <p:nvSpPr>
          <p:cNvPr id="8" name="Title 1">
            <a:extLst>
              <a:ext uri="{FF2B5EF4-FFF2-40B4-BE49-F238E27FC236}">
                <a16:creationId xmlns:a16="http://schemas.microsoft.com/office/drawing/2014/main" id="{C4F4E60F-2C04-B357-3E9E-6F63A562775D}"/>
              </a:ext>
            </a:extLst>
          </p:cNvPr>
          <p:cNvSpPr>
            <a:spLocks noGrp="1"/>
          </p:cNvSpPr>
          <p:nvPr/>
        </p:nvSpPr>
        <p:spPr>
          <a:xfrm>
            <a:off x="986367" y="72798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a:latin typeface="Times New Roman"/>
                <a:cs typeface="Times New Roman"/>
              </a:rPr>
              <a:t>6G Spectrum</a:t>
            </a:r>
          </a:p>
          <a:p>
            <a:endParaRPr lang="en-US" sz="4000">
              <a:latin typeface="Times New Roman"/>
              <a:cs typeface="Times New Roman"/>
            </a:endParaRPr>
          </a:p>
        </p:txBody>
      </p:sp>
      <p:sp>
        <p:nvSpPr>
          <p:cNvPr id="12" name="Rectangle 11">
            <a:extLst>
              <a:ext uri="{FF2B5EF4-FFF2-40B4-BE49-F238E27FC236}">
                <a16:creationId xmlns:a16="http://schemas.microsoft.com/office/drawing/2014/main" id="{A6174067-7CE2-0CBA-A4D0-A12565E210C4}"/>
              </a:ext>
            </a:extLst>
          </p:cNvPr>
          <p:cNvSpPr/>
          <p:nvPr/>
        </p:nvSpPr>
        <p:spPr>
          <a:xfrm>
            <a:off x="989271" y="2424182"/>
            <a:ext cx="2399420" cy="1141445"/>
          </a:xfrm>
          <a:prstGeom prst="rect">
            <a:avLst/>
          </a:prstGeom>
          <a:solidFill>
            <a:srgbClr val="FFC00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a:solidFill>
                  <a:schemeClr val="tx1"/>
                </a:solidFill>
              </a:rPr>
              <a:t>More Bandwidth?</a:t>
            </a:r>
          </a:p>
        </p:txBody>
      </p:sp>
      <p:sp>
        <p:nvSpPr>
          <p:cNvPr id="6" name="Rectangle 5">
            <a:extLst>
              <a:ext uri="{FF2B5EF4-FFF2-40B4-BE49-F238E27FC236}">
                <a16:creationId xmlns:a16="http://schemas.microsoft.com/office/drawing/2014/main" id="{42E782B3-ACD3-5E4A-CA0E-C0947A26EDB5}"/>
              </a:ext>
            </a:extLst>
          </p:cNvPr>
          <p:cNvSpPr/>
          <p:nvPr/>
        </p:nvSpPr>
        <p:spPr>
          <a:xfrm>
            <a:off x="1242717" y="4215911"/>
            <a:ext cx="2050597" cy="1127068"/>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a:solidFill>
                  <a:schemeClr val="tx1"/>
                </a:solidFill>
              </a:rPr>
              <a:t>Bigger MIMO</a:t>
            </a:r>
          </a:p>
        </p:txBody>
      </p:sp>
      <p:sp>
        <p:nvSpPr>
          <p:cNvPr id="11" name="Multiplication Sign 10">
            <a:extLst>
              <a:ext uri="{FF2B5EF4-FFF2-40B4-BE49-F238E27FC236}">
                <a16:creationId xmlns:a16="http://schemas.microsoft.com/office/drawing/2014/main" id="{6CA31EA1-B916-F628-D06A-34D561677E1D}"/>
              </a:ext>
            </a:extLst>
          </p:cNvPr>
          <p:cNvSpPr/>
          <p:nvPr/>
        </p:nvSpPr>
        <p:spPr>
          <a:xfrm>
            <a:off x="3531972" y="2203621"/>
            <a:ext cx="3027405" cy="1596081"/>
          </a:xfrm>
          <a:prstGeom prst="mathMultiply">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Arrow: Down 2">
            <a:extLst>
              <a:ext uri="{FF2B5EF4-FFF2-40B4-BE49-F238E27FC236}">
                <a16:creationId xmlns:a16="http://schemas.microsoft.com/office/drawing/2014/main" id="{2AF41E88-315A-71FC-C216-7E010A80ABB3}"/>
              </a:ext>
            </a:extLst>
          </p:cNvPr>
          <p:cNvSpPr/>
          <p:nvPr/>
        </p:nvSpPr>
        <p:spPr>
          <a:xfrm>
            <a:off x="2018270" y="3676135"/>
            <a:ext cx="411891" cy="494270"/>
          </a:xfrm>
          <a:prstGeom prst="downArrow">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1AD3817A-72C3-23DA-A552-B1554A2B9FCA}"/>
              </a:ext>
            </a:extLst>
          </p:cNvPr>
          <p:cNvSpPr txBox="1"/>
          <p:nvPr/>
        </p:nvSpPr>
        <p:spPr>
          <a:xfrm>
            <a:off x="4322518" y="2768166"/>
            <a:ext cx="6854895" cy="461665"/>
          </a:xfrm>
          <a:prstGeom prst="rect">
            <a:avLst/>
          </a:prstGeom>
          <a:solidFill>
            <a:schemeClr val="accent2">
              <a:lumMod val="20000"/>
              <a:lumOff val="80000"/>
            </a:schemeClr>
          </a:solidFill>
          <a:ln w="5715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Times New Roman"/>
                <a:cs typeface="Times New Roman"/>
              </a:rPr>
              <a:t>6G will only have slightly more bandwidth than 5G</a:t>
            </a:r>
          </a:p>
        </p:txBody>
      </p:sp>
      <p:sp>
        <p:nvSpPr>
          <p:cNvPr id="14" name="Rectangle 13">
            <a:extLst>
              <a:ext uri="{FF2B5EF4-FFF2-40B4-BE49-F238E27FC236}">
                <a16:creationId xmlns:a16="http://schemas.microsoft.com/office/drawing/2014/main" id="{70377E25-73C0-FB6A-61E2-C7CD48C7A9E5}"/>
              </a:ext>
            </a:extLst>
          </p:cNvPr>
          <p:cNvSpPr/>
          <p:nvPr/>
        </p:nvSpPr>
        <p:spPr>
          <a:xfrm>
            <a:off x="4620801" y="4392335"/>
            <a:ext cx="2047605" cy="72489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a:solidFill>
                  <a:schemeClr val="tx1"/>
                </a:solidFill>
              </a:rPr>
              <a:t>5G</a:t>
            </a:r>
          </a:p>
          <a:p>
            <a:pPr algn="ctr"/>
            <a:r>
              <a:rPr lang="en-US" sz="2800">
                <a:solidFill>
                  <a:schemeClr val="tx1"/>
                </a:solidFill>
              </a:rPr>
              <a:t>100 MHz</a:t>
            </a:r>
          </a:p>
        </p:txBody>
      </p:sp>
      <p:sp>
        <p:nvSpPr>
          <p:cNvPr id="16" name="Rectangle 15">
            <a:extLst>
              <a:ext uri="{FF2B5EF4-FFF2-40B4-BE49-F238E27FC236}">
                <a16:creationId xmlns:a16="http://schemas.microsoft.com/office/drawing/2014/main" id="{682C7E32-E506-3E3A-EFFE-F41430E34AA2}"/>
              </a:ext>
            </a:extLst>
          </p:cNvPr>
          <p:cNvSpPr/>
          <p:nvPr/>
        </p:nvSpPr>
        <p:spPr>
          <a:xfrm>
            <a:off x="8253115" y="4392335"/>
            <a:ext cx="2686495" cy="710513"/>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a:solidFill>
                  <a:schemeClr val="tx1"/>
                </a:solidFill>
              </a:rPr>
              <a:t>6G</a:t>
            </a:r>
          </a:p>
          <a:p>
            <a:pPr algn="ctr"/>
            <a:r>
              <a:rPr lang="en-US" sz="2800">
                <a:solidFill>
                  <a:schemeClr val="tx1"/>
                </a:solidFill>
              </a:rPr>
              <a:t>200-400 MHz</a:t>
            </a:r>
          </a:p>
        </p:txBody>
      </p:sp>
      <p:cxnSp>
        <p:nvCxnSpPr>
          <p:cNvPr id="17" name="Straight Arrow Connector 16">
            <a:extLst>
              <a:ext uri="{FF2B5EF4-FFF2-40B4-BE49-F238E27FC236}">
                <a16:creationId xmlns:a16="http://schemas.microsoft.com/office/drawing/2014/main" id="{7DB5EBA9-0989-2922-7306-2F16FE02FA29}"/>
              </a:ext>
            </a:extLst>
          </p:cNvPr>
          <p:cNvCxnSpPr/>
          <p:nvPr/>
        </p:nvCxnSpPr>
        <p:spPr>
          <a:xfrm>
            <a:off x="6672452" y="4720048"/>
            <a:ext cx="1575759" cy="10764"/>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3BAF14A3-A60D-DE91-F0C7-249FF6348ECC}"/>
              </a:ext>
            </a:extLst>
          </p:cNvPr>
          <p:cNvSpPr txBox="1"/>
          <p:nvPr/>
        </p:nvSpPr>
        <p:spPr>
          <a:xfrm>
            <a:off x="4860325" y="5251621"/>
            <a:ext cx="157548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64 Antenna</a:t>
            </a:r>
          </a:p>
        </p:txBody>
      </p:sp>
      <p:sp>
        <p:nvSpPr>
          <p:cNvPr id="23" name="TextBox 22">
            <a:extLst>
              <a:ext uri="{FF2B5EF4-FFF2-40B4-BE49-F238E27FC236}">
                <a16:creationId xmlns:a16="http://schemas.microsoft.com/office/drawing/2014/main" id="{EECA3BDB-85CF-A484-D4E3-87FE28061D65}"/>
              </a:ext>
            </a:extLst>
          </p:cNvPr>
          <p:cNvSpPr txBox="1"/>
          <p:nvPr/>
        </p:nvSpPr>
        <p:spPr>
          <a:xfrm>
            <a:off x="7022757" y="4355756"/>
            <a:ext cx="122537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000"/>
              <a:t>2x-4x</a:t>
            </a:r>
          </a:p>
        </p:txBody>
      </p:sp>
      <p:sp>
        <p:nvSpPr>
          <p:cNvPr id="24" name="TextBox 23">
            <a:extLst>
              <a:ext uri="{FF2B5EF4-FFF2-40B4-BE49-F238E27FC236}">
                <a16:creationId xmlns:a16="http://schemas.microsoft.com/office/drawing/2014/main" id="{2CEA251A-0E91-E913-BF63-909431EAE895}"/>
              </a:ext>
            </a:extLst>
          </p:cNvPr>
          <p:cNvSpPr txBox="1"/>
          <p:nvPr/>
        </p:nvSpPr>
        <p:spPr>
          <a:xfrm>
            <a:off x="8495270" y="5251622"/>
            <a:ext cx="244045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128 – 256  Antenna</a:t>
            </a:r>
          </a:p>
        </p:txBody>
      </p:sp>
      <p:sp>
        <p:nvSpPr>
          <p:cNvPr id="2" name="TextBox 1">
            <a:extLst>
              <a:ext uri="{FF2B5EF4-FFF2-40B4-BE49-F238E27FC236}">
                <a16:creationId xmlns:a16="http://schemas.microsoft.com/office/drawing/2014/main" id="{8917E75C-BF89-1178-40A5-7F15044BDA96}"/>
              </a:ext>
            </a:extLst>
          </p:cNvPr>
          <p:cNvSpPr txBox="1"/>
          <p:nvPr/>
        </p:nvSpPr>
        <p:spPr>
          <a:xfrm>
            <a:off x="80513" y="6420927"/>
            <a:ext cx="12203501"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ea typeface="+mn-lt"/>
                <a:cs typeface="+mn-lt"/>
              </a:rPr>
              <a:t>Björnson E, Kara F, </a:t>
            </a:r>
            <a:r>
              <a:rPr lang="en-US" sz="1100" err="1">
                <a:ea typeface="+mn-lt"/>
                <a:cs typeface="+mn-lt"/>
              </a:rPr>
              <a:t>Kolomvakis</a:t>
            </a:r>
            <a:r>
              <a:rPr lang="en-US" sz="1100">
                <a:ea typeface="+mn-lt"/>
                <a:cs typeface="+mn-lt"/>
              </a:rPr>
              <a:t> N, Kosasih A, Ramezani P, Salman MB. Enabling 6G performance in the upper mid-band through gigantic MIMO. </a:t>
            </a:r>
            <a:r>
              <a:rPr lang="en-US" sz="1100" err="1">
                <a:ea typeface="+mn-lt"/>
                <a:cs typeface="+mn-lt"/>
              </a:rPr>
              <a:t>arXiv</a:t>
            </a:r>
            <a:r>
              <a:rPr lang="en-US" sz="1100">
                <a:ea typeface="+mn-lt"/>
                <a:cs typeface="+mn-lt"/>
              </a:rPr>
              <a:t> preprint arXiv:2407.05630. 2024 Jul.</a:t>
            </a:r>
            <a:r>
              <a:rPr lang="en-US" sz="1100"/>
              <a:t> </a:t>
            </a:r>
            <a:r>
              <a:rPr lang="en-US" sz="1100">
                <a:hlinkClick r:id="" action="ppaction://noaction"/>
              </a:rPr>
              <a:t>https://www.academia.edu/download/118233219/2407.05630.pdf</a:t>
            </a:r>
            <a:endParaRPr lang="en-US" sz="1100"/>
          </a:p>
        </p:txBody>
      </p:sp>
    </p:spTree>
    <p:extLst>
      <p:ext uri="{BB962C8B-B14F-4D97-AF65-F5344CB8AC3E}">
        <p14:creationId xmlns:p14="http://schemas.microsoft.com/office/powerpoint/2010/main" val="109842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B99E642-E7D3-B231-4F8F-1F91BBE90028}"/>
              </a:ext>
            </a:extLst>
          </p:cNvPr>
          <p:cNvSpPr/>
          <p:nvPr/>
        </p:nvSpPr>
        <p:spPr>
          <a:xfrm>
            <a:off x="0" y="-3175"/>
            <a:ext cx="12192000" cy="1524039"/>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T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7CB8CC4F-10BA-9230-438F-6B150E9D0211}"/>
                  </a:ext>
                </a:extLst>
              </p14:cNvPr>
              <p14:cNvContentPartPr/>
              <p14:nvPr/>
            </p14:nvContentPartPr>
            <p14:xfrm>
              <a:off x="506301" y="525275"/>
              <a:ext cx="11183760" cy="360"/>
            </p14:xfrm>
          </p:contentPart>
        </mc:Choice>
        <mc:Fallback xmlns="">
          <p:pic>
            <p:nvPicPr>
              <p:cNvPr id="7" name="Ink 6">
                <a:extLst>
                  <a:ext uri="{FF2B5EF4-FFF2-40B4-BE49-F238E27FC236}">
                    <a16:creationId xmlns:a16="http://schemas.microsoft.com/office/drawing/2014/main" id="{7CB8CC4F-10BA-9230-438F-6B150E9D0211}"/>
                  </a:ext>
                </a:extLst>
              </p:cNvPr>
              <p:cNvPicPr/>
              <p:nvPr/>
            </p:nvPicPr>
            <p:blipFill>
              <a:blip r:embed="rId4"/>
              <a:stretch>
                <a:fillRect/>
              </a:stretch>
            </p:blipFill>
            <p:spPr>
              <a:xfrm>
                <a:off x="470302" y="489275"/>
                <a:ext cx="11255398" cy="72000"/>
              </a:xfrm>
              <a:prstGeom prst="rect">
                <a:avLst/>
              </a:prstGeom>
            </p:spPr>
          </p:pic>
        </mc:Fallback>
      </mc:AlternateContent>
      <p:sp>
        <p:nvSpPr>
          <p:cNvPr id="9" name="TextBox 8">
            <a:extLst>
              <a:ext uri="{FF2B5EF4-FFF2-40B4-BE49-F238E27FC236}">
                <a16:creationId xmlns:a16="http://schemas.microsoft.com/office/drawing/2014/main" id="{D20471DB-9FB5-200D-8C40-ED81ABC17926}"/>
              </a:ext>
            </a:extLst>
          </p:cNvPr>
          <p:cNvSpPr txBox="1"/>
          <p:nvPr/>
        </p:nvSpPr>
        <p:spPr>
          <a:xfrm>
            <a:off x="411237" y="1209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solidFill>
                  <a:schemeClr val="accent1"/>
                </a:solidFill>
                <a:latin typeface="Times New Roman"/>
                <a:cs typeface="Times New Roman"/>
              </a:rPr>
              <a:t>RIT</a:t>
            </a:r>
          </a:p>
        </p:txBody>
      </p:sp>
      <p:sp>
        <p:nvSpPr>
          <p:cNvPr id="8" name="Title 1">
            <a:extLst>
              <a:ext uri="{FF2B5EF4-FFF2-40B4-BE49-F238E27FC236}">
                <a16:creationId xmlns:a16="http://schemas.microsoft.com/office/drawing/2014/main" id="{C4F4E60F-2C04-B357-3E9E-6F63A562775D}"/>
              </a:ext>
            </a:extLst>
          </p:cNvPr>
          <p:cNvSpPr>
            <a:spLocks noGrp="1"/>
          </p:cNvSpPr>
          <p:nvPr/>
        </p:nvSpPr>
        <p:spPr>
          <a:xfrm>
            <a:off x="986367" y="72798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a:latin typeface="Times New Roman"/>
                <a:cs typeface="Times New Roman"/>
              </a:rPr>
              <a:t>The need for 6G</a:t>
            </a:r>
          </a:p>
          <a:p>
            <a:endParaRPr lang="en-US" sz="4000">
              <a:latin typeface="Times New Roman"/>
              <a:cs typeface="Times New Roman"/>
            </a:endParaRPr>
          </a:p>
        </p:txBody>
      </p:sp>
      <p:sp>
        <p:nvSpPr>
          <p:cNvPr id="4" name="TextBox 3">
            <a:extLst>
              <a:ext uri="{FF2B5EF4-FFF2-40B4-BE49-F238E27FC236}">
                <a16:creationId xmlns:a16="http://schemas.microsoft.com/office/drawing/2014/main" id="{1E91A052-B3E2-9039-9D1A-992DF5B515B4}"/>
              </a:ext>
            </a:extLst>
          </p:cNvPr>
          <p:cNvSpPr txBox="1"/>
          <p:nvPr/>
        </p:nvSpPr>
        <p:spPr>
          <a:xfrm>
            <a:off x="1007566" y="1813043"/>
            <a:ext cx="5259009" cy="461665"/>
          </a:xfrm>
          <a:prstGeom prst="rect">
            <a:avLst/>
          </a:prstGeom>
          <a:solidFill>
            <a:schemeClr val="accent2">
              <a:lumMod val="20000"/>
              <a:lumOff val="80000"/>
            </a:schemeClr>
          </a:solidFill>
          <a:ln w="57150">
            <a:solidFill>
              <a:schemeClr val="accent2">
                <a:lumMod val="60000"/>
                <a:lumOff val="4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Times New Roman"/>
                <a:cs typeface="Times New Roman"/>
              </a:rPr>
              <a:t>6G demand : </a:t>
            </a:r>
            <a:r>
              <a:rPr lang="en-US" sz="2400" b="1">
                <a:latin typeface="Times New Roman"/>
                <a:cs typeface="Times New Roman"/>
              </a:rPr>
              <a:t>Peak data rate </a:t>
            </a:r>
            <a:r>
              <a:rPr lang="en-US" sz="2400">
                <a:latin typeface="Times New Roman"/>
                <a:cs typeface="Times New Roman"/>
              </a:rPr>
              <a:t>200 Gbit/s</a:t>
            </a:r>
            <a:endParaRPr lang="en-US"/>
          </a:p>
        </p:txBody>
      </p:sp>
      <p:sp>
        <p:nvSpPr>
          <p:cNvPr id="11" name="TextBox 10">
            <a:extLst>
              <a:ext uri="{FF2B5EF4-FFF2-40B4-BE49-F238E27FC236}">
                <a16:creationId xmlns:a16="http://schemas.microsoft.com/office/drawing/2014/main" id="{F2C6FA19-01DE-09A3-A8CC-B86A6FB265F5}"/>
              </a:ext>
            </a:extLst>
          </p:cNvPr>
          <p:cNvSpPr txBox="1"/>
          <p:nvPr/>
        </p:nvSpPr>
        <p:spPr>
          <a:xfrm>
            <a:off x="8086874" y="4756769"/>
            <a:ext cx="2541528" cy="1815882"/>
          </a:xfrm>
          <a:prstGeom prst="rect">
            <a:avLst/>
          </a:prstGeom>
          <a:solidFill>
            <a:schemeClr val="accent5">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t>Increase the Frequency and number of the antenna</a:t>
            </a:r>
          </a:p>
        </p:txBody>
      </p:sp>
      <p:pic>
        <p:nvPicPr>
          <p:cNvPr id="2" name="Picture 1">
            <a:extLst>
              <a:ext uri="{FF2B5EF4-FFF2-40B4-BE49-F238E27FC236}">
                <a16:creationId xmlns:a16="http://schemas.microsoft.com/office/drawing/2014/main" id="{0E89303C-B91C-0A77-2155-2348A0DFBC61}"/>
              </a:ext>
            </a:extLst>
          </p:cNvPr>
          <p:cNvPicPr>
            <a:picLocks noChangeAspect="1"/>
          </p:cNvPicPr>
          <p:nvPr/>
        </p:nvPicPr>
        <p:blipFill>
          <a:blip r:embed="rId5"/>
          <a:stretch>
            <a:fillRect/>
          </a:stretch>
        </p:blipFill>
        <p:spPr>
          <a:xfrm>
            <a:off x="1060549" y="3722402"/>
            <a:ext cx="7847389" cy="641737"/>
          </a:xfrm>
          <a:prstGeom prst="rect">
            <a:avLst/>
          </a:prstGeom>
        </p:spPr>
      </p:pic>
      <p:sp>
        <p:nvSpPr>
          <p:cNvPr id="6" name="Rectangle 5">
            <a:extLst>
              <a:ext uri="{FF2B5EF4-FFF2-40B4-BE49-F238E27FC236}">
                <a16:creationId xmlns:a16="http://schemas.microsoft.com/office/drawing/2014/main" id="{27FAE2CF-6409-CED4-037C-8E96D2B12924}"/>
              </a:ext>
            </a:extLst>
          </p:cNvPr>
          <p:cNvSpPr/>
          <p:nvPr/>
        </p:nvSpPr>
        <p:spPr>
          <a:xfrm>
            <a:off x="4362797" y="4895533"/>
            <a:ext cx="2050597" cy="1127068"/>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a:solidFill>
                  <a:schemeClr val="tx1"/>
                </a:solidFill>
              </a:rPr>
              <a:t>Bigger MIMO</a:t>
            </a:r>
          </a:p>
        </p:txBody>
      </p:sp>
      <p:sp>
        <p:nvSpPr>
          <p:cNvPr id="12" name="Rectangle 11">
            <a:extLst>
              <a:ext uri="{FF2B5EF4-FFF2-40B4-BE49-F238E27FC236}">
                <a16:creationId xmlns:a16="http://schemas.microsoft.com/office/drawing/2014/main" id="{A6174067-7CE2-0CBA-A4D0-A12565E210C4}"/>
              </a:ext>
            </a:extLst>
          </p:cNvPr>
          <p:cNvSpPr/>
          <p:nvPr/>
        </p:nvSpPr>
        <p:spPr>
          <a:xfrm>
            <a:off x="1236406" y="4895533"/>
            <a:ext cx="2399420" cy="1141445"/>
          </a:xfrm>
          <a:prstGeom prst="rect">
            <a:avLst/>
          </a:prstGeom>
          <a:solidFill>
            <a:srgbClr val="FFC00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a:solidFill>
                  <a:schemeClr val="tx1"/>
                </a:solidFill>
              </a:rPr>
              <a:t>More Bandwidth?</a:t>
            </a:r>
          </a:p>
        </p:txBody>
      </p:sp>
      <p:sp>
        <p:nvSpPr>
          <p:cNvPr id="13" name="Arrow: Up 12">
            <a:extLst>
              <a:ext uri="{FF2B5EF4-FFF2-40B4-BE49-F238E27FC236}">
                <a16:creationId xmlns:a16="http://schemas.microsoft.com/office/drawing/2014/main" id="{E7275375-0A40-4C30-6D61-FD026EAC4DA5}"/>
              </a:ext>
            </a:extLst>
          </p:cNvPr>
          <p:cNvSpPr/>
          <p:nvPr/>
        </p:nvSpPr>
        <p:spPr>
          <a:xfrm>
            <a:off x="2131540" y="4304269"/>
            <a:ext cx="308918" cy="453081"/>
          </a:xfrm>
          <a:prstGeom prst="up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Up 13">
            <a:extLst>
              <a:ext uri="{FF2B5EF4-FFF2-40B4-BE49-F238E27FC236}">
                <a16:creationId xmlns:a16="http://schemas.microsoft.com/office/drawing/2014/main" id="{DC2B0695-F9D8-429D-A162-EC753BB21070}"/>
              </a:ext>
            </a:extLst>
          </p:cNvPr>
          <p:cNvSpPr/>
          <p:nvPr/>
        </p:nvSpPr>
        <p:spPr>
          <a:xfrm>
            <a:off x="4834483" y="4304268"/>
            <a:ext cx="308918" cy="453081"/>
          </a:xfrm>
          <a:prstGeom prst="up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Up 20">
            <a:extLst>
              <a:ext uri="{FF2B5EF4-FFF2-40B4-BE49-F238E27FC236}">
                <a16:creationId xmlns:a16="http://schemas.microsoft.com/office/drawing/2014/main" id="{5A8134DF-38E0-E438-774C-7A3063A3237F}"/>
              </a:ext>
            </a:extLst>
          </p:cNvPr>
          <p:cNvSpPr/>
          <p:nvPr/>
        </p:nvSpPr>
        <p:spPr>
          <a:xfrm rot="5400000">
            <a:off x="7053550" y="4978742"/>
            <a:ext cx="525161" cy="947351"/>
          </a:xfrm>
          <a:prstGeom prst="up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Multiplication Sign 9">
            <a:extLst>
              <a:ext uri="{FF2B5EF4-FFF2-40B4-BE49-F238E27FC236}">
                <a16:creationId xmlns:a16="http://schemas.microsoft.com/office/drawing/2014/main" id="{2F1E0D37-944A-0A40-9BD1-7269EB5F8524}"/>
              </a:ext>
            </a:extLst>
          </p:cNvPr>
          <p:cNvSpPr/>
          <p:nvPr/>
        </p:nvSpPr>
        <p:spPr>
          <a:xfrm>
            <a:off x="926756" y="4664675"/>
            <a:ext cx="3027405" cy="1596081"/>
          </a:xfrm>
          <a:prstGeom prst="mathMultiply">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65C17F5E-79E2-541C-3455-2D74CA95D60C}"/>
              </a:ext>
            </a:extLst>
          </p:cNvPr>
          <p:cNvSpPr txBox="1"/>
          <p:nvPr/>
        </p:nvSpPr>
        <p:spPr>
          <a:xfrm>
            <a:off x="1006788" y="2819652"/>
            <a:ext cx="6854895" cy="461665"/>
          </a:xfrm>
          <a:prstGeom prst="rect">
            <a:avLst/>
          </a:prstGeom>
          <a:solidFill>
            <a:schemeClr val="accent2">
              <a:lumMod val="20000"/>
              <a:lumOff val="80000"/>
            </a:schemeClr>
          </a:solidFill>
          <a:ln w="5715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Times New Roman"/>
                <a:cs typeface="Times New Roman"/>
              </a:rPr>
              <a:t>6G will only have slightly more bandwidth than 5G</a:t>
            </a:r>
          </a:p>
        </p:txBody>
      </p:sp>
    </p:spTree>
    <p:extLst>
      <p:ext uri="{BB962C8B-B14F-4D97-AF65-F5344CB8AC3E}">
        <p14:creationId xmlns:p14="http://schemas.microsoft.com/office/powerpoint/2010/main" val="2739094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C19FB7-F939-C66C-97AD-5DCF78BDA9A4}"/>
              </a:ext>
            </a:extLst>
          </p:cNvPr>
          <p:cNvSpPr>
            <a:spLocks noGrp="1"/>
          </p:cNvSpPr>
          <p:nvPr>
            <p:ph idx="1"/>
          </p:nvPr>
        </p:nvSpPr>
        <p:spPr>
          <a:xfrm>
            <a:off x="838200" y="1801435"/>
            <a:ext cx="10515600" cy="916290"/>
          </a:xfrm>
        </p:spPr>
        <p:txBody>
          <a:bodyPr vert="horz" lIns="91440" tIns="45720" rIns="91440" bIns="45720" rtlCol="0" anchor="t">
            <a:normAutofit/>
          </a:bodyPr>
          <a:lstStyle/>
          <a:p>
            <a:r>
              <a:rPr lang="en-US"/>
              <a:t>Friis' formula: the received power from an isotropic transmitter antenna</a:t>
            </a:r>
          </a:p>
        </p:txBody>
      </p:sp>
      <p:sp>
        <p:nvSpPr>
          <p:cNvPr id="5" name="Rectangle 4">
            <a:extLst>
              <a:ext uri="{FF2B5EF4-FFF2-40B4-BE49-F238E27FC236}">
                <a16:creationId xmlns:a16="http://schemas.microsoft.com/office/drawing/2014/main" id="{0B99E642-E7D3-B231-4F8F-1F91BBE90028}"/>
              </a:ext>
            </a:extLst>
          </p:cNvPr>
          <p:cNvSpPr/>
          <p:nvPr/>
        </p:nvSpPr>
        <p:spPr>
          <a:xfrm>
            <a:off x="0" y="-3175"/>
            <a:ext cx="12192000" cy="1524039"/>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T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7CB8CC4F-10BA-9230-438F-6B150E9D0211}"/>
                  </a:ext>
                </a:extLst>
              </p14:cNvPr>
              <p14:cNvContentPartPr/>
              <p14:nvPr/>
            </p14:nvContentPartPr>
            <p14:xfrm>
              <a:off x="506301" y="525275"/>
              <a:ext cx="11183760" cy="360"/>
            </p14:xfrm>
          </p:contentPart>
        </mc:Choice>
        <mc:Fallback xmlns="">
          <p:pic>
            <p:nvPicPr>
              <p:cNvPr id="7" name="Ink 6">
                <a:extLst>
                  <a:ext uri="{FF2B5EF4-FFF2-40B4-BE49-F238E27FC236}">
                    <a16:creationId xmlns:a16="http://schemas.microsoft.com/office/drawing/2014/main" id="{7CB8CC4F-10BA-9230-438F-6B150E9D0211}"/>
                  </a:ext>
                </a:extLst>
              </p:cNvPr>
              <p:cNvPicPr/>
              <p:nvPr/>
            </p:nvPicPr>
            <p:blipFill>
              <a:blip r:embed="rId4"/>
              <a:stretch>
                <a:fillRect/>
              </a:stretch>
            </p:blipFill>
            <p:spPr>
              <a:xfrm>
                <a:off x="470302" y="489275"/>
                <a:ext cx="11255398" cy="72000"/>
              </a:xfrm>
              <a:prstGeom prst="rect">
                <a:avLst/>
              </a:prstGeom>
            </p:spPr>
          </p:pic>
        </mc:Fallback>
      </mc:AlternateContent>
      <p:sp>
        <p:nvSpPr>
          <p:cNvPr id="9" name="TextBox 8">
            <a:extLst>
              <a:ext uri="{FF2B5EF4-FFF2-40B4-BE49-F238E27FC236}">
                <a16:creationId xmlns:a16="http://schemas.microsoft.com/office/drawing/2014/main" id="{D20471DB-9FB5-200D-8C40-ED81ABC17926}"/>
              </a:ext>
            </a:extLst>
          </p:cNvPr>
          <p:cNvSpPr txBox="1"/>
          <p:nvPr/>
        </p:nvSpPr>
        <p:spPr>
          <a:xfrm>
            <a:off x="411237" y="1209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solidFill>
                  <a:schemeClr val="accent1"/>
                </a:solidFill>
                <a:latin typeface="Times New Roman"/>
                <a:cs typeface="Times New Roman"/>
              </a:rPr>
              <a:t>RIT</a:t>
            </a:r>
          </a:p>
        </p:txBody>
      </p:sp>
      <p:sp>
        <p:nvSpPr>
          <p:cNvPr id="8" name="Title 1">
            <a:extLst>
              <a:ext uri="{FF2B5EF4-FFF2-40B4-BE49-F238E27FC236}">
                <a16:creationId xmlns:a16="http://schemas.microsoft.com/office/drawing/2014/main" id="{C4F4E60F-2C04-B357-3E9E-6F63A562775D}"/>
              </a:ext>
            </a:extLst>
          </p:cNvPr>
          <p:cNvSpPr>
            <a:spLocks noGrp="1"/>
          </p:cNvSpPr>
          <p:nvPr/>
        </p:nvSpPr>
        <p:spPr>
          <a:xfrm>
            <a:off x="698306" y="47672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latin typeface="Times New Roman"/>
                <a:ea typeface="+mj-lt"/>
                <a:cs typeface="+mj-lt"/>
              </a:rPr>
              <a:t>What Happens to Path Loss at High Frequencies?</a:t>
            </a:r>
            <a:endParaRPr lang="en-US" dirty="0">
              <a:latin typeface="Times New Roman"/>
              <a:ea typeface="+mj-lt"/>
              <a:cs typeface="+mj-lt"/>
            </a:endParaRPr>
          </a:p>
        </p:txBody>
      </p:sp>
      <p:pic>
        <p:nvPicPr>
          <p:cNvPr id="2" name="Picture 1">
            <a:extLst>
              <a:ext uri="{FF2B5EF4-FFF2-40B4-BE49-F238E27FC236}">
                <a16:creationId xmlns:a16="http://schemas.microsoft.com/office/drawing/2014/main" id="{D6EC3EDC-2EE2-C5DF-E211-6FF52362418D}"/>
              </a:ext>
            </a:extLst>
          </p:cNvPr>
          <p:cNvPicPr>
            <a:picLocks noChangeAspect="1"/>
          </p:cNvPicPr>
          <p:nvPr/>
        </p:nvPicPr>
        <p:blipFill>
          <a:blip r:embed="rId5"/>
          <a:stretch>
            <a:fillRect/>
          </a:stretch>
        </p:blipFill>
        <p:spPr>
          <a:xfrm>
            <a:off x="1005946" y="2717345"/>
            <a:ext cx="2717348" cy="927403"/>
          </a:xfrm>
          <a:prstGeom prst="rect">
            <a:avLst/>
          </a:prstGeom>
          <a:ln>
            <a:noFill/>
          </a:ln>
        </p:spPr>
      </p:pic>
      <p:pic>
        <p:nvPicPr>
          <p:cNvPr id="6" name="Picture 5">
            <a:extLst>
              <a:ext uri="{FF2B5EF4-FFF2-40B4-BE49-F238E27FC236}">
                <a16:creationId xmlns:a16="http://schemas.microsoft.com/office/drawing/2014/main" id="{972B88A6-03CB-91BE-A250-F529A72C3862}"/>
              </a:ext>
            </a:extLst>
          </p:cNvPr>
          <p:cNvPicPr>
            <a:picLocks noChangeAspect="1"/>
          </p:cNvPicPr>
          <p:nvPr/>
        </p:nvPicPr>
        <p:blipFill>
          <a:blip r:embed="rId6"/>
          <a:stretch>
            <a:fillRect/>
          </a:stretch>
        </p:blipFill>
        <p:spPr>
          <a:xfrm>
            <a:off x="4608588" y="2825901"/>
            <a:ext cx="1257300" cy="819150"/>
          </a:xfrm>
          <a:prstGeom prst="rect">
            <a:avLst/>
          </a:prstGeom>
        </p:spPr>
      </p:pic>
      <p:pic>
        <p:nvPicPr>
          <p:cNvPr id="10" name="Picture 9" descr="A diagram of a satellite&#10;&#10;Description automatically generated">
            <a:extLst>
              <a:ext uri="{FF2B5EF4-FFF2-40B4-BE49-F238E27FC236}">
                <a16:creationId xmlns:a16="http://schemas.microsoft.com/office/drawing/2014/main" id="{929CD691-B829-1772-EC65-D3585A7DDF42}"/>
              </a:ext>
            </a:extLst>
          </p:cNvPr>
          <p:cNvPicPr>
            <a:picLocks noChangeAspect="1"/>
          </p:cNvPicPr>
          <p:nvPr/>
        </p:nvPicPr>
        <p:blipFill>
          <a:blip r:embed="rId7"/>
          <a:stretch>
            <a:fillRect/>
          </a:stretch>
        </p:blipFill>
        <p:spPr>
          <a:xfrm>
            <a:off x="6611578" y="2261810"/>
            <a:ext cx="4605226" cy="4438952"/>
          </a:xfrm>
          <a:prstGeom prst="rect">
            <a:avLst/>
          </a:prstGeom>
          <a:ln>
            <a:noFill/>
          </a:ln>
        </p:spPr>
      </p:pic>
      <p:pic>
        <p:nvPicPr>
          <p:cNvPr id="11" name="Picture 10">
            <a:extLst>
              <a:ext uri="{FF2B5EF4-FFF2-40B4-BE49-F238E27FC236}">
                <a16:creationId xmlns:a16="http://schemas.microsoft.com/office/drawing/2014/main" id="{9BF7C051-1E66-E4EA-CE07-34AF3EA6AB64}"/>
              </a:ext>
            </a:extLst>
          </p:cNvPr>
          <p:cNvPicPr>
            <a:picLocks noChangeAspect="1"/>
          </p:cNvPicPr>
          <p:nvPr/>
        </p:nvPicPr>
        <p:blipFill>
          <a:blip r:embed="rId8"/>
          <a:stretch>
            <a:fillRect/>
          </a:stretch>
        </p:blipFill>
        <p:spPr>
          <a:xfrm>
            <a:off x="1139372" y="3985986"/>
            <a:ext cx="2438400" cy="990600"/>
          </a:xfrm>
          <a:prstGeom prst="rect">
            <a:avLst/>
          </a:prstGeom>
          <a:ln w="57150">
            <a:solidFill>
              <a:schemeClr val="accent6">
                <a:lumMod val="60000"/>
                <a:lumOff val="40000"/>
              </a:schemeClr>
            </a:solidFill>
          </a:ln>
        </p:spPr>
      </p:pic>
      <p:sp>
        <p:nvSpPr>
          <p:cNvPr id="13" name="Content Placeholder 2">
            <a:extLst>
              <a:ext uri="{FF2B5EF4-FFF2-40B4-BE49-F238E27FC236}">
                <a16:creationId xmlns:a16="http://schemas.microsoft.com/office/drawing/2014/main" id="{F6532350-94CE-DA7E-BD67-438486BF387F}"/>
              </a:ext>
            </a:extLst>
          </p:cNvPr>
          <p:cNvSpPr txBox="1">
            <a:spLocks/>
          </p:cNvSpPr>
          <p:nvPr/>
        </p:nvSpPr>
        <p:spPr>
          <a:xfrm>
            <a:off x="1002695" y="5461454"/>
            <a:ext cx="5617029" cy="517148"/>
          </a:xfrm>
          <a:prstGeom prst="rect">
            <a:avLst/>
          </a:prstGeom>
          <a:solidFill>
            <a:schemeClr val="accent2">
              <a:lumMod val="20000"/>
              <a:lumOff val="80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Higher frequency   Less power</a:t>
            </a:r>
          </a:p>
        </p:txBody>
      </p:sp>
      <p:sp>
        <p:nvSpPr>
          <p:cNvPr id="4" name="TextBox 3">
            <a:extLst>
              <a:ext uri="{FF2B5EF4-FFF2-40B4-BE49-F238E27FC236}">
                <a16:creationId xmlns:a16="http://schemas.microsoft.com/office/drawing/2014/main" id="{2EF81EF4-7BDC-8289-BE3B-387A9FA65D9F}"/>
              </a:ext>
            </a:extLst>
          </p:cNvPr>
          <p:cNvSpPr txBox="1"/>
          <p:nvPr/>
        </p:nvSpPr>
        <p:spPr>
          <a:xfrm>
            <a:off x="-2059" y="6567617"/>
            <a:ext cx="1219611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t>Björnson E, Sanguinetti L. Power scaling laws and near-field behaviors of massive MIMO and intelligent reflecting surfaces. IEEE Open Journal of the Communications Society. 2020 Sep 1;1:1306-24.</a:t>
            </a:r>
          </a:p>
        </p:txBody>
      </p:sp>
    </p:spTree>
    <p:extLst>
      <p:ext uri="{BB962C8B-B14F-4D97-AF65-F5344CB8AC3E}">
        <p14:creationId xmlns:p14="http://schemas.microsoft.com/office/powerpoint/2010/main" val="7181664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B99E642-E7D3-B231-4F8F-1F91BBE90028}"/>
              </a:ext>
            </a:extLst>
          </p:cNvPr>
          <p:cNvSpPr/>
          <p:nvPr/>
        </p:nvSpPr>
        <p:spPr>
          <a:xfrm>
            <a:off x="0" y="-3175"/>
            <a:ext cx="12192000" cy="1524039"/>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T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7CB8CC4F-10BA-9230-438F-6B150E9D0211}"/>
                  </a:ext>
                </a:extLst>
              </p14:cNvPr>
              <p14:cNvContentPartPr/>
              <p14:nvPr/>
            </p14:nvContentPartPr>
            <p14:xfrm>
              <a:off x="506301" y="525275"/>
              <a:ext cx="11183760" cy="360"/>
            </p14:xfrm>
          </p:contentPart>
        </mc:Choice>
        <mc:Fallback xmlns="">
          <p:pic>
            <p:nvPicPr>
              <p:cNvPr id="7" name="Ink 6">
                <a:extLst>
                  <a:ext uri="{FF2B5EF4-FFF2-40B4-BE49-F238E27FC236}">
                    <a16:creationId xmlns:a16="http://schemas.microsoft.com/office/drawing/2014/main" id="{7CB8CC4F-10BA-9230-438F-6B150E9D0211}"/>
                  </a:ext>
                </a:extLst>
              </p:cNvPr>
              <p:cNvPicPr/>
              <p:nvPr/>
            </p:nvPicPr>
            <p:blipFill>
              <a:blip r:embed="rId4"/>
              <a:stretch>
                <a:fillRect/>
              </a:stretch>
            </p:blipFill>
            <p:spPr>
              <a:xfrm>
                <a:off x="470302" y="489275"/>
                <a:ext cx="11255398" cy="72000"/>
              </a:xfrm>
              <a:prstGeom prst="rect">
                <a:avLst/>
              </a:prstGeom>
            </p:spPr>
          </p:pic>
        </mc:Fallback>
      </mc:AlternateContent>
      <p:sp>
        <p:nvSpPr>
          <p:cNvPr id="9" name="TextBox 8">
            <a:extLst>
              <a:ext uri="{FF2B5EF4-FFF2-40B4-BE49-F238E27FC236}">
                <a16:creationId xmlns:a16="http://schemas.microsoft.com/office/drawing/2014/main" id="{D20471DB-9FB5-200D-8C40-ED81ABC17926}"/>
              </a:ext>
            </a:extLst>
          </p:cNvPr>
          <p:cNvSpPr txBox="1"/>
          <p:nvPr/>
        </p:nvSpPr>
        <p:spPr>
          <a:xfrm>
            <a:off x="411237" y="1209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solidFill>
                  <a:schemeClr val="accent1"/>
                </a:solidFill>
                <a:latin typeface="Times New Roman"/>
                <a:cs typeface="Times New Roman"/>
              </a:rPr>
              <a:t>RIT</a:t>
            </a:r>
          </a:p>
        </p:txBody>
      </p:sp>
      <p:sp>
        <p:nvSpPr>
          <p:cNvPr id="8" name="Title 1">
            <a:extLst>
              <a:ext uri="{FF2B5EF4-FFF2-40B4-BE49-F238E27FC236}">
                <a16:creationId xmlns:a16="http://schemas.microsoft.com/office/drawing/2014/main" id="{C4F4E60F-2C04-B357-3E9E-6F63A562775D}"/>
              </a:ext>
            </a:extLst>
          </p:cNvPr>
          <p:cNvSpPr>
            <a:spLocks noGrp="1"/>
          </p:cNvSpPr>
          <p:nvPr/>
        </p:nvSpPr>
        <p:spPr>
          <a:xfrm>
            <a:off x="698306" y="47672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latin typeface="Times New Roman"/>
                <a:ea typeface="+mj-lt"/>
                <a:cs typeface="+mj-lt"/>
              </a:rPr>
              <a:t>What Happens to Path Loss at High Frequencies?</a:t>
            </a:r>
            <a:endParaRPr lang="en-US" dirty="0">
              <a:latin typeface="Times New Roman"/>
              <a:ea typeface="+mj-lt"/>
              <a:cs typeface="+mj-lt"/>
            </a:endParaRPr>
          </a:p>
        </p:txBody>
      </p:sp>
      <p:pic>
        <p:nvPicPr>
          <p:cNvPr id="2" name="Picture 1">
            <a:extLst>
              <a:ext uri="{FF2B5EF4-FFF2-40B4-BE49-F238E27FC236}">
                <a16:creationId xmlns:a16="http://schemas.microsoft.com/office/drawing/2014/main" id="{D6EC3EDC-2EE2-C5DF-E211-6FF52362418D}"/>
              </a:ext>
            </a:extLst>
          </p:cNvPr>
          <p:cNvPicPr>
            <a:picLocks noChangeAspect="1"/>
          </p:cNvPicPr>
          <p:nvPr/>
        </p:nvPicPr>
        <p:blipFill>
          <a:blip r:embed="rId5"/>
          <a:stretch>
            <a:fillRect/>
          </a:stretch>
        </p:blipFill>
        <p:spPr>
          <a:xfrm>
            <a:off x="1117091" y="2789263"/>
            <a:ext cx="2717348" cy="927403"/>
          </a:xfrm>
          <a:prstGeom prst="rect">
            <a:avLst/>
          </a:prstGeom>
          <a:ln>
            <a:noFill/>
          </a:ln>
        </p:spPr>
      </p:pic>
      <p:sp>
        <p:nvSpPr>
          <p:cNvPr id="13" name="Content Placeholder 2">
            <a:extLst>
              <a:ext uri="{FF2B5EF4-FFF2-40B4-BE49-F238E27FC236}">
                <a16:creationId xmlns:a16="http://schemas.microsoft.com/office/drawing/2014/main" id="{F6532350-94CE-DA7E-BD67-438486BF387F}"/>
              </a:ext>
            </a:extLst>
          </p:cNvPr>
          <p:cNvSpPr txBox="1">
            <a:spLocks/>
          </p:cNvSpPr>
          <p:nvPr/>
        </p:nvSpPr>
        <p:spPr>
          <a:xfrm>
            <a:off x="597342" y="1711930"/>
            <a:ext cx="10995976" cy="687297"/>
          </a:xfrm>
          <a:prstGeom prst="rect">
            <a:avLst/>
          </a:prstGeom>
          <a:solidFill>
            <a:schemeClr val="accent2">
              <a:lumMod val="20000"/>
              <a:lumOff val="80000"/>
            </a:schemeClr>
          </a:solid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a:t>A reasonable design goal is to keep the free-space path-loss constant when frequency increased</a:t>
            </a:r>
          </a:p>
        </p:txBody>
      </p:sp>
      <p:sp>
        <p:nvSpPr>
          <p:cNvPr id="14" name="Rectangle 13">
            <a:extLst>
              <a:ext uri="{FF2B5EF4-FFF2-40B4-BE49-F238E27FC236}">
                <a16:creationId xmlns:a16="http://schemas.microsoft.com/office/drawing/2014/main" id="{C1C4F0D3-3579-BE54-E8A2-4AC17F70FD1A}"/>
              </a:ext>
            </a:extLst>
          </p:cNvPr>
          <p:cNvSpPr/>
          <p:nvPr/>
        </p:nvSpPr>
        <p:spPr>
          <a:xfrm>
            <a:off x="7087808" y="2588381"/>
            <a:ext cx="1185334" cy="1003905"/>
          </a:xfrm>
          <a:prstGeom prst="rect">
            <a:avLst/>
          </a:prstGeom>
          <a:solidFill>
            <a:srgbClr val="7030A0">
              <a:alpha val="45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33BC138-5D40-B794-FDC8-021265CBD908}"/>
              </a:ext>
            </a:extLst>
          </p:cNvPr>
          <p:cNvSpPr/>
          <p:nvPr/>
        </p:nvSpPr>
        <p:spPr>
          <a:xfrm>
            <a:off x="9785045" y="3918856"/>
            <a:ext cx="1185334" cy="1003905"/>
          </a:xfrm>
          <a:prstGeom prst="rect">
            <a:avLst/>
          </a:prstGeom>
          <a:solidFill>
            <a:srgbClr val="7030A0">
              <a:alpha val="41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47D7593C-D7BD-4319-307C-D60AC507ADDA}"/>
              </a:ext>
            </a:extLst>
          </p:cNvPr>
          <p:cNvCxnSpPr/>
          <p:nvPr/>
        </p:nvCxnSpPr>
        <p:spPr>
          <a:xfrm>
            <a:off x="7656285" y="3023808"/>
            <a:ext cx="2709333" cy="1378857"/>
          </a:xfrm>
          <a:prstGeom prst="straightConnector1">
            <a:avLst/>
          </a:prstGeom>
          <a:ln w="57150">
            <a:solidFill>
              <a:schemeClr val="accent2">
                <a:lumMod val="50000"/>
              </a:schemeClr>
            </a:solidFill>
            <a:tailEnd type="triangle"/>
          </a:ln>
        </p:spPr>
        <p:style>
          <a:lnRef idx="2">
            <a:schemeClr val="dk1"/>
          </a:lnRef>
          <a:fillRef idx="0">
            <a:schemeClr val="dk1"/>
          </a:fillRef>
          <a:effectRef idx="1">
            <a:schemeClr val="dk1"/>
          </a:effectRef>
          <a:fontRef idx="minor">
            <a:schemeClr val="tx1"/>
          </a:fontRef>
        </p:style>
      </p:cxnSp>
      <p:sp>
        <p:nvSpPr>
          <p:cNvPr id="17" name="TextBox 16">
            <a:extLst>
              <a:ext uri="{FF2B5EF4-FFF2-40B4-BE49-F238E27FC236}">
                <a16:creationId xmlns:a16="http://schemas.microsoft.com/office/drawing/2014/main" id="{DF29F743-7B5C-FBCB-B878-629041E392CA}"/>
              </a:ext>
            </a:extLst>
          </p:cNvPr>
          <p:cNvSpPr txBox="1"/>
          <p:nvPr/>
        </p:nvSpPr>
        <p:spPr>
          <a:xfrm>
            <a:off x="8950476" y="3229427"/>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t>d</a:t>
            </a:r>
          </a:p>
        </p:txBody>
      </p:sp>
      <p:pic>
        <p:nvPicPr>
          <p:cNvPr id="19" name="Picture 18">
            <a:extLst>
              <a:ext uri="{FF2B5EF4-FFF2-40B4-BE49-F238E27FC236}">
                <a16:creationId xmlns:a16="http://schemas.microsoft.com/office/drawing/2014/main" id="{83866BAB-8179-E37E-1ED2-37B771A6730B}"/>
              </a:ext>
            </a:extLst>
          </p:cNvPr>
          <p:cNvPicPr>
            <a:picLocks noChangeAspect="1"/>
          </p:cNvPicPr>
          <p:nvPr/>
        </p:nvPicPr>
        <p:blipFill>
          <a:blip r:embed="rId6"/>
          <a:stretch>
            <a:fillRect/>
          </a:stretch>
        </p:blipFill>
        <p:spPr>
          <a:xfrm>
            <a:off x="7216926" y="2597453"/>
            <a:ext cx="419100" cy="381000"/>
          </a:xfrm>
          <a:prstGeom prst="rect">
            <a:avLst/>
          </a:prstGeom>
        </p:spPr>
      </p:pic>
      <p:pic>
        <p:nvPicPr>
          <p:cNvPr id="20" name="Picture 19">
            <a:extLst>
              <a:ext uri="{FF2B5EF4-FFF2-40B4-BE49-F238E27FC236}">
                <a16:creationId xmlns:a16="http://schemas.microsoft.com/office/drawing/2014/main" id="{B3938320-7624-3422-A60C-4699085CB0AA}"/>
              </a:ext>
            </a:extLst>
          </p:cNvPr>
          <p:cNvPicPr>
            <a:picLocks noChangeAspect="1"/>
          </p:cNvPicPr>
          <p:nvPr/>
        </p:nvPicPr>
        <p:blipFill>
          <a:blip r:embed="rId7"/>
          <a:stretch>
            <a:fillRect/>
          </a:stretch>
        </p:blipFill>
        <p:spPr>
          <a:xfrm>
            <a:off x="10487403" y="4460120"/>
            <a:ext cx="409575" cy="381000"/>
          </a:xfrm>
          <a:prstGeom prst="rect">
            <a:avLst/>
          </a:prstGeom>
        </p:spPr>
      </p:pic>
      <p:pic>
        <p:nvPicPr>
          <p:cNvPr id="21" name="Picture 20">
            <a:extLst>
              <a:ext uri="{FF2B5EF4-FFF2-40B4-BE49-F238E27FC236}">
                <a16:creationId xmlns:a16="http://schemas.microsoft.com/office/drawing/2014/main" id="{D674D61E-07D9-1875-E298-6F4A70EE6139}"/>
              </a:ext>
            </a:extLst>
          </p:cNvPr>
          <p:cNvPicPr>
            <a:picLocks noChangeAspect="1"/>
          </p:cNvPicPr>
          <p:nvPr/>
        </p:nvPicPr>
        <p:blipFill>
          <a:blip r:embed="rId8"/>
          <a:stretch>
            <a:fillRect/>
          </a:stretch>
        </p:blipFill>
        <p:spPr>
          <a:xfrm>
            <a:off x="1229178" y="4840969"/>
            <a:ext cx="2095500" cy="895350"/>
          </a:xfrm>
          <a:prstGeom prst="rect">
            <a:avLst/>
          </a:prstGeom>
          <a:ln w="28575">
            <a:solidFill>
              <a:srgbClr val="FFFF00"/>
            </a:solidFill>
          </a:ln>
        </p:spPr>
      </p:pic>
      <p:sp>
        <p:nvSpPr>
          <p:cNvPr id="3" name="TextBox 2">
            <a:extLst>
              <a:ext uri="{FF2B5EF4-FFF2-40B4-BE49-F238E27FC236}">
                <a16:creationId xmlns:a16="http://schemas.microsoft.com/office/drawing/2014/main" id="{7C20CDE0-CA37-F5FE-11C8-B42DC1339020}"/>
              </a:ext>
            </a:extLst>
          </p:cNvPr>
          <p:cNvSpPr txBox="1"/>
          <p:nvPr/>
        </p:nvSpPr>
        <p:spPr>
          <a:xfrm>
            <a:off x="701523" y="3933976"/>
            <a:ext cx="732426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2800"/>
              <a:t>Received power with array areas At and </a:t>
            </a:r>
            <a:r>
              <a:rPr lang="en-US" sz="2800" err="1"/>
              <a:t>Ar</a:t>
            </a:r>
            <a:endParaRPr lang="en-US" sz="2800"/>
          </a:p>
        </p:txBody>
      </p:sp>
      <p:sp>
        <p:nvSpPr>
          <p:cNvPr id="4" name="Content Placeholder 2">
            <a:extLst>
              <a:ext uri="{FF2B5EF4-FFF2-40B4-BE49-F238E27FC236}">
                <a16:creationId xmlns:a16="http://schemas.microsoft.com/office/drawing/2014/main" id="{37D64609-1117-3151-336F-495C544EE64E}"/>
              </a:ext>
            </a:extLst>
          </p:cNvPr>
          <p:cNvSpPr txBox="1">
            <a:spLocks/>
          </p:cNvSpPr>
          <p:nvPr/>
        </p:nvSpPr>
        <p:spPr>
          <a:xfrm>
            <a:off x="3721100" y="5004858"/>
            <a:ext cx="5919409" cy="553433"/>
          </a:xfrm>
          <a:prstGeom prst="rect">
            <a:avLst/>
          </a:prstGeom>
          <a:solidFill>
            <a:schemeClr val="accent6">
              <a:lumMod val="20000"/>
              <a:lumOff val="80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Higher frequency   More power!!</a:t>
            </a:r>
          </a:p>
        </p:txBody>
      </p:sp>
      <p:sp>
        <p:nvSpPr>
          <p:cNvPr id="6" name="Content Placeholder 2">
            <a:extLst>
              <a:ext uri="{FF2B5EF4-FFF2-40B4-BE49-F238E27FC236}">
                <a16:creationId xmlns:a16="http://schemas.microsoft.com/office/drawing/2014/main" id="{92EB591C-D861-4526-8539-B93E9A56AE6C}"/>
              </a:ext>
            </a:extLst>
          </p:cNvPr>
          <p:cNvSpPr txBox="1">
            <a:spLocks/>
          </p:cNvSpPr>
          <p:nvPr/>
        </p:nvSpPr>
        <p:spPr>
          <a:xfrm>
            <a:off x="3721099" y="5884786"/>
            <a:ext cx="5919409" cy="553433"/>
          </a:xfrm>
          <a:prstGeom prst="rect">
            <a:avLst/>
          </a:prstGeom>
          <a:solidFill>
            <a:schemeClr val="accent5">
              <a:lumMod val="20000"/>
              <a:lumOff val="80000"/>
            </a:schemeClr>
          </a:solidFill>
        </p:spPr>
        <p:txBody>
          <a:bodyPr vert="horz" lIns="91440" tIns="45720" rIns="91440" bIns="45720" rtlCol="0" anchor="t">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We need more antenna to fill the area</a:t>
            </a:r>
          </a:p>
        </p:txBody>
      </p:sp>
      <p:sp>
        <p:nvSpPr>
          <p:cNvPr id="11" name="TextBox 10">
            <a:extLst>
              <a:ext uri="{FF2B5EF4-FFF2-40B4-BE49-F238E27FC236}">
                <a16:creationId xmlns:a16="http://schemas.microsoft.com/office/drawing/2014/main" id="{828A1677-1E57-2D18-DD23-386C570581BF}"/>
              </a:ext>
            </a:extLst>
          </p:cNvPr>
          <p:cNvSpPr txBox="1"/>
          <p:nvPr/>
        </p:nvSpPr>
        <p:spPr>
          <a:xfrm>
            <a:off x="-2729" y="6438219"/>
            <a:ext cx="12196118"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dirty="0"/>
              <a:t>Björnson E, Kara F, </a:t>
            </a:r>
            <a:r>
              <a:rPr lang="en-US" sz="1100" dirty="0" err="1"/>
              <a:t>Kolomvakis</a:t>
            </a:r>
            <a:r>
              <a:rPr lang="en-US" sz="1100" dirty="0"/>
              <a:t> N, </a:t>
            </a:r>
            <a:r>
              <a:rPr lang="en-US" sz="1100" dirty="0" err="1"/>
              <a:t>Kosasih</a:t>
            </a:r>
            <a:r>
              <a:rPr lang="en-US" sz="1100" dirty="0"/>
              <a:t> A, </a:t>
            </a:r>
            <a:r>
              <a:rPr lang="en-US" sz="1100" dirty="0" err="1"/>
              <a:t>Ramezani</a:t>
            </a:r>
            <a:r>
              <a:rPr lang="en-US" sz="1100" dirty="0"/>
              <a:t> P, Salman MB. Enabling 6G performance in the upper mid-band through gigantic MIMO. </a:t>
            </a:r>
            <a:r>
              <a:rPr lang="en-US" sz="1100" dirty="0" err="1"/>
              <a:t>arXiv</a:t>
            </a:r>
            <a:r>
              <a:rPr lang="en-US" sz="1100" dirty="0"/>
              <a:t> preprint arXiv:2407.05630. 2024 Jul.</a:t>
            </a:r>
          </a:p>
          <a:p>
            <a:r>
              <a:rPr lang="en-US" sz="1100" dirty="0">
                <a:hlinkClick r:id="rId9"/>
              </a:rPr>
              <a:t>6G in the Upper Mid-Band: The Rise of Gigantic MIMO - YouTube</a:t>
            </a:r>
            <a:endParaRPr lang="en-US" sz="1100" dirty="0"/>
          </a:p>
        </p:txBody>
      </p:sp>
    </p:spTree>
    <p:extLst>
      <p:ext uri="{BB962C8B-B14F-4D97-AF65-F5344CB8AC3E}">
        <p14:creationId xmlns:p14="http://schemas.microsoft.com/office/powerpoint/2010/main" val="31428648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8" name="Straight Arrow Connector 67">
            <a:extLst>
              <a:ext uri="{FF2B5EF4-FFF2-40B4-BE49-F238E27FC236}">
                <a16:creationId xmlns:a16="http://schemas.microsoft.com/office/drawing/2014/main" id="{59875D58-07DF-4F98-46BB-C6000EC7BA7C}"/>
              </a:ext>
            </a:extLst>
          </p:cNvPr>
          <p:cNvCxnSpPr>
            <a:cxnSpLocks/>
          </p:cNvCxnSpPr>
          <p:nvPr/>
        </p:nvCxnSpPr>
        <p:spPr>
          <a:xfrm rot="5400000" flipH="1">
            <a:off x="6752137" y="4668939"/>
            <a:ext cx="6101" cy="1448403"/>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0B99E642-E7D3-B231-4F8F-1F91BBE90028}"/>
              </a:ext>
            </a:extLst>
          </p:cNvPr>
          <p:cNvSpPr/>
          <p:nvPr/>
        </p:nvSpPr>
        <p:spPr>
          <a:xfrm>
            <a:off x="0" y="-3175"/>
            <a:ext cx="12192000" cy="1524039"/>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T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7CB8CC4F-10BA-9230-438F-6B150E9D0211}"/>
                  </a:ext>
                </a:extLst>
              </p14:cNvPr>
              <p14:cNvContentPartPr/>
              <p14:nvPr/>
            </p14:nvContentPartPr>
            <p14:xfrm>
              <a:off x="506301" y="525275"/>
              <a:ext cx="11183760" cy="360"/>
            </p14:xfrm>
          </p:contentPart>
        </mc:Choice>
        <mc:Fallback xmlns="">
          <p:pic>
            <p:nvPicPr>
              <p:cNvPr id="7" name="Ink 6">
                <a:extLst>
                  <a:ext uri="{FF2B5EF4-FFF2-40B4-BE49-F238E27FC236}">
                    <a16:creationId xmlns:a16="http://schemas.microsoft.com/office/drawing/2014/main" id="{7CB8CC4F-10BA-9230-438F-6B150E9D0211}"/>
                  </a:ext>
                </a:extLst>
              </p:cNvPr>
              <p:cNvPicPr/>
              <p:nvPr/>
            </p:nvPicPr>
            <p:blipFill>
              <a:blip r:embed="rId4"/>
              <a:stretch>
                <a:fillRect/>
              </a:stretch>
            </p:blipFill>
            <p:spPr>
              <a:xfrm>
                <a:off x="470302" y="489275"/>
                <a:ext cx="11255398" cy="72000"/>
              </a:xfrm>
              <a:prstGeom prst="rect">
                <a:avLst/>
              </a:prstGeom>
            </p:spPr>
          </p:pic>
        </mc:Fallback>
      </mc:AlternateContent>
      <p:sp>
        <p:nvSpPr>
          <p:cNvPr id="9" name="TextBox 8">
            <a:extLst>
              <a:ext uri="{FF2B5EF4-FFF2-40B4-BE49-F238E27FC236}">
                <a16:creationId xmlns:a16="http://schemas.microsoft.com/office/drawing/2014/main" id="{D20471DB-9FB5-200D-8C40-ED81ABC17926}"/>
              </a:ext>
            </a:extLst>
          </p:cNvPr>
          <p:cNvSpPr txBox="1"/>
          <p:nvPr/>
        </p:nvSpPr>
        <p:spPr>
          <a:xfrm>
            <a:off x="411237" y="1209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solidFill>
                  <a:schemeClr val="accent1"/>
                </a:solidFill>
                <a:latin typeface="Times New Roman"/>
                <a:cs typeface="Times New Roman"/>
              </a:rPr>
              <a:t>RIT</a:t>
            </a:r>
          </a:p>
        </p:txBody>
      </p:sp>
      <p:sp>
        <p:nvSpPr>
          <p:cNvPr id="8" name="Title 1">
            <a:extLst>
              <a:ext uri="{FF2B5EF4-FFF2-40B4-BE49-F238E27FC236}">
                <a16:creationId xmlns:a16="http://schemas.microsoft.com/office/drawing/2014/main" id="{C4F4E60F-2C04-B357-3E9E-6F63A562775D}"/>
              </a:ext>
            </a:extLst>
          </p:cNvPr>
          <p:cNvSpPr>
            <a:spLocks noGrp="1"/>
          </p:cNvSpPr>
          <p:nvPr/>
        </p:nvSpPr>
        <p:spPr>
          <a:xfrm>
            <a:off x="698306" y="47672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a:latin typeface="Times New Roman"/>
                <a:ea typeface="+mj-lt"/>
                <a:cs typeface="+mj-lt"/>
              </a:rPr>
              <a:t>What happen to pathloss in high frequency?</a:t>
            </a:r>
            <a:endParaRPr lang="en-US"/>
          </a:p>
        </p:txBody>
      </p:sp>
      <p:sp>
        <p:nvSpPr>
          <p:cNvPr id="14" name="Rectangle 13">
            <a:extLst>
              <a:ext uri="{FF2B5EF4-FFF2-40B4-BE49-F238E27FC236}">
                <a16:creationId xmlns:a16="http://schemas.microsoft.com/office/drawing/2014/main" id="{C1C4F0D3-3579-BE54-E8A2-4AC17F70FD1A}"/>
              </a:ext>
            </a:extLst>
          </p:cNvPr>
          <p:cNvSpPr/>
          <p:nvPr/>
        </p:nvSpPr>
        <p:spPr>
          <a:xfrm>
            <a:off x="7677451" y="1644952"/>
            <a:ext cx="1185334" cy="1003905"/>
          </a:xfrm>
          <a:prstGeom prst="rect">
            <a:avLst/>
          </a:prstGeom>
          <a:solidFill>
            <a:srgbClr val="7030A0">
              <a:alpha val="45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33BC138-5D40-B794-FDC8-021265CBD908}"/>
              </a:ext>
            </a:extLst>
          </p:cNvPr>
          <p:cNvSpPr/>
          <p:nvPr/>
        </p:nvSpPr>
        <p:spPr>
          <a:xfrm>
            <a:off x="10374688" y="2975427"/>
            <a:ext cx="1185334" cy="1003905"/>
          </a:xfrm>
          <a:prstGeom prst="rect">
            <a:avLst/>
          </a:prstGeom>
          <a:solidFill>
            <a:srgbClr val="7030A0">
              <a:alpha val="41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47D7593C-D7BD-4319-307C-D60AC507ADDA}"/>
              </a:ext>
            </a:extLst>
          </p:cNvPr>
          <p:cNvCxnSpPr/>
          <p:nvPr/>
        </p:nvCxnSpPr>
        <p:spPr>
          <a:xfrm>
            <a:off x="8245928" y="2080379"/>
            <a:ext cx="2709333" cy="1378857"/>
          </a:xfrm>
          <a:prstGeom prst="straightConnector1">
            <a:avLst/>
          </a:prstGeom>
          <a:ln w="57150">
            <a:solidFill>
              <a:schemeClr val="accent2">
                <a:lumMod val="50000"/>
              </a:schemeClr>
            </a:solidFill>
            <a:tailEnd type="triangle"/>
          </a:ln>
        </p:spPr>
        <p:style>
          <a:lnRef idx="2">
            <a:schemeClr val="dk1"/>
          </a:lnRef>
          <a:fillRef idx="0">
            <a:schemeClr val="dk1"/>
          </a:fillRef>
          <a:effectRef idx="1">
            <a:schemeClr val="dk1"/>
          </a:effectRef>
          <a:fontRef idx="minor">
            <a:schemeClr val="tx1"/>
          </a:fontRef>
        </p:style>
      </p:cxnSp>
      <p:sp>
        <p:nvSpPr>
          <p:cNvPr id="17" name="TextBox 16">
            <a:extLst>
              <a:ext uri="{FF2B5EF4-FFF2-40B4-BE49-F238E27FC236}">
                <a16:creationId xmlns:a16="http://schemas.microsoft.com/office/drawing/2014/main" id="{DF29F743-7B5C-FBCB-B878-629041E392CA}"/>
              </a:ext>
            </a:extLst>
          </p:cNvPr>
          <p:cNvSpPr txBox="1"/>
          <p:nvPr/>
        </p:nvSpPr>
        <p:spPr>
          <a:xfrm>
            <a:off x="9540119" y="2285998"/>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t>d</a:t>
            </a:r>
          </a:p>
        </p:txBody>
      </p:sp>
      <p:pic>
        <p:nvPicPr>
          <p:cNvPr id="19" name="Picture 18">
            <a:extLst>
              <a:ext uri="{FF2B5EF4-FFF2-40B4-BE49-F238E27FC236}">
                <a16:creationId xmlns:a16="http://schemas.microsoft.com/office/drawing/2014/main" id="{83866BAB-8179-E37E-1ED2-37B771A6730B}"/>
              </a:ext>
            </a:extLst>
          </p:cNvPr>
          <p:cNvPicPr>
            <a:picLocks noChangeAspect="1"/>
          </p:cNvPicPr>
          <p:nvPr/>
        </p:nvPicPr>
        <p:blipFill>
          <a:blip r:embed="rId5"/>
          <a:stretch>
            <a:fillRect/>
          </a:stretch>
        </p:blipFill>
        <p:spPr>
          <a:xfrm>
            <a:off x="7806569" y="1654024"/>
            <a:ext cx="419100" cy="381000"/>
          </a:xfrm>
          <a:prstGeom prst="rect">
            <a:avLst/>
          </a:prstGeom>
        </p:spPr>
      </p:pic>
      <p:pic>
        <p:nvPicPr>
          <p:cNvPr id="20" name="Picture 19">
            <a:extLst>
              <a:ext uri="{FF2B5EF4-FFF2-40B4-BE49-F238E27FC236}">
                <a16:creationId xmlns:a16="http://schemas.microsoft.com/office/drawing/2014/main" id="{B3938320-7624-3422-A60C-4699085CB0AA}"/>
              </a:ext>
            </a:extLst>
          </p:cNvPr>
          <p:cNvPicPr>
            <a:picLocks noChangeAspect="1"/>
          </p:cNvPicPr>
          <p:nvPr/>
        </p:nvPicPr>
        <p:blipFill>
          <a:blip r:embed="rId6"/>
          <a:stretch>
            <a:fillRect/>
          </a:stretch>
        </p:blipFill>
        <p:spPr>
          <a:xfrm>
            <a:off x="11077046" y="3516691"/>
            <a:ext cx="409575" cy="381000"/>
          </a:xfrm>
          <a:prstGeom prst="rect">
            <a:avLst/>
          </a:prstGeom>
        </p:spPr>
      </p:pic>
      <p:pic>
        <p:nvPicPr>
          <p:cNvPr id="21" name="Picture 20">
            <a:extLst>
              <a:ext uri="{FF2B5EF4-FFF2-40B4-BE49-F238E27FC236}">
                <a16:creationId xmlns:a16="http://schemas.microsoft.com/office/drawing/2014/main" id="{D674D61E-07D9-1875-E298-6F4A70EE6139}"/>
              </a:ext>
            </a:extLst>
          </p:cNvPr>
          <p:cNvPicPr>
            <a:picLocks noChangeAspect="1"/>
          </p:cNvPicPr>
          <p:nvPr/>
        </p:nvPicPr>
        <p:blipFill>
          <a:blip r:embed="rId7"/>
          <a:stretch>
            <a:fillRect/>
          </a:stretch>
        </p:blipFill>
        <p:spPr>
          <a:xfrm>
            <a:off x="739321" y="1656897"/>
            <a:ext cx="2095500" cy="895350"/>
          </a:xfrm>
          <a:prstGeom prst="rect">
            <a:avLst/>
          </a:prstGeom>
          <a:ln w="28575">
            <a:solidFill>
              <a:srgbClr val="FFFF00"/>
            </a:solidFill>
          </a:ln>
        </p:spPr>
      </p:pic>
      <p:sp>
        <p:nvSpPr>
          <p:cNvPr id="4" name="Content Placeholder 2">
            <a:extLst>
              <a:ext uri="{FF2B5EF4-FFF2-40B4-BE49-F238E27FC236}">
                <a16:creationId xmlns:a16="http://schemas.microsoft.com/office/drawing/2014/main" id="{37D64609-1117-3151-336F-495C544EE64E}"/>
              </a:ext>
            </a:extLst>
          </p:cNvPr>
          <p:cNvSpPr txBox="1">
            <a:spLocks/>
          </p:cNvSpPr>
          <p:nvPr/>
        </p:nvSpPr>
        <p:spPr>
          <a:xfrm>
            <a:off x="3049815" y="1848001"/>
            <a:ext cx="4486124" cy="362934"/>
          </a:xfrm>
          <a:prstGeom prst="rect">
            <a:avLst/>
          </a:prstGeom>
          <a:solidFill>
            <a:schemeClr val="accent6">
              <a:lumMod val="20000"/>
              <a:lumOff val="80000"/>
            </a:schemeClr>
          </a:solidFill>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t>Higher frequency   More power!!</a:t>
            </a:r>
          </a:p>
        </p:txBody>
      </p:sp>
      <p:sp>
        <p:nvSpPr>
          <p:cNvPr id="10" name="Content Placeholder 2">
            <a:extLst>
              <a:ext uri="{FF2B5EF4-FFF2-40B4-BE49-F238E27FC236}">
                <a16:creationId xmlns:a16="http://schemas.microsoft.com/office/drawing/2014/main" id="{DEEE5969-072B-99DE-B37E-315C4BB31D7B}"/>
              </a:ext>
            </a:extLst>
          </p:cNvPr>
          <p:cNvSpPr txBox="1">
            <a:spLocks/>
          </p:cNvSpPr>
          <p:nvPr/>
        </p:nvSpPr>
        <p:spPr>
          <a:xfrm>
            <a:off x="700314" y="2821668"/>
            <a:ext cx="9021838" cy="689505"/>
          </a:xfrm>
          <a:prstGeom prst="rect">
            <a:avLst/>
          </a:prstGeom>
          <a:solidFill>
            <a:schemeClr val="accent6">
              <a:lumMod val="20000"/>
              <a:lumOff val="80000"/>
            </a:schemeClr>
          </a:solid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a:t>Improve the free space pathloss by increasing the number of the antenna but the same aperture area</a:t>
            </a:r>
          </a:p>
        </p:txBody>
      </p:sp>
      <p:sp>
        <p:nvSpPr>
          <p:cNvPr id="11" name="Rectangle 10">
            <a:extLst>
              <a:ext uri="{FF2B5EF4-FFF2-40B4-BE49-F238E27FC236}">
                <a16:creationId xmlns:a16="http://schemas.microsoft.com/office/drawing/2014/main" id="{CEBFB766-8D92-DB7A-AB2B-64A94F56BFE2}"/>
              </a:ext>
            </a:extLst>
          </p:cNvPr>
          <p:cNvSpPr/>
          <p:nvPr/>
        </p:nvSpPr>
        <p:spPr>
          <a:xfrm>
            <a:off x="3126618" y="4160762"/>
            <a:ext cx="1439333" cy="1303261"/>
          </a:xfrm>
          <a:prstGeom prst="rect">
            <a:avLst/>
          </a:prstGeom>
          <a:solidFill>
            <a:srgbClr val="7030A0">
              <a:alpha val="45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2">
            <a:extLst>
              <a:ext uri="{FF2B5EF4-FFF2-40B4-BE49-F238E27FC236}">
                <a16:creationId xmlns:a16="http://schemas.microsoft.com/office/drawing/2014/main" id="{F5F10FFB-0F4F-C33F-3945-F59D526BA034}"/>
              </a:ext>
            </a:extLst>
          </p:cNvPr>
          <p:cNvSpPr txBox="1">
            <a:spLocks/>
          </p:cNvSpPr>
          <p:nvPr/>
        </p:nvSpPr>
        <p:spPr>
          <a:xfrm>
            <a:off x="564650" y="5862393"/>
            <a:ext cx="9033933" cy="532267"/>
          </a:xfrm>
          <a:prstGeom prst="rect">
            <a:avLst/>
          </a:prstGeom>
          <a:solidFill>
            <a:schemeClr val="accent2">
              <a:lumMod val="20000"/>
              <a:lumOff val="80000"/>
            </a:schemeClr>
          </a:solid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a:t>So what is the problem with </a:t>
            </a:r>
            <a:r>
              <a:rPr lang="en-US" sz="2400" err="1"/>
              <a:t>mmWave</a:t>
            </a:r>
            <a:r>
              <a:rPr lang="en-US" sz="2400"/>
              <a:t>?</a:t>
            </a:r>
          </a:p>
        </p:txBody>
      </p:sp>
      <p:grpSp>
        <p:nvGrpSpPr>
          <p:cNvPr id="37" name="Group 36">
            <a:extLst>
              <a:ext uri="{FF2B5EF4-FFF2-40B4-BE49-F238E27FC236}">
                <a16:creationId xmlns:a16="http://schemas.microsoft.com/office/drawing/2014/main" id="{F92F9693-7FC5-0CE9-0C5F-E996583EC7FB}"/>
              </a:ext>
            </a:extLst>
          </p:cNvPr>
          <p:cNvGrpSpPr/>
          <p:nvPr/>
        </p:nvGrpSpPr>
        <p:grpSpPr>
          <a:xfrm>
            <a:off x="3305024" y="4160759"/>
            <a:ext cx="1040189" cy="1303263"/>
            <a:chOff x="1442357" y="3894664"/>
            <a:chExt cx="1040189" cy="1303263"/>
          </a:xfrm>
        </p:grpSpPr>
        <p:cxnSp>
          <p:nvCxnSpPr>
            <p:cNvPr id="24" name="Straight Arrow Connector 23">
              <a:extLst>
                <a:ext uri="{FF2B5EF4-FFF2-40B4-BE49-F238E27FC236}">
                  <a16:creationId xmlns:a16="http://schemas.microsoft.com/office/drawing/2014/main" id="{8452D98D-DC40-4001-E716-F3B51BCA38E5}"/>
                </a:ext>
              </a:extLst>
            </p:cNvPr>
            <p:cNvCxnSpPr/>
            <p:nvPr/>
          </p:nvCxnSpPr>
          <p:spPr>
            <a:xfrm flipH="1">
              <a:off x="1442357" y="3894666"/>
              <a:ext cx="6048" cy="1303261"/>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774D510F-1F0B-1946-599B-8D30C0052599}"/>
                </a:ext>
              </a:extLst>
            </p:cNvPr>
            <p:cNvCxnSpPr>
              <a:cxnSpLocks/>
            </p:cNvCxnSpPr>
            <p:nvPr/>
          </p:nvCxnSpPr>
          <p:spPr>
            <a:xfrm flipH="1">
              <a:off x="1632856" y="3894665"/>
              <a:ext cx="6048" cy="1303261"/>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A819594B-CA37-2654-7560-AE4EDAA24C6E}"/>
                </a:ext>
              </a:extLst>
            </p:cNvPr>
            <p:cNvCxnSpPr>
              <a:cxnSpLocks/>
            </p:cNvCxnSpPr>
            <p:nvPr/>
          </p:nvCxnSpPr>
          <p:spPr>
            <a:xfrm flipH="1">
              <a:off x="1832428" y="3894665"/>
              <a:ext cx="6048" cy="1303261"/>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093C0093-4C53-3D44-8C7F-5CA45C596898}"/>
                </a:ext>
              </a:extLst>
            </p:cNvPr>
            <p:cNvCxnSpPr>
              <a:cxnSpLocks/>
            </p:cNvCxnSpPr>
            <p:nvPr/>
          </p:nvCxnSpPr>
          <p:spPr>
            <a:xfrm flipH="1">
              <a:off x="2267856" y="3894665"/>
              <a:ext cx="6048" cy="1303261"/>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24CD7FE3-EE3F-236E-4D98-37F20EB2C44C}"/>
                </a:ext>
              </a:extLst>
            </p:cNvPr>
            <p:cNvCxnSpPr>
              <a:cxnSpLocks/>
            </p:cNvCxnSpPr>
            <p:nvPr/>
          </p:nvCxnSpPr>
          <p:spPr>
            <a:xfrm flipH="1">
              <a:off x="2031999" y="3894666"/>
              <a:ext cx="6048" cy="1303261"/>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E6A0F70E-1432-3248-E62D-E06AA2221CBA}"/>
                </a:ext>
              </a:extLst>
            </p:cNvPr>
            <p:cNvCxnSpPr>
              <a:cxnSpLocks/>
            </p:cNvCxnSpPr>
            <p:nvPr/>
          </p:nvCxnSpPr>
          <p:spPr>
            <a:xfrm flipH="1">
              <a:off x="2476498" y="3894664"/>
              <a:ext cx="6048" cy="1303261"/>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grpSp>
      <p:grpSp>
        <p:nvGrpSpPr>
          <p:cNvPr id="36" name="Group 35">
            <a:extLst>
              <a:ext uri="{FF2B5EF4-FFF2-40B4-BE49-F238E27FC236}">
                <a16:creationId xmlns:a16="http://schemas.microsoft.com/office/drawing/2014/main" id="{4B9BA57F-B30F-57C5-F2F6-7908FB190BA5}"/>
              </a:ext>
            </a:extLst>
          </p:cNvPr>
          <p:cNvGrpSpPr/>
          <p:nvPr/>
        </p:nvGrpSpPr>
        <p:grpSpPr>
          <a:xfrm rot="5400000">
            <a:off x="3327682" y="3965897"/>
            <a:ext cx="1049303" cy="1448405"/>
            <a:chOff x="3655785" y="4094235"/>
            <a:chExt cx="1040189" cy="1303263"/>
          </a:xfrm>
        </p:grpSpPr>
        <p:cxnSp>
          <p:nvCxnSpPr>
            <p:cNvPr id="30" name="Straight Arrow Connector 29">
              <a:extLst>
                <a:ext uri="{FF2B5EF4-FFF2-40B4-BE49-F238E27FC236}">
                  <a16:creationId xmlns:a16="http://schemas.microsoft.com/office/drawing/2014/main" id="{1362022B-B477-0FE2-7E2C-9301DE0AB041}"/>
                </a:ext>
              </a:extLst>
            </p:cNvPr>
            <p:cNvCxnSpPr>
              <a:cxnSpLocks/>
            </p:cNvCxnSpPr>
            <p:nvPr/>
          </p:nvCxnSpPr>
          <p:spPr>
            <a:xfrm flipH="1">
              <a:off x="3655785" y="4094237"/>
              <a:ext cx="6048" cy="1303261"/>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E546711F-42DC-6774-C207-8F844D562114}"/>
                </a:ext>
              </a:extLst>
            </p:cNvPr>
            <p:cNvCxnSpPr>
              <a:cxnSpLocks/>
            </p:cNvCxnSpPr>
            <p:nvPr/>
          </p:nvCxnSpPr>
          <p:spPr>
            <a:xfrm flipH="1">
              <a:off x="3846284" y="4094236"/>
              <a:ext cx="6048" cy="1303261"/>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44EC56DA-FAC4-02E2-1028-757EF2F93525}"/>
                </a:ext>
              </a:extLst>
            </p:cNvPr>
            <p:cNvCxnSpPr>
              <a:cxnSpLocks/>
            </p:cNvCxnSpPr>
            <p:nvPr/>
          </p:nvCxnSpPr>
          <p:spPr>
            <a:xfrm flipH="1">
              <a:off x="4045856" y="4094236"/>
              <a:ext cx="6048" cy="1303261"/>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2C075A97-E4B9-8CEE-F0A5-EC45BB14DF23}"/>
                </a:ext>
              </a:extLst>
            </p:cNvPr>
            <p:cNvCxnSpPr>
              <a:cxnSpLocks/>
            </p:cNvCxnSpPr>
            <p:nvPr/>
          </p:nvCxnSpPr>
          <p:spPr>
            <a:xfrm flipH="1">
              <a:off x="4481284" y="4094236"/>
              <a:ext cx="6048" cy="1303261"/>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DFD0C7D6-873E-C52E-E60D-14527D3E33EB}"/>
                </a:ext>
              </a:extLst>
            </p:cNvPr>
            <p:cNvCxnSpPr>
              <a:cxnSpLocks/>
            </p:cNvCxnSpPr>
            <p:nvPr/>
          </p:nvCxnSpPr>
          <p:spPr>
            <a:xfrm flipH="1">
              <a:off x="4245427" y="4094237"/>
              <a:ext cx="6048" cy="1303261"/>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2B05F968-A788-F35A-13A9-4E2BF0E920AA}"/>
                </a:ext>
              </a:extLst>
            </p:cNvPr>
            <p:cNvCxnSpPr>
              <a:cxnSpLocks/>
            </p:cNvCxnSpPr>
            <p:nvPr/>
          </p:nvCxnSpPr>
          <p:spPr>
            <a:xfrm flipH="1">
              <a:off x="4689926" y="4094235"/>
              <a:ext cx="6048" cy="1303261"/>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grpSp>
      <p:sp>
        <p:nvSpPr>
          <p:cNvPr id="38" name="Rectangle 37">
            <a:extLst>
              <a:ext uri="{FF2B5EF4-FFF2-40B4-BE49-F238E27FC236}">
                <a16:creationId xmlns:a16="http://schemas.microsoft.com/office/drawing/2014/main" id="{9B388309-C5B3-DCA3-DB74-F3B33669A259}"/>
              </a:ext>
            </a:extLst>
          </p:cNvPr>
          <p:cNvSpPr/>
          <p:nvPr/>
        </p:nvSpPr>
        <p:spPr>
          <a:xfrm>
            <a:off x="6029474" y="4160761"/>
            <a:ext cx="1439333" cy="1303261"/>
          </a:xfrm>
          <a:prstGeom prst="rect">
            <a:avLst/>
          </a:prstGeom>
          <a:solidFill>
            <a:srgbClr val="7030A0">
              <a:alpha val="45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9" name="Group 38">
            <a:extLst>
              <a:ext uri="{FF2B5EF4-FFF2-40B4-BE49-F238E27FC236}">
                <a16:creationId xmlns:a16="http://schemas.microsoft.com/office/drawing/2014/main" id="{4C8217F4-0178-B1E3-432B-D2F93DBDBB3D}"/>
              </a:ext>
            </a:extLst>
          </p:cNvPr>
          <p:cNvGrpSpPr/>
          <p:nvPr/>
        </p:nvGrpSpPr>
        <p:grpSpPr>
          <a:xfrm>
            <a:off x="6198809" y="4160758"/>
            <a:ext cx="1040189" cy="1303263"/>
            <a:chOff x="1442357" y="3894664"/>
            <a:chExt cx="1040189" cy="1303263"/>
          </a:xfrm>
        </p:grpSpPr>
        <p:cxnSp>
          <p:nvCxnSpPr>
            <p:cNvPr id="40" name="Straight Arrow Connector 39">
              <a:extLst>
                <a:ext uri="{FF2B5EF4-FFF2-40B4-BE49-F238E27FC236}">
                  <a16:creationId xmlns:a16="http://schemas.microsoft.com/office/drawing/2014/main" id="{C20B73BC-6D6B-AB81-7A95-934029048180}"/>
                </a:ext>
              </a:extLst>
            </p:cNvPr>
            <p:cNvCxnSpPr>
              <a:cxnSpLocks/>
            </p:cNvCxnSpPr>
            <p:nvPr/>
          </p:nvCxnSpPr>
          <p:spPr>
            <a:xfrm flipH="1">
              <a:off x="1442357" y="3894666"/>
              <a:ext cx="6048" cy="1303261"/>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D32A757D-390A-0A6D-64EA-B169DDD4F3F9}"/>
                </a:ext>
              </a:extLst>
            </p:cNvPr>
            <p:cNvCxnSpPr>
              <a:cxnSpLocks/>
            </p:cNvCxnSpPr>
            <p:nvPr/>
          </p:nvCxnSpPr>
          <p:spPr>
            <a:xfrm flipH="1">
              <a:off x="1632856" y="3894665"/>
              <a:ext cx="6048" cy="1303261"/>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52A72248-88C8-2971-2CE6-FABB7FC734A3}"/>
                </a:ext>
              </a:extLst>
            </p:cNvPr>
            <p:cNvCxnSpPr>
              <a:cxnSpLocks/>
            </p:cNvCxnSpPr>
            <p:nvPr/>
          </p:nvCxnSpPr>
          <p:spPr>
            <a:xfrm flipH="1">
              <a:off x="1832428" y="3894665"/>
              <a:ext cx="6048" cy="1303261"/>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B0E7FA87-F820-1029-2E3A-41F527258AA8}"/>
                </a:ext>
              </a:extLst>
            </p:cNvPr>
            <p:cNvCxnSpPr>
              <a:cxnSpLocks/>
            </p:cNvCxnSpPr>
            <p:nvPr/>
          </p:nvCxnSpPr>
          <p:spPr>
            <a:xfrm flipH="1">
              <a:off x="2267856" y="3894665"/>
              <a:ext cx="6048" cy="1303261"/>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E4C4C21C-0E63-6851-7064-B56CAD29B1C7}"/>
                </a:ext>
              </a:extLst>
            </p:cNvPr>
            <p:cNvCxnSpPr>
              <a:cxnSpLocks/>
            </p:cNvCxnSpPr>
            <p:nvPr/>
          </p:nvCxnSpPr>
          <p:spPr>
            <a:xfrm flipH="1">
              <a:off x="2031999" y="3894666"/>
              <a:ext cx="6048" cy="1303261"/>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AB2F7A83-7521-BA15-5E80-C92C12E685D6}"/>
                </a:ext>
              </a:extLst>
            </p:cNvPr>
            <p:cNvCxnSpPr>
              <a:cxnSpLocks/>
            </p:cNvCxnSpPr>
            <p:nvPr/>
          </p:nvCxnSpPr>
          <p:spPr>
            <a:xfrm flipH="1">
              <a:off x="2476498" y="3894664"/>
              <a:ext cx="6048" cy="1303261"/>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grpSp>
      <p:grpSp>
        <p:nvGrpSpPr>
          <p:cNvPr id="46" name="Group 45">
            <a:extLst>
              <a:ext uri="{FF2B5EF4-FFF2-40B4-BE49-F238E27FC236}">
                <a16:creationId xmlns:a16="http://schemas.microsoft.com/office/drawing/2014/main" id="{E2B61436-202D-722A-A071-772E62BB2F40}"/>
              </a:ext>
            </a:extLst>
          </p:cNvPr>
          <p:cNvGrpSpPr/>
          <p:nvPr/>
        </p:nvGrpSpPr>
        <p:grpSpPr>
          <a:xfrm rot="5400000">
            <a:off x="6230537" y="3965896"/>
            <a:ext cx="1049303" cy="1448405"/>
            <a:chOff x="3655785" y="4094235"/>
            <a:chExt cx="1040189" cy="1303263"/>
          </a:xfrm>
        </p:grpSpPr>
        <p:cxnSp>
          <p:nvCxnSpPr>
            <p:cNvPr id="47" name="Straight Arrow Connector 46">
              <a:extLst>
                <a:ext uri="{FF2B5EF4-FFF2-40B4-BE49-F238E27FC236}">
                  <a16:creationId xmlns:a16="http://schemas.microsoft.com/office/drawing/2014/main" id="{F429761D-1EEF-92F7-275C-937BC5F32B94}"/>
                </a:ext>
              </a:extLst>
            </p:cNvPr>
            <p:cNvCxnSpPr>
              <a:cxnSpLocks/>
            </p:cNvCxnSpPr>
            <p:nvPr/>
          </p:nvCxnSpPr>
          <p:spPr>
            <a:xfrm flipH="1">
              <a:off x="3655785" y="4094237"/>
              <a:ext cx="6048" cy="1303261"/>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96814059-AB55-F211-8927-B3B95E4E068D}"/>
                </a:ext>
              </a:extLst>
            </p:cNvPr>
            <p:cNvCxnSpPr>
              <a:cxnSpLocks/>
            </p:cNvCxnSpPr>
            <p:nvPr/>
          </p:nvCxnSpPr>
          <p:spPr>
            <a:xfrm flipH="1">
              <a:off x="3846284" y="4094236"/>
              <a:ext cx="6048" cy="1303261"/>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D9B859E4-FD98-148F-89C8-0E80D4CEC271}"/>
                </a:ext>
              </a:extLst>
            </p:cNvPr>
            <p:cNvCxnSpPr>
              <a:cxnSpLocks/>
            </p:cNvCxnSpPr>
            <p:nvPr/>
          </p:nvCxnSpPr>
          <p:spPr>
            <a:xfrm flipH="1">
              <a:off x="4045856" y="4094236"/>
              <a:ext cx="6048" cy="1303261"/>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D628FD06-1A46-B9DC-DAF6-8AF591C24456}"/>
                </a:ext>
              </a:extLst>
            </p:cNvPr>
            <p:cNvCxnSpPr>
              <a:cxnSpLocks/>
            </p:cNvCxnSpPr>
            <p:nvPr/>
          </p:nvCxnSpPr>
          <p:spPr>
            <a:xfrm flipH="1">
              <a:off x="4481284" y="4094236"/>
              <a:ext cx="6048" cy="1303261"/>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E03A3043-88B4-ED52-032D-CE35DBAF73BD}"/>
                </a:ext>
              </a:extLst>
            </p:cNvPr>
            <p:cNvCxnSpPr>
              <a:cxnSpLocks/>
            </p:cNvCxnSpPr>
            <p:nvPr/>
          </p:nvCxnSpPr>
          <p:spPr>
            <a:xfrm flipH="1">
              <a:off x="4245427" y="4094237"/>
              <a:ext cx="6048" cy="1303261"/>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EACF4816-B9CC-AC8F-EC85-1BA8AA5C1081}"/>
                </a:ext>
              </a:extLst>
            </p:cNvPr>
            <p:cNvCxnSpPr>
              <a:cxnSpLocks/>
            </p:cNvCxnSpPr>
            <p:nvPr/>
          </p:nvCxnSpPr>
          <p:spPr>
            <a:xfrm flipH="1">
              <a:off x="4689926" y="4094235"/>
              <a:ext cx="6048" cy="1303261"/>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grpSp>
      <p:grpSp>
        <p:nvGrpSpPr>
          <p:cNvPr id="53" name="Group 52">
            <a:extLst>
              <a:ext uri="{FF2B5EF4-FFF2-40B4-BE49-F238E27FC236}">
                <a16:creationId xmlns:a16="http://schemas.microsoft.com/office/drawing/2014/main" id="{9A22F9F0-33DB-73BE-CD92-859277B724EF}"/>
              </a:ext>
            </a:extLst>
          </p:cNvPr>
          <p:cNvGrpSpPr/>
          <p:nvPr/>
        </p:nvGrpSpPr>
        <p:grpSpPr>
          <a:xfrm rot="5400000">
            <a:off x="6230537" y="4065681"/>
            <a:ext cx="1049303" cy="1448405"/>
            <a:chOff x="3655785" y="4094235"/>
            <a:chExt cx="1040189" cy="1303263"/>
          </a:xfrm>
        </p:grpSpPr>
        <p:cxnSp>
          <p:nvCxnSpPr>
            <p:cNvPr id="54" name="Straight Arrow Connector 53">
              <a:extLst>
                <a:ext uri="{FF2B5EF4-FFF2-40B4-BE49-F238E27FC236}">
                  <a16:creationId xmlns:a16="http://schemas.microsoft.com/office/drawing/2014/main" id="{F70939E0-5722-9136-F272-F098FD25EF20}"/>
                </a:ext>
              </a:extLst>
            </p:cNvPr>
            <p:cNvCxnSpPr>
              <a:cxnSpLocks/>
            </p:cNvCxnSpPr>
            <p:nvPr/>
          </p:nvCxnSpPr>
          <p:spPr>
            <a:xfrm flipH="1">
              <a:off x="3655785" y="4094237"/>
              <a:ext cx="6048" cy="1303261"/>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A8CD28D7-250A-A63D-A555-16444D3DB8BD}"/>
                </a:ext>
              </a:extLst>
            </p:cNvPr>
            <p:cNvCxnSpPr>
              <a:cxnSpLocks/>
            </p:cNvCxnSpPr>
            <p:nvPr/>
          </p:nvCxnSpPr>
          <p:spPr>
            <a:xfrm flipH="1">
              <a:off x="3846284" y="4094236"/>
              <a:ext cx="6048" cy="1303261"/>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BA4D28BB-F647-E7CC-C71B-086939920DAD}"/>
                </a:ext>
              </a:extLst>
            </p:cNvPr>
            <p:cNvCxnSpPr>
              <a:cxnSpLocks/>
            </p:cNvCxnSpPr>
            <p:nvPr/>
          </p:nvCxnSpPr>
          <p:spPr>
            <a:xfrm flipH="1">
              <a:off x="4045856" y="4094236"/>
              <a:ext cx="6048" cy="1303261"/>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7F15CBAF-6575-BD89-0A53-E6171C4C32FB}"/>
                </a:ext>
              </a:extLst>
            </p:cNvPr>
            <p:cNvCxnSpPr>
              <a:cxnSpLocks/>
            </p:cNvCxnSpPr>
            <p:nvPr/>
          </p:nvCxnSpPr>
          <p:spPr>
            <a:xfrm flipH="1">
              <a:off x="4481284" y="4094236"/>
              <a:ext cx="6048" cy="1303261"/>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6B419A86-11E6-75F9-4D9A-E5C41C36F93B}"/>
                </a:ext>
              </a:extLst>
            </p:cNvPr>
            <p:cNvCxnSpPr>
              <a:cxnSpLocks/>
            </p:cNvCxnSpPr>
            <p:nvPr/>
          </p:nvCxnSpPr>
          <p:spPr>
            <a:xfrm flipH="1">
              <a:off x="4245427" y="4094237"/>
              <a:ext cx="6048" cy="1303261"/>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658A30D2-3622-0841-3629-C14F64566D11}"/>
                </a:ext>
              </a:extLst>
            </p:cNvPr>
            <p:cNvCxnSpPr>
              <a:cxnSpLocks/>
            </p:cNvCxnSpPr>
            <p:nvPr/>
          </p:nvCxnSpPr>
          <p:spPr>
            <a:xfrm flipH="1">
              <a:off x="4689926" y="4094235"/>
              <a:ext cx="6048" cy="1303261"/>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grpSp>
      <p:grpSp>
        <p:nvGrpSpPr>
          <p:cNvPr id="60" name="Group 59">
            <a:extLst>
              <a:ext uri="{FF2B5EF4-FFF2-40B4-BE49-F238E27FC236}">
                <a16:creationId xmlns:a16="http://schemas.microsoft.com/office/drawing/2014/main" id="{D380E13C-B18D-D94A-4F97-366608ECF0F3}"/>
              </a:ext>
            </a:extLst>
          </p:cNvPr>
          <p:cNvGrpSpPr/>
          <p:nvPr/>
        </p:nvGrpSpPr>
        <p:grpSpPr>
          <a:xfrm>
            <a:off x="6099022" y="4169829"/>
            <a:ext cx="1040189" cy="1303263"/>
            <a:chOff x="1442357" y="3894664"/>
            <a:chExt cx="1040189" cy="1303263"/>
          </a:xfrm>
        </p:grpSpPr>
        <p:cxnSp>
          <p:nvCxnSpPr>
            <p:cNvPr id="61" name="Straight Arrow Connector 60">
              <a:extLst>
                <a:ext uri="{FF2B5EF4-FFF2-40B4-BE49-F238E27FC236}">
                  <a16:creationId xmlns:a16="http://schemas.microsoft.com/office/drawing/2014/main" id="{EDC9D483-D729-F05A-D821-1F1CCB61EE53}"/>
                </a:ext>
              </a:extLst>
            </p:cNvPr>
            <p:cNvCxnSpPr>
              <a:cxnSpLocks/>
            </p:cNvCxnSpPr>
            <p:nvPr/>
          </p:nvCxnSpPr>
          <p:spPr>
            <a:xfrm flipH="1">
              <a:off x="1442357" y="3894666"/>
              <a:ext cx="6048" cy="1303261"/>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69178217-9190-4D94-52A7-88A212BF0745}"/>
                </a:ext>
              </a:extLst>
            </p:cNvPr>
            <p:cNvCxnSpPr>
              <a:cxnSpLocks/>
            </p:cNvCxnSpPr>
            <p:nvPr/>
          </p:nvCxnSpPr>
          <p:spPr>
            <a:xfrm flipH="1">
              <a:off x="1632856" y="3894665"/>
              <a:ext cx="6048" cy="1303261"/>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DD2DAD2C-0149-F2D0-8408-770F024513E2}"/>
                </a:ext>
              </a:extLst>
            </p:cNvPr>
            <p:cNvCxnSpPr>
              <a:cxnSpLocks/>
            </p:cNvCxnSpPr>
            <p:nvPr/>
          </p:nvCxnSpPr>
          <p:spPr>
            <a:xfrm flipH="1">
              <a:off x="1832428" y="3894665"/>
              <a:ext cx="6048" cy="1303261"/>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5EB05B4F-90E7-AF66-E65C-B39FC6BC9866}"/>
                </a:ext>
              </a:extLst>
            </p:cNvPr>
            <p:cNvCxnSpPr>
              <a:cxnSpLocks/>
            </p:cNvCxnSpPr>
            <p:nvPr/>
          </p:nvCxnSpPr>
          <p:spPr>
            <a:xfrm flipH="1">
              <a:off x="2267856" y="3894665"/>
              <a:ext cx="6048" cy="1303261"/>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65" name="Straight Arrow Connector 64">
              <a:extLst>
                <a:ext uri="{FF2B5EF4-FFF2-40B4-BE49-F238E27FC236}">
                  <a16:creationId xmlns:a16="http://schemas.microsoft.com/office/drawing/2014/main" id="{BD8431EB-C38A-FFCD-DF3D-1A5C8967236E}"/>
                </a:ext>
              </a:extLst>
            </p:cNvPr>
            <p:cNvCxnSpPr>
              <a:cxnSpLocks/>
            </p:cNvCxnSpPr>
            <p:nvPr/>
          </p:nvCxnSpPr>
          <p:spPr>
            <a:xfrm flipH="1">
              <a:off x="2031999" y="3894666"/>
              <a:ext cx="6048" cy="1303261"/>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6C2457C1-CE29-FC04-18E6-9B81C89BB039}"/>
                </a:ext>
              </a:extLst>
            </p:cNvPr>
            <p:cNvCxnSpPr>
              <a:cxnSpLocks/>
            </p:cNvCxnSpPr>
            <p:nvPr/>
          </p:nvCxnSpPr>
          <p:spPr>
            <a:xfrm flipH="1">
              <a:off x="2476498" y="3894664"/>
              <a:ext cx="6048" cy="1303261"/>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grpSp>
      <p:cxnSp>
        <p:nvCxnSpPr>
          <p:cNvPr id="69" name="Straight Arrow Connector 68">
            <a:extLst>
              <a:ext uri="{FF2B5EF4-FFF2-40B4-BE49-F238E27FC236}">
                <a16:creationId xmlns:a16="http://schemas.microsoft.com/office/drawing/2014/main" id="{3C53979B-622B-AF64-55C2-D9BEA25693AC}"/>
              </a:ext>
            </a:extLst>
          </p:cNvPr>
          <p:cNvCxnSpPr>
            <a:cxnSpLocks/>
          </p:cNvCxnSpPr>
          <p:nvPr/>
        </p:nvCxnSpPr>
        <p:spPr>
          <a:xfrm flipV="1">
            <a:off x="7340867" y="4171482"/>
            <a:ext cx="13322" cy="1291594"/>
          </a:xfrm>
          <a:prstGeom prst="straightConnector1">
            <a:avLst/>
          </a:prstGeom>
          <a:ln w="28575">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sp>
        <p:nvSpPr>
          <p:cNvPr id="74" name="Arrow: Right 73">
            <a:extLst>
              <a:ext uri="{FF2B5EF4-FFF2-40B4-BE49-F238E27FC236}">
                <a16:creationId xmlns:a16="http://schemas.microsoft.com/office/drawing/2014/main" id="{6B0EF45F-4074-4A8E-C1F6-E5E30299C175}"/>
              </a:ext>
            </a:extLst>
          </p:cNvPr>
          <p:cNvSpPr/>
          <p:nvPr/>
        </p:nvSpPr>
        <p:spPr>
          <a:xfrm>
            <a:off x="4920964" y="4518878"/>
            <a:ext cx="782594" cy="380999"/>
          </a:xfrm>
          <a:prstGeom prst="rightArrow">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1">
            <a:extLst>
              <a:ext uri="{FF2B5EF4-FFF2-40B4-BE49-F238E27FC236}">
                <a16:creationId xmlns:a16="http://schemas.microsoft.com/office/drawing/2014/main" id="{0FE7062B-1165-BF0F-D34C-5632C29526D8}"/>
              </a:ext>
            </a:extLst>
          </p:cNvPr>
          <p:cNvPicPr>
            <a:picLocks noGrp="1" noChangeAspect="1"/>
          </p:cNvPicPr>
          <p:nvPr>
            <p:ph idx="1"/>
          </p:nvPr>
        </p:nvPicPr>
        <p:blipFill>
          <a:blip r:embed="rId8"/>
          <a:srcRect l="33011" t="-1201" r="31129" b="23356"/>
          <a:stretch/>
        </p:blipFill>
        <p:spPr>
          <a:xfrm>
            <a:off x="5802691" y="3803420"/>
            <a:ext cx="2016571" cy="1794948"/>
          </a:xfrm>
          <a:ln>
            <a:noFill/>
          </a:ln>
        </p:spPr>
      </p:pic>
      <p:pic>
        <p:nvPicPr>
          <p:cNvPr id="18" name="Content Placeholder 1">
            <a:extLst>
              <a:ext uri="{FF2B5EF4-FFF2-40B4-BE49-F238E27FC236}">
                <a16:creationId xmlns:a16="http://schemas.microsoft.com/office/drawing/2014/main" id="{A2302E28-040C-4068-5930-27003E46AD7E}"/>
              </a:ext>
            </a:extLst>
          </p:cNvPr>
          <p:cNvPicPr>
            <a:picLocks noChangeAspect="1"/>
          </p:cNvPicPr>
          <p:nvPr/>
        </p:nvPicPr>
        <p:blipFill>
          <a:blip r:embed="rId8"/>
          <a:srcRect l="-129" t="-1053" r="68923" b="24395"/>
          <a:stretch/>
        </p:blipFill>
        <p:spPr>
          <a:xfrm>
            <a:off x="2942167" y="3802139"/>
            <a:ext cx="1754869" cy="1767588"/>
          </a:xfrm>
          <a:prstGeom prst="rect">
            <a:avLst/>
          </a:prstGeom>
          <a:ln>
            <a:noFill/>
          </a:ln>
        </p:spPr>
      </p:pic>
      <p:sp>
        <p:nvSpPr>
          <p:cNvPr id="3" name="TextBox 2">
            <a:extLst>
              <a:ext uri="{FF2B5EF4-FFF2-40B4-BE49-F238E27FC236}">
                <a16:creationId xmlns:a16="http://schemas.microsoft.com/office/drawing/2014/main" id="{8D1CB336-3843-BCB3-B390-8C1F77D36B66}"/>
              </a:ext>
            </a:extLst>
          </p:cNvPr>
          <p:cNvSpPr txBox="1"/>
          <p:nvPr/>
        </p:nvSpPr>
        <p:spPr>
          <a:xfrm>
            <a:off x="-38876" y="6635469"/>
            <a:ext cx="6143946" cy="261610"/>
          </a:xfrm>
          <a:prstGeom prst="rect">
            <a:avLst/>
          </a:prstGeom>
          <a:noFill/>
        </p:spPr>
        <p:txBody>
          <a:bodyPr wrap="square">
            <a:spAutoFit/>
          </a:bodyPr>
          <a:lstStyle/>
          <a:p>
            <a:r>
              <a:rPr lang="en-US" sz="1050" dirty="0">
                <a:hlinkClick r:id="rId9"/>
              </a:rPr>
              <a:t>6G in the Upper Mid-Band: The Rise of Gigantic MIMO - YouTube</a:t>
            </a:r>
            <a:endParaRPr lang="en-US" sz="1050" dirty="0"/>
          </a:p>
        </p:txBody>
      </p:sp>
    </p:spTree>
    <p:extLst>
      <p:ext uri="{BB962C8B-B14F-4D97-AF65-F5344CB8AC3E}">
        <p14:creationId xmlns:p14="http://schemas.microsoft.com/office/powerpoint/2010/main" val="1378308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C19FB7-F939-C66C-97AD-5DCF78BDA9A4}"/>
              </a:ext>
            </a:extLst>
          </p:cNvPr>
          <p:cNvSpPr>
            <a:spLocks noGrp="1"/>
          </p:cNvSpPr>
          <p:nvPr>
            <p:ph idx="1"/>
          </p:nvPr>
        </p:nvSpPr>
        <p:spPr>
          <a:xfrm>
            <a:off x="838200" y="1825625"/>
            <a:ext cx="9003695" cy="1690386"/>
          </a:xfrm>
          <a:solidFill>
            <a:schemeClr val="accent5">
              <a:lumMod val="20000"/>
              <a:lumOff val="80000"/>
            </a:schemeClr>
          </a:solidFill>
        </p:spPr>
        <p:txBody>
          <a:bodyPr vert="horz" lIns="91440" tIns="45720" rIns="91440" bIns="45720" rtlCol="0" anchor="t">
            <a:normAutofit/>
          </a:bodyPr>
          <a:lstStyle/>
          <a:p>
            <a:r>
              <a:rPr lang="en-US" dirty="0">
                <a:ea typeface="+mn-lt"/>
                <a:cs typeface="+mn-lt"/>
              </a:rPr>
              <a:t>Just more links between the transmitter and receiver? </a:t>
            </a:r>
            <a:endParaRPr lang="en-US" dirty="0"/>
          </a:p>
          <a:p>
            <a:r>
              <a:rPr lang="en-US" dirty="0">
                <a:ea typeface="+mn-lt"/>
                <a:cs typeface="+mn-lt"/>
              </a:rPr>
              <a:t>Just a bigger channel matrix? </a:t>
            </a:r>
            <a:endParaRPr lang="en-US" dirty="0"/>
          </a:p>
          <a:p>
            <a:r>
              <a:rPr lang="en-US" dirty="0">
                <a:ea typeface="+mn-lt"/>
                <a:cs typeface="+mn-lt"/>
              </a:rPr>
              <a:t>Just more complexity? </a:t>
            </a:r>
            <a:endParaRPr lang="en-US" dirty="0"/>
          </a:p>
          <a:p>
            <a:endParaRPr lang="en-US" dirty="0"/>
          </a:p>
        </p:txBody>
      </p:sp>
      <p:sp>
        <p:nvSpPr>
          <p:cNvPr id="5" name="Rectangle 4">
            <a:extLst>
              <a:ext uri="{FF2B5EF4-FFF2-40B4-BE49-F238E27FC236}">
                <a16:creationId xmlns:a16="http://schemas.microsoft.com/office/drawing/2014/main" id="{0B99E642-E7D3-B231-4F8F-1F91BBE90028}"/>
              </a:ext>
            </a:extLst>
          </p:cNvPr>
          <p:cNvSpPr/>
          <p:nvPr/>
        </p:nvSpPr>
        <p:spPr>
          <a:xfrm>
            <a:off x="0" y="-3175"/>
            <a:ext cx="12192000" cy="1524039"/>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T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7CB8CC4F-10BA-9230-438F-6B150E9D0211}"/>
                  </a:ext>
                </a:extLst>
              </p14:cNvPr>
              <p14:cNvContentPartPr/>
              <p14:nvPr/>
            </p14:nvContentPartPr>
            <p14:xfrm>
              <a:off x="506301" y="525275"/>
              <a:ext cx="11183760" cy="360"/>
            </p14:xfrm>
          </p:contentPart>
        </mc:Choice>
        <mc:Fallback xmlns="">
          <p:pic>
            <p:nvPicPr>
              <p:cNvPr id="7" name="Ink 6">
                <a:extLst>
                  <a:ext uri="{FF2B5EF4-FFF2-40B4-BE49-F238E27FC236}">
                    <a16:creationId xmlns:a16="http://schemas.microsoft.com/office/drawing/2014/main" id="{7CB8CC4F-10BA-9230-438F-6B150E9D0211}"/>
                  </a:ext>
                </a:extLst>
              </p:cNvPr>
              <p:cNvPicPr/>
              <p:nvPr/>
            </p:nvPicPr>
            <p:blipFill>
              <a:blip r:embed="rId4"/>
              <a:stretch>
                <a:fillRect/>
              </a:stretch>
            </p:blipFill>
            <p:spPr>
              <a:xfrm>
                <a:off x="470302" y="489275"/>
                <a:ext cx="11255398" cy="72000"/>
              </a:xfrm>
              <a:prstGeom prst="rect">
                <a:avLst/>
              </a:prstGeom>
            </p:spPr>
          </p:pic>
        </mc:Fallback>
      </mc:AlternateContent>
      <p:sp>
        <p:nvSpPr>
          <p:cNvPr id="9" name="TextBox 8">
            <a:extLst>
              <a:ext uri="{FF2B5EF4-FFF2-40B4-BE49-F238E27FC236}">
                <a16:creationId xmlns:a16="http://schemas.microsoft.com/office/drawing/2014/main" id="{D20471DB-9FB5-200D-8C40-ED81ABC17926}"/>
              </a:ext>
            </a:extLst>
          </p:cNvPr>
          <p:cNvSpPr txBox="1"/>
          <p:nvPr/>
        </p:nvSpPr>
        <p:spPr>
          <a:xfrm>
            <a:off x="411237" y="1209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solidFill>
                  <a:schemeClr val="accent1"/>
                </a:solidFill>
                <a:latin typeface="Times New Roman"/>
                <a:cs typeface="Times New Roman"/>
              </a:rPr>
              <a:t>RIT</a:t>
            </a:r>
          </a:p>
        </p:txBody>
      </p:sp>
      <p:sp>
        <p:nvSpPr>
          <p:cNvPr id="8" name="Title 1">
            <a:extLst>
              <a:ext uri="{FF2B5EF4-FFF2-40B4-BE49-F238E27FC236}">
                <a16:creationId xmlns:a16="http://schemas.microsoft.com/office/drawing/2014/main" id="{C4F4E60F-2C04-B357-3E9E-6F63A562775D}"/>
              </a:ext>
            </a:extLst>
          </p:cNvPr>
          <p:cNvSpPr>
            <a:spLocks noGrp="1"/>
          </p:cNvSpPr>
          <p:nvPr/>
        </p:nvSpPr>
        <p:spPr>
          <a:xfrm>
            <a:off x="698306" y="476721"/>
            <a:ext cx="11084076" cy="134975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a:latin typeface="Times New Roman"/>
                <a:cs typeface="Times New Roman"/>
              </a:rPr>
              <a:t>What happen if we increase the number of the antennas?</a:t>
            </a:r>
          </a:p>
        </p:txBody>
      </p:sp>
    </p:spTree>
    <p:extLst>
      <p:ext uri="{BB962C8B-B14F-4D97-AF65-F5344CB8AC3E}">
        <p14:creationId xmlns:p14="http://schemas.microsoft.com/office/powerpoint/2010/main" val="31332926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C19FB7-F939-C66C-97AD-5DCF78BDA9A4}"/>
              </a:ext>
            </a:extLst>
          </p:cNvPr>
          <p:cNvSpPr>
            <a:spLocks noGrp="1"/>
          </p:cNvSpPr>
          <p:nvPr>
            <p:ph idx="1"/>
          </p:nvPr>
        </p:nvSpPr>
        <p:spPr>
          <a:xfrm>
            <a:off x="838200" y="1825625"/>
            <a:ext cx="9003695" cy="1690386"/>
          </a:xfrm>
          <a:solidFill>
            <a:schemeClr val="accent5">
              <a:lumMod val="20000"/>
              <a:lumOff val="80000"/>
            </a:schemeClr>
          </a:solidFill>
        </p:spPr>
        <p:txBody>
          <a:bodyPr vert="horz" lIns="91440" tIns="45720" rIns="91440" bIns="45720" rtlCol="0" anchor="t">
            <a:normAutofit/>
          </a:bodyPr>
          <a:lstStyle/>
          <a:p>
            <a:r>
              <a:rPr lang="en-US" dirty="0">
                <a:ea typeface="+mn-lt"/>
                <a:cs typeface="+mn-lt"/>
              </a:rPr>
              <a:t>Just more links between the transmitter and receiver? </a:t>
            </a:r>
            <a:endParaRPr lang="en-US" dirty="0"/>
          </a:p>
          <a:p>
            <a:r>
              <a:rPr lang="en-US" dirty="0">
                <a:ea typeface="+mn-lt"/>
                <a:cs typeface="+mn-lt"/>
              </a:rPr>
              <a:t>Just a bigger channel matrix? </a:t>
            </a:r>
            <a:endParaRPr lang="en-US" dirty="0"/>
          </a:p>
          <a:p>
            <a:r>
              <a:rPr lang="en-US" dirty="0">
                <a:ea typeface="+mn-lt"/>
                <a:cs typeface="+mn-lt"/>
              </a:rPr>
              <a:t>Just more complexity? </a:t>
            </a:r>
            <a:endParaRPr lang="en-US" dirty="0"/>
          </a:p>
          <a:p>
            <a:endParaRPr lang="en-US" dirty="0"/>
          </a:p>
        </p:txBody>
      </p:sp>
      <p:sp>
        <p:nvSpPr>
          <p:cNvPr id="5" name="Rectangle 4">
            <a:extLst>
              <a:ext uri="{FF2B5EF4-FFF2-40B4-BE49-F238E27FC236}">
                <a16:creationId xmlns:a16="http://schemas.microsoft.com/office/drawing/2014/main" id="{0B99E642-E7D3-B231-4F8F-1F91BBE90028}"/>
              </a:ext>
            </a:extLst>
          </p:cNvPr>
          <p:cNvSpPr/>
          <p:nvPr/>
        </p:nvSpPr>
        <p:spPr>
          <a:xfrm>
            <a:off x="0" y="-3175"/>
            <a:ext cx="12192000" cy="1524039"/>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T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7CB8CC4F-10BA-9230-438F-6B150E9D0211}"/>
                  </a:ext>
                </a:extLst>
              </p14:cNvPr>
              <p14:cNvContentPartPr/>
              <p14:nvPr/>
            </p14:nvContentPartPr>
            <p14:xfrm>
              <a:off x="506301" y="525275"/>
              <a:ext cx="11183760" cy="360"/>
            </p14:xfrm>
          </p:contentPart>
        </mc:Choice>
        <mc:Fallback xmlns="">
          <p:pic>
            <p:nvPicPr>
              <p:cNvPr id="7" name="Ink 6">
                <a:extLst>
                  <a:ext uri="{FF2B5EF4-FFF2-40B4-BE49-F238E27FC236}">
                    <a16:creationId xmlns:a16="http://schemas.microsoft.com/office/drawing/2014/main" id="{7CB8CC4F-10BA-9230-438F-6B150E9D0211}"/>
                  </a:ext>
                </a:extLst>
              </p:cNvPr>
              <p:cNvPicPr/>
              <p:nvPr/>
            </p:nvPicPr>
            <p:blipFill>
              <a:blip r:embed="rId4"/>
              <a:stretch>
                <a:fillRect/>
              </a:stretch>
            </p:blipFill>
            <p:spPr>
              <a:xfrm>
                <a:off x="470302" y="489275"/>
                <a:ext cx="11255398" cy="72000"/>
              </a:xfrm>
              <a:prstGeom prst="rect">
                <a:avLst/>
              </a:prstGeom>
            </p:spPr>
          </p:pic>
        </mc:Fallback>
      </mc:AlternateContent>
      <p:sp>
        <p:nvSpPr>
          <p:cNvPr id="9" name="TextBox 8">
            <a:extLst>
              <a:ext uri="{FF2B5EF4-FFF2-40B4-BE49-F238E27FC236}">
                <a16:creationId xmlns:a16="http://schemas.microsoft.com/office/drawing/2014/main" id="{D20471DB-9FB5-200D-8C40-ED81ABC17926}"/>
              </a:ext>
            </a:extLst>
          </p:cNvPr>
          <p:cNvSpPr txBox="1"/>
          <p:nvPr/>
        </p:nvSpPr>
        <p:spPr>
          <a:xfrm>
            <a:off x="411237" y="1209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solidFill>
                  <a:schemeClr val="accent1"/>
                </a:solidFill>
                <a:latin typeface="Times New Roman"/>
                <a:cs typeface="Times New Roman"/>
              </a:rPr>
              <a:t>RIT</a:t>
            </a:r>
          </a:p>
        </p:txBody>
      </p:sp>
      <p:sp>
        <p:nvSpPr>
          <p:cNvPr id="8" name="Title 1">
            <a:extLst>
              <a:ext uri="{FF2B5EF4-FFF2-40B4-BE49-F238E27FC236}">
                <a16:creationId xmlns:a16="http://schemas.microsoft.com/office/drawing/2014/main" id="{C4F4E60F-2C04-B357-3E9E-6F63A562775D}"/>
              </a:ext>
            </a:extLst>
          </p:cNvPr>
          <p:cNvSpPr>
            <a:spLocks noGrp="1"/>
          </p:cNvSpPr>
          <p:nvPr/>
        </p:nvSpPr>
        <p:spPr>
          <a:xfrm>
            <a:off x="698306" y="476721"/>
            <a:ext cx="11084076" cy="134975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a:latin typeface="Times New Roman"/>
                <a:cs typeface="Times New Roman"/>
              </a:rPr>
              <a:t>What happen if we increase the number of the antennas?</a:t>
            </a:r>
          </a:p>
        </p:txBody>
      </p:sp>
      <p:sp>
        <p:nvSpPr>
          <p:cNvPr id="6" name="Arrow: Up 5">
            <a:extLst>
              <a:ext uri="{FF2B5EF4-FFF2-40B4-BE49-F238E27FC236}">
                <a16:creationId xmlns:a16="http://schemas.microsoft.com/office/drawing/2014/main" id="{737D5226-FA8A-CB2C-922B-B9E19ABA739D}"/>
              </a:ext>
            </a:extLst>
          </p:cNvPr>
          <p:cNvSpPr/>
          <p:nvPr/>
        </p:nvSpPr>
        <p:spPr>
          <a:xfrm rot="5400000">
            <a:off x="7629218" y="4531872"/>
            <a:ext cx="525161" cy="947351"/>
          </a:xfrm>
          <a:prstGeom prst="up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589B657-BA9A-8B67-9E31-48200622AEA1}"/>
              </a:ext>
            </a:extLst>
          </p:cNvPr>
          <p:cNvSpPr txBox="1"/>
          <p:nvPr/>
        </p:nvSpPr>
        <p:spPr>
          <a:xfrm>
            <a:off x="8541590" y="4467138"/>
            <a:ext cx="3351906" cy="1077218"/>
          </a:xfrm>
          <a:prstGeom prst="rect">
            <a:avLst/>
          </a:prstGeom>
          <a:solidFill>
            <a:schemeClr val="accent6">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t>Nearfield Communication</a:t>
            </a:r>
          </a:p>
        </p:txBody>
      </p:sp>
      <p:pic>
        <p:nvPicPr>
          <p:cNvPr id="4" name="Picture 3">
            <a:extLst>
              <a:ext uri="{FF2B5EF4-FFF2-40B4-BE49-F238E27FC236}">
                <a16:creationId xmlns:a16="http://schemas.microsoft.com/office/drawing/2014/main" id="{8EA928DC-0D8C-5975-58C8-90D585A94B1C}"/>
              </a:ext>
            </a:extLst>
          </p:cNvPr>
          <p:cNvPicPr>
            <a:picLocks noChangeAspect="1"/>
          </p:cNvPicPr>
          <p:nvPr/>
        </p:nvPicPr>
        <p:blipFill>
          <a:blip r:embed="rId5"/>
          <a:stretch>
            <a:fillRect/>
          </a:stretch>
        </p:blipFill>
        <p:spPr>
          <a:xfrm>
            <a:off x="1034002" y="3704237"/>
            <a:ext cx="6155846" cy="2612546"/>
          </a:xfrm>
          <a:prstGeom prst="rect">
            <a:avLst/>
          </a:prstGeom>
          <a:ln>
            <a:noFill/>
          </a:ln>
        </p:spPr>
      </p:pic>
    </p:spTree>
    <p:extLst>
      <p:ext uri="{BB962C8B-B14F-4D97-AF65-F5344CB8AC3E}">
        <p14:creationId xmlns:p14="http://schemas.microsoft.com/office/powerpoint/2010/main" val="40844938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C19FB7-F939-C66C-97AD-5DCF78BDA9A4}"/>
              </a:ext>
            </a:extLst>
          </p:cNvPr>
          <p:cNvSpPr>
            <a:spLocks noGrp="1"/>
          </p:cNvSpPr>
          <p:nvPr>
            <p:ph idx="1"/>
          </p:nvPr>
        </p:nvSpPr>
        <p:spPr>
          <a:xfrm>
            <a:off x="838200" y="1798412"/>
            <a:ext cx="7150101" cy="613909"/>
          </a:xfrm>
        </p:spPr>
        <p:txBody>
          <a:bodyPr vert="horz" lIns="91440" tIns="45720" rIns="91440" bIns="45720" rtlCol="0" anchor="t">
            <a:normAutofit fontScale="92500"/>
          </a:bodyPr>
          <a:lstStyle/>
          <a:p>
            <a:r>
              <a:rPr lang="en-US" dirty="0"/>
              <a:t>Considering a simple SIMO channel with LOS</a:t>
            </a:r>
          </a:p>
        </p:txBody>
      </p:sp>
      <p:sp>
        <p:nvSpPr>
          <p:cNvPr id="5" name="Rectangle 4">
            <a:extLst>
              <a:ext uri="{FF2B5EF4-FFF2-40B4-BE49-F238E27FC236}">
                <a16:creationId xmlns:a16="http://schemas.microsoft.com/office/drawing/2014/main" id="{0B99E642-E7D3-B231-4F8F-1F91BBE90028}"/>
              </a:ext>
            </a:extLst>
          </p:cNvPr>
          <p:cNvSpPr/>
          <p:nvPr/>
        </p:nvSpPr>
        <p:spPr>
          <a:xfrm>
            <a:off x="0" y="-3175"/>
            <a:ext cx="12192000" cy="1524039"/>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T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7CB8CC4F-10BA-9230-438F-6B150E9D0211}"/>
                  </a:ext>
                </a:extLst>
              </p14:cNvPr>
              <p14:cNvContentPartPr/>
              <p14:nvPr/>
            </p14:nvContentPartPr>
            <p14:xfrm>
              <a:off x="506301" y="525275"/>
              <a:ext cx="11183760" cy="360"/>
            </p14:xfrm>
          </p:contentPart>
        </mc:Choice>
        <mc:Fallback xmlns="">
          <p:pic>
            <p:nvPicPr>
              <p:cNvPr id="7" name="Ink 6">
                <a:extLst>
                  <a:ext uri="{FF2B5EF4-FFF2-40B4-BE49-F238E27FC236}">
                    <a16:creationId xmlns:a16="http://schemas.microsoft.com/office/drawing/2014/main" id="{7CB8CC4F-10BA-9230-438F-6B150E9D0211}"/>
                  </a:ext>
                </a:extLst>
              </p:cNvPr>
              <p:cNvPicPr/>
              <p:nvPr/>
            </p:nvPicPr>
            <p:blipFill>
              <a:blip r:embed="rId4"/>
              <a:stretch>
                <a:fillRect/>
              </a:stretch>
            </p:blipFill>
            <p:spPr>
              <a:xfrm>
                <a:off x="470302" y="489275"/>
                <a:ext cx="11255398" cy="72000"/>
              </a:xfrm>
              <a:prstGeom prst="rect">
                <a:avLst/>
              </a:prstGeom>
            </p:spPr>
          </p:pic>
        </mc:Fallback>
      </mc:AlternateContent>
      <p:sp>
        <p:nvSpPr>
          <p:cNvPr id="9" name="TextBox 8">
            <a:extLst>
              <a:ext uri="{FF2B5EF4-FFF2-40B4-BE49-F238E27FC236}">
                <a16:creationId xmlns:a16="http://schemas.microsoft.com/office/drawing/2014/main" id="{D20471DB-9FB5-200D-8C40-ED81ABC17926}"/>
              </a:ext>
            </a:extLst>
          </p:cNvPr>
          <p:cNvSpPr txBox="1"/>
          <p:nvPr/>
        </p:nvSpPr>
        <p:spPr>
          <a:xfrm>
            <a:off x="411237" y="1209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solidFill>
                  <a:schemeClr val="accent1"/>
                </a:solidFill>
                <a:latin typeface="Times New Roman"/>
                <a:cs typeface="Times New Roman"/>
              </a:rPr>
              <a:t>RIT</a:t>
            </a:r>
          </a:p>
        </p:txBody>
      </p:sp>
      <p:sp>
        <p:nvSpPr>
          <p:cNvPr id="4" name="Title 1">
            <a:extLst>
              <a:ext uri="{FF2B5EF4-FFF2-40B4-BE49-F238E27FC236}">
                <a16:creationId xmlns:a16="http://schemas.microsoft.com/office/drawing/2014/main" id="{1754F53F-AB8C-E4E6-9815-409ABF4B1BBC}"/>
              </a:ext>
            </a:extLst>
          </p:cNvPr>
          <p:cNvSpPr>
            <a:spLocks noGrp="1"/>
          </p:cNvSpPr>
          <p:nvPr/>
        </p:nvSpPr>
        <p:spPr>
          <a:xfrm>
            <a:off x="698306" y="47672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a:latin typeface="Times New Roman"/>
                <a:cs typeface="Times New Roman"/>
              </a:rPr>
              <a:t>SIMO Channel Model</a:t>
            </a:r>
          </a:p>
        </p:txBody>
      </p:sp>
      <p:pic>
        <p:nvPicPr>
          <p:cNvPr id="14" name="Picture 13">
            <a:extLst>
              <a:ext uri="{FF2B5EF4-FFF2-40B4-BE49-F238E27FC236}">
                <a16:creationId xmlns:a16="http://schemas.microsoft.com/office/drawing/2014/main" id="{136D5A7F-409E-DFDA-69F2-A7650B8C714C}"/>
              </a:ext>
            </a:extLst>
          </p:cNvPr>
          <p:cNvPicPr>
            <a:picLocks noChangeAspect="1"/>
          </p:cNvPicPr>
          <p:nvPr/>
        </p:nvPicPr>
        <p:blipFill>
          <a:blip r:embed="rId5"/>
          <a:stretch>
            <a:fillRect/>
          </a:stretch>
        </p:blipFill>
        <p:spPr>
          <a:xfrm>
            <a:off x="951949" y="2316730"/>
            <a:ext cx="2743200" cy="809625"/>
          </a:xfrm>
          <a:prstGeom prst="rect">
            <a:avLst/>
          </a:prstGeom>
        </p:spPr>
      </p:pic>
      <p:pic>
        <p:nvPicPr>
          <p:cNvPr id="20" name="Picture 19">
            <a:extLst>
              <a:ext uri="{FF2B5EF4-FFF2-40B4-BE49-F238E27FC236}">
                <a16:creationId xmlns:a16="http://schemas.microsoft.com/office/drawing/2014/main" id="{3A0D85E5-9DBE-339A-07E7-159802BA54B7}"/>
              </a:ext>
            </a:extLst>
          </p:cNvPr>
          <p:cNvPicPr>
            <a:picLocks noChangeAspect="1"/>
          </p:cNvPicPr>
          <p:nvPr/>
        </p:nvPicPr>
        <p:blipFill>
          <a:blip r:embed="rId6"/>
          <a:stretch>
            <a:fillRect/>
          </a:stretch>
        </p:blipFill>
        <p:spPr>
          <a:xfrm>
            <a:off x="951949" y="3368194"/>
            <a:ext cx="4566211" cy="800707"/>
          </a:xfrm>
          <a:prstGeom prst="rect">
            <a:avLst/>
          </a:prstGeom>
        </p:spPr>
      </p:pic>
      <p:pic>
        <p:nvPicPr>
          <p:cNvPr id="16" name="Picture 15">
            <a:extLst>
              <a:ext uri="{FF2B5EF4-FFF2-40B4-BE49-F238E27FC236}">
                <a16:creationId xmlns:a16="http://schemas.microsoft.com/office/drawing/2014/main" id="{0EFF49A3-E75A-7EA5-BC46-A3A1388B62F4}"/>
              </a:ext>
            </a:extLst>
          </p:cNvPr>
          <p:cNvPicPr>
            <a:picLocks noChangeAspect="1"/>
          </p:cNvPicPr>
          <p:nvPr/>
        </p:nvPicPr>
        <p:blipFill>
          <a:blip r:embed="rId7"/>
          <a:stretch>
            <a:fillRect/>
          </a:stretch>
        </p:blipFill>
        <p:spPr>
          <a:xfrm>
            <a:off x="950686" y="4391257"/>
            <a:ext cx="6453413" cy="1318412"/>
          </a:xfrm>
          <a:prstGeom prst="rect">
            <a:avLst/>
          </a:prstGeom>
        </p:spPr>
      </p:pic>
      <p:pic>
        <p:nvPicPr>
          <p:cNvPr id="21" name="Picture 20" descr="A diagram of a line&#10;&#10;Description automatically generated">
            <a:extLst>
              <a:ext uri="{FF2B5EF4-FFF2-40B4-BE49-F238E27FC236}">
                <a16:creationId xmlns:a16="http://schemas.microsoft.com/office/drawing/2014/main" id="{E3805749-C5C4-D106-5B72-7A536FF5740D}"/>
              </a:ext>
            </a:extLst>
          </p:cNvPr>
          <p:cNvPicPr>
            <a:picLocks noChangeAspect="1"/>
          </p:cNvPicPr>
          <p:nvPr/>
        </p:nvPicPr>
        <p:blipFill>
          <a:blip r:embed="rId8"/>
          <a:stretch>
            <a:fillRect/>
          </a:stretch>
        </p:blipFill>
        <p:spPr>
          <a:xfrm rot="10800000">
            <a:off x="7444703" y="2225287"/>
            <a:ext cx="3860800" cy="4233334"/>
          </a:xfrm>
          <a:prstGeom prst="rect">
            <a:avLst/>
          </a:prstGeom>
          <a:ln>
            <a:noFill/>
          </a:ln>
        </p:spPr>
      </p:pic>
      <p:pic>
        <p:nvPicPr>
          <p:cNvPr id="22" name="Graphic 5" descr="Smart Phone with solid fill">
            <a:extLst>
              <a:ext uri="{FF2B5EF4-FFF2-40B4-BE49-F238E27FC236}">
                <a16:creationId xmlns:a16="http://schemas.microsoft.com/office/drawing/2014/main" id="{8EE619EC-CBC5-DE69-F1B2-76C8B8D4497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063335" y="1605625"/>
            <a:ext cx="633301" cy="620784"/>
          </a:xfrm>
          <a:prstGeom prst="rect">
            <a:avLst/>
          </a:prstGeom>
        </p:spPr>
      </p:pic>
      <p:sp>
        <p:nvSpPr>
          <p:cNvPr id="23" name="TextBox 18">
            <a:extLst>
              <a:ext uri="{FF2B5EF4-FFF2-40B4-BE49-F238E27FC236}">
                <a16:creationId xmlns:a16="http://schemas.microsoft.com/office/drawing/2014/main" id="{0C5AEFA8-9E85-5131-E5F7-65FE85452B8E}"/>
              </a:ext>
            </a:extLst>
          </p:cNvPr>
          <p:cNvSpPr txBox="1"/>
          <p:nvPr/>
        </p:nvSpPr>
        <p:spPr>
          <a:xfrm>
            <a:off x="9930601" y="3121313"/>
            <a:ext cx="2743199"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2800" b="1"/>
              <a:t>r</a:t>
            </a:r>
          </a:p>
        </p:txBody>
      </p:sp>
      <p:sp>
        <p:nvSpPr>
          <p:cNvPr id="28" name="TextBox 68">
            <a:extLst>
              <a:ext uri="{FF2B5EF4-FFF2-40B4-BE49-F238E27FC236}">
                <a16:creationId xmlns:a16="http://schemas.microsoft.com/office/drawing/2014/main" id="{02FCF6CF-19E5-2317-89DC-026B87A3F247}"/>
              </a:ext>
            </a:extLst>
          </p:cNvPr>
          <p:cNvSpPr txBox="1"/>
          <p:nvPr/>
        </p:nvSpPr>
        <p:spPr>
          <a:xfrm rot="16200000">
            <a:off x="6433691" y="4160141"/>
            <a:ext cx="2743200" cy="365760"/>
          </a:xfrm>
          <a:prstGeom prst="rect">
            <a:avLst/>
          </a:prstGeom>
          <a:noFill/>
          <a:ln>
            <a:no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a:solidFill>
                  <a:srgbClr val="45B0E1"/>
                </a:solidFill>
              </a:rPr>
              <a:t>Aperture Antenna D</a:t>
            </a:r>
          </a:p>
        </p:txBody>
      </p:sp>
      <p:pic>
        <p:nvPicPr>
          <p:cNvPr id="29" name="Picture 28">
            <a:extLst>
              <a:ext uri="{FF2B5EF4-FFF2-40B4-BE49-F238E27FC236}">
                <a16:creationId xmlns:a16="http://schemas.microsoft.com/office/drawing/2014/main" id="{DA9EABCD-BAF1-19AA-A1D8-F4384B050E94}"/>
              </a:ext>
            </a:extLst>
          </p:cNvPr>
          <p:cNvPicPr>
            <a:picLocks noChangeAspect="1"/>
          </p:cNvPicPr>
          <p:nvPr/>
        </p:nvPicPr>
        <p:blipFill>
          <a:blip r:embed="rId11"/>
          <a:stretch>
            <a:fillRect/>
          </a:stretch>
        </p:blipFill>
        <p:spPr>
          <a:xfrm>
            <a:off x="8764975" y="3215850"/>
            <a:ext cx="219075" cy="333375"/>
          </a:xfrm>
          <a:prstGeom prst="rect">
            <a:avLst/>
          </a:prstGeom>
        </p:spPr>
      </p:pic>
      <p:pic>
        <p:nvPicPr>
          <p:cNvPr id="31" name="Picture 30">
            <a:extLst>
              <a:ext uri="{FF2B5EF4-FFF2-40B4-BE49-F238E27FC236}">
                <a16:creationId xmlns:a16="http://schemas.microsoft.com/office/drawing/2014/main" id="{8FDE0C31-E754-1D30-CE0F-FF6CD27EE81F}"/>
              </a:ext>
            </a:extLst>
          </p:cNvPr>
          <p:cNvPicPr>
            <a:picLocks noChangeAspect="1"/>
          </p:cNvPicPr>
          <p:nvPr/>
        </p:nvPicPr>
        <p:blipFill>
          <a:blip r:embed="rId12"/>
          <a:stretch>
            <a:fillRect/>
          </a:stretch>
        </p:blipFill>
        <p:spPr>
          <a:xfrm>
            <a:off x="8987535" y="5942205"/>
            <a:ext cx="1353712" cy="316881"/>
          </a:xfrm>
          <a:prstGeom prst="rect">
            <a:avLst/>
          </a:prstGeom>
        </p:spPr>
      </p:pic>
      <p:sp>
        <p:nvSpPr>
          <p:cNvPr id="32" name="TextBox 16">
            <a:extLst>
              <a:ext uri="{FF2B5EF4-FFF2-40B4-BE49-F238E27FC236}">
                <a16:creationId xmlns:a16="http://schemas.microsoft.com/office/drawing/2014/main" id="{562F6B7D-E8F2-D730-3284-0021EA51A8B1}"/>
              </a:ext>
            </a:extLst>
          </p:cNvPr>
          <p:cNvSpPr txBox="1"/>
          <p:nvPr/>
        </p:nvSpPr>
        <p:spPr>
          <a:xfrm>
            <a:off x="8590906" y="4388435"/>
            <a:ext cx="2743199"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2800" b="1"/>
              <a:t>d</a:t>
            </a:r>
          </a:p>
        </p:txBody>
      </p:sp>
      <p:sp>
        <p:nvSpPr>
          <p:cNvPr id="6" name="Rectangle 5">
            <a:extLst>
              <a:ext uri="{FF2B5EF4-FFF2-40B4-BE49-F238E27FC236}">
                <a16:creationId xmlns:a16="http://schemas.microsoft.com/office/drawing/2014/main" id="{D8DD6947-44DB-A074-5B6A-E192A6F991F3}"/>
              </a:ext>
            </a:extLst>
          </p:cNvPr>
          <p:cNvSpPr/>
          <p:nvPr/>
        </p:nvSpPr>
        <p:spPr>
          <a:xfrm>
            <a:off x="1681238" y="4826000"/>
            <a:ext cx="278190" cy="49590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4DCF8C55-297F-A475-CCA5-0CD9C9F8AA66}"/>
              </a:ext>
            </a:extLst>
          </p:cNvPr>
          <p:cNvPicPr>
            <a:picLocks noChangeAspect="1"/>
          </p:cNvPicPr>
          <p:nvPr/>
        </p:nvPicPr>
        <p:blipFill>
          <a:blip r:embed="rId13">
            <a:extLst>
              <a:ext uri="{BEBA8EAE-BF5A-486C-A8C5-ECC9F3942E4B}">
                <a14:imgProps xmlns:a14="http://schemas.microsoft.com/office/drawing/2010/main">
                  <a14:imgLayer r:embed="rId14">
                    <a14:imgEffect>
                      <a14:saturation sat="0"/>
                    </a14:imgEffect>
                  </a14:imgLayer>
                </a14:imgProps>
              </a:ext>
            </a:extLst>
          </a:blip>
          <a:srcRect r="86344" b="-503"/>
          <a:stretch/>
        </p:blipFill>
        <p:spPr>
          <a:xfrm>
            <a:off x="1677661" y="4626920"/>
            <a:ext cx="374622" cy="813695"/>
          </a:xfrm>
          <a:prstGeom prst="rect">
            <a:avLst/>
          </a:prstGeom>
          <a:ln>
            <a:noFill/>
          </a:ln>
        </p:spPr>
      </p:pic>
      <mc:AlternateContent xmlns:mc="http://schemas.openxmlformats.org/markup-compatibility/2006" xmlns:p14="http://schemas.microsoft.com/office/powerpoint/2010/main">
        <mc:Choice Requires="p14">
          <p:contentPart p14:bwMode="auto" r:id="rId15">
            <p14:nvContentPartPr>
              <p14:cNvPr id="2" name="Ink 1">
                <a:extLst>
                  <a:ext uri="{FF2B5EF4-FFF2-40B4-BE49-F238E27FC236}">
                    <a16:creationId xmlns:a16="http://schemas.microsoft.com/office/drawing/2014/main" id="{2FD96014-0021-598B-9305-9F6B592A1E3D}"/>
                  </a:ext>
                </a:extLst>
              </p14:cNvPr>
              <p14:cNvContentPartPr/>
              <p14:nvPr/>
            </p14:nvContentPartPr>
            <p14:xfrm>
              <a:off x="3816902" y="3650425"/>
              <a:ext cx="360" cy="57960"/>
            </p14:xfrm>
          </p:contentPart>
        </mc:Choice>
        <mc:Fallback xmlns="">
          <p:pic>
            <p:nvPicPr>
              <p:cNvPr id="2" name="Ink 1">
                <a:extLst>
                  <a:ext uri="{FF2B5EF4-FFF2-40B4-BE49-F238E27FC236}">
                    <a16:creationId xmlns:a16="http://schemas.microsoft.com/office/drawing/2014/main" id="{2FD96014-0021-598B-9305-9F6B592A1E3D}"/>
                  </a:ext>
                </a:extLst>
              </p:cNvPr>
              <p:cNvPicPr/>
              <p:nvPr/>
            </p:nvPicPr>
            <p:blipFill>
              <a:blip r:embed="rId16"/>
              <a:stretch>
                <a:fillRect/>
              </a:stretch>
            </p:blipFill>
            <p:spPr>
              <a:xfrm>
                <a:off x="3810782" y="3644305"/>
                <a:ext cx="12600" cy="70200"/>
              </a:xfrm>
              <a:prstGeom prst="rect">
                <a:avLst/>
              </a:prstGeom>
            </p:spPr>
          </p:pic>
        </mc:Fallback>
      </mc:AlternateContent>
    </p:spTree>
    <p:extLst>
      <p:ext uri="{BB962C8B-B14F-4D97-AF65-F5344CB8AC3E}">
        <p14:creationId xmlns:p14="http://schemas.microsoft.com/office/powerpoint/2010/main" val="22087126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C19FB7-F939-C66C-97AD-5DCF78BDA9A4}"/>
              </a:ext>
            </a:extLst>
          </p:cNvPr>
          <p:cNvSpPr>
            <a:spLocks noGrp="1"/>
          </p:cNvSpPr>
          <p:nvPr>
            <p:ph idx="1"/>
          </p:nvPr>
        </p:nvSpPr>
        <p:spPr>
          <a:xfrm>
            <a:off x="838200" y="1798412"/>
            <a:ext cx="7150101" cy="613909"/>
          </a:xfrm>
        </p:spPr>
        <p:txBody>
          <a:bodyPr vert="horz" lIns="91440" tIns="45720" rIns="91440" bIns="45720" rtlCol="0" anchor="t">
            <a:normAutofit fontScale="92500"/>
          </a:bodyPr>
          <a:lstStyle/>
          <a:p>
            <a:r>
              <a:rPr lang="en-US" dirty="0"/>
              <a:t>Considering a simple SIMO channel with LOS</a:t>
            </a:r>
          </a:p>
        </p:txBody>
      </p:sp>
      <p:sp>
        <p:nvSpPr>
          <p:cNvPr id="5" name="Rectangle 4">
            <a:extLst>
              <a:ext uri="{FF2B5EF4-FFF2-40B4-BE49-F238E27FC236}">
                <a16:creationId xmlns:a16="http://schemas.microsoft.com/office/drawing/2014/main" id="{0B99E642-E7D3-B231-4F8F-1F91BBE90028}"/>
              </a:ext>
            </a:extLst>
          </p:cNvPr>
          <p:cNvSpPr/>
          <p:nvPr/>
        </p:nvSpPr>
        <p:spPr>
          <a:xfrm>
            <a:off x="0" y="-3175"/>
            <a:ext cx="12192000" cy="1524039"/>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T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7CB8CC4F-10BA-9230-438F-6B150E9D0211}"/>
                  </a:ext>
                </a:extLst>
              </p14:cNvPr>
              <p14:cNvContentPartPr/>
              <p14:nvPr/>
            </p14:nvContentPartPr>
            <p14:xfrm>
              <a:off x="506301" y="525275"/>
              <a:ext cx="11183760" cy="360"/>
            </p14:xfrm>
          </p:contentPart>
        </mc:Choice>
        <mc:Fallback xmlns="">
          <p:pic>
            <p:nvPicPr>
              <p:cNvPr id="7" name="Ink 6">
                <a:extLst>
                  <a:ext uri="{FF2B5EF4-FFF2-40B4-BE49-F238E27FC236}">
                    <a16:creationId xmlns:a16="http://schemas.microsoft.com/office/drawing/2014/main" id="{7CB8CC4F-10BA-9230-438F-6B150E9D0211}"/>
                  </a:ext>
                </a:extLst>
              </p:cNvPr>
              <p:cNvPicPr/>
              <p:nvPr/>
            </p:nvPicPr>
            <p:blipFill>
              <a:blip r:embed="rId4"/>
              <a:stretch>
                <a:fillRect/>
              </a:stretch>
            </p:blipFill>
            <p:spPr>
              <a:xfrm>
                <a:off x="470302" y="489275"/>
                <a:ext cx="11255398" cy="72000"/>
              </a:xfrm>
              <a:prstGeom prst="rect">
                <a:avLst/>
              </a:prstGeom>
            </p:spPr>
          </p:pic>
        </mc:Fallback>
      </mc:AlternateContent>
      <p:sp>
        <p:nvSpPr>
          <p:cNvPr id="9" name="TextBox 8">
            <a:extLst>
              <a:ext uri="{FF2B5EF4-FFF2-40B4-BE49-F238E27FC236}">
                <a16:creationId xmlns:a16="http://schemas.microsoft.com/office/drawing/2014/main" id="{D20471DB-9FB5-200D-8C40-ED81ABC17926}"/>
              </a:ext>
            </a:extLst>
          </p:cNvPr>
          <p:cNvSpPr txBox="1"/>
          <p:nvPr/>
        </p:nvSpPr>
        <p:spPr>
          <a:xfrm>
            <a:off x="411237" y="1209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solidFill>
                  <a:schemeClr val="accent1"/>
                </a:solidFill>
                <a:latin typeface="Times New Roman"/>
                <a:cs typeface="Times New Roman"/>
              </a:rPr>
              <a:t>RIT</a:t>
            </a:r>
          </a:p>
        </p:txBody>
      </p:sp>
      <p:sp>
        <p:nvSpPr>
          <p:cNvPr id="8" name="Title 1">
            <a:extLst>
              <a:ext uri="{FF2B5EF4-FFF2-40B4-BE49-F238E27FC236}">
                <a16:creationId xmlns:a16="http://schemas.microsoft.com/office/drawing/2014/main" id="{C4F4E60F-2C04-B357-3E9E-6F63A562775D}"/>
              </a:ext>
            </a:extLst>
          </p:cNvPr>
          <p:cNvSpPr>
            <a:spLocks noGrp="1"/>
          </p:cNvSpPr>
          <p:nvPr/>
        </p:nvSpPr>
        <p:spPr>
          <a:xfrm>
            <a:off x="698306" y="47672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latin typeface="Times New Roman"/>
                <a:cs typeface="Times New Roman"/>
              </a:rPr>
              <a:t>SIMO Channel Model in Near-field</a:t>
            </a:r>
          </a:p>
        </p:txBody>
      </p:sp>
      <p:pic>
        <p:nvPicPr>
          <p:cNvPr id="96" name="Graphic 5" descr="Smart Phone with solid fill">
            <a:extLst>
              <a:ext uri="{FF2B5EF4-FFF2-40B4-BE49-F238E27FC236}">
                <a16:creationId xmlns:a16="http://schemas.microsoft.com/office/drawing/2014/main" id="{FC3E9F49-CDA3-8FAC-388B-3E594CE7650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05681" y="2527152"/>
            <a:ext cx="633301" cy="620784"/>
          </a:xfrm>
          <a:prstGeom prst="rect">
            <a:avLst/>
          </a:prstGeom>
        </p:spPr>
      </p:pic>
      <p:pic>
        <p:nvPicPr>
          <p:cNvPr id="97" name="Picture 96">
            <a:extLst>
              <a:ext uri="{FF2B5EF4-FFF2-40B4-BE49-F238E27FC236}">
                <a16:creationId xmlns:a16="http://schemas.microsoft.com/office/drawing/2014/main" id="{6CC94A68-DD77-EB50-D737-6BCBF9237862}"/>
              </a:ext>
            </a:extLst>
          </p:cNvPr>
          <p:cNvPicPr>
            <a:picLocks noChangeAspect="1"/>
          </p:cNvPicPr>
          <p:nvPr/>
        </p:nvPicPr>
        <p:blipFill>
          <a:blip r:embed="rId7"/>
          <a:stretch>
            <a:fillRect/>
          </a:stretch>
        </p:blipFill>
        <p:spPr>
          <a:xfrm rot="10800000">
            <a:off x="7664891" y="2264498"/>
            <a:ext cx="1600200" cy="4313222"/>
          </a:xfrm>
          <a:prstGeom prst="rect">
            <a:avLst/>
          </a:prstGeom>
          <a:ln>
            <a:noFill/>
          </a:ln>
        </p:spPr>
      </p:pic>
      <p:cxnSp>
        <p:nvCxnSpPr>
          <p:cNvPr id="98" name="Straight Arrow Connector 97">
            <a:extLst>
              <a:ext uri="{FF2B5EF4-FFF2-40B4-BE49-F238E27FC236}">
                <a16:creationId xmlns:a16="http://schemas.microsoft.com/office/drawing/2014/main" id="{0D5FA608-9F00-8368-4529-B24ADA331A85}"/>
              </a:ext>
            </a:extLst>
          </p:cNvPr>
          <p:cNvCxnSpPr>
            <a:cxnSpLocks/>
          </p:cNvCxnSpPr>
          <p:nvPr/>
        </p:nvCxnSpPr>
        <p:spPr>
          <a:xfrm flipH="1">
            <a:off x="8737631" y="3172880"/>
            <a:ext cx="2270816" cy="1655983"/>
          </a:xfrm>
          <a:prstGeom prst="straightConnector1">
            <a:avLst/>
          </a:prstGeom>
          <a:ln w="28575">
            <a:headEnd type="triangle"/>
            <a:tailEnd type="triangle"/>
          </a:ln>
        </p:spPr>
        <p:style>
          <a:lnRef idx="3">
            <a:schemeClr val="accent5"/>
          </a:lnRef>
          <a:fillRef idx="0">
            <a:schemeClr val="accent5"/>
          </a:fillRef>
          <a:effectRef idx="2">
            <a:schemeClr val="accent5"/>
          </a:effectRef>
          <a:fontRef idx="minor">
            <a:schemeClr val="tx1"/>
          </a:fontRef>
        </p:style>
      </p:cxnSp>
      <p:cxnSp>
        <p:nvCxnSpPr>
          <p:cNvPr id="99" name="Straight Arrow Connector 98">
            <a:extLst>
              <a:ext uri="{FF2B5EF4-FFF2-40B4-BE49-F238E27FC236}">
                <a16:creationId xmlns:a16="http://schemas.microsoft.com/office/drawing/2014/main" id="{B39EEB7F-A198-E875-DAAC-6AD843C0CA7A}"/>
              </a:ext>
            </a:extLst>
          </p:cNvPr>
          <p:cNvCxnSpPr>
            <a:cxnSpLocks/>
          </p:cNvCxnSpPr>
          <p:nvPr/>
        </p:nvCxnSpPr>
        <p:spPr>
          <a:xfrm flipV="1">
            <a:off x="8728273" y="3153654"/>
            <a:ext cx="2290958" cy="750700"/>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00" name="Straight Arrow Connector 99">
            <a:extLst>
              <a:ext uri="{FF2B5EF4-FFF2-40B4-BE49-F238E27FC236}">
                <a16:creationId xmlns:a16="http://schemas.microsoft.com/office/drawing/2014/main" id="{6C50EDB7-22AA-0028-48B5-CF8105D4B7BF}"/>
              </a:ext>
            </a:extLst>
          </p:cNvPr>
          <p:cNvCxnSpPr>
            <a:cxnSpLocks/>
          </p:cNvCxnSpPr>
          <p:nvPr/>
        </p:nvCxnSpPr>
        <p:spPr>
          <a:xfrm>
            <a:off x="8728273" y="2553877"/>
            <a:ext cx="2200424" cy="554509"/>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101" name="Arc 100">
            <a:extLst>
              <a:ext uri="{FF2B5EF4-FFF2-40B4-BE49-F238E27FC236}">
                <a16:creationId xmlns:a16="http://schemas.microsoft.com/office/drawing/2014/main" id="{2137C856-6C48-17B3-5245-29010EABCFD5}"/>
              </a:ext>
            </a:extLst>
          </p:cNvPr>
          <p:cNvSpPr/>
          <p:nvPr/>
        </p:nvSpPr>
        <p:spPr>
          <a:xfrm rot="-660000">
            <a:off x="8357540" y="4020296"/>
            <a:ext cx="935277" cy="1003125"/>
          </a:xfrm>
          <a:prstGeom prst="arc">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102" name="Picture 101">
            <a:extLst>
              <a:ext uri="{FF2B5EF4-FFF2-40B4-BE49-F238E27FC236}">
                <a16:creationId xmlns:a16="http://schemas.microsoft.com/office/drawing/2014/main" id="{1A63F101-2F29-2A2E-2BAF-44FD310D5217}"/>
              </a:ext>
            </a:extLst>
          </p:cNvPr>
          <p:cNvPicPr>
            <a:picLocks noChangeAspect="1"/>
          </p:cNvPicPr>
          <p:nvPr/>
        </p:nvPicPr>
        <p:blipFill>
          <a:blip r:embed="rId8"/>
          <a:stretch>
            <a:fillRect/>
          </a:stretch>
        </p:blipFill>
        <p:spPr>
          <a:xfrm>
            <a:off x="9168797" y="3901566"/>
            <a:ext cx="209550" cy="323850"/>
          </a:xfrm>
          <a:prstGeom prst="rect">
            <a:avLst/>
          </a:prstGeom>
        </p:spPr>
      </p:pic>
      <p:sp>
        <p:nvSpPr>
          <p:cNvPr id="103" name="TextBox 102">
            <a:extLst>
              <a:ext uri="{FF2B5EF4-FFF2-40B4-BE49-F238E27FC236}">
                <a16:creationId xmlns:a16="http://schemas.microsoft.com/office/drawing/2014/main" id="{248624EB-1159-4055-EDCD-1259225EB954}"/>
              </a:ext>
            </a:extLst>
          </p:cNvPr>
          <p:cNvSpPr txBox="1"/>
          <p:nvPr/>
        </p:nvSpPr>
        <p:spPr>
          <a:xfrm>
            <a:off x="9567660" y="3998291"/>
            <a:ext cx="274319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b="1"/>
              <a:t>r</a:t>
            </a:r>
          </a:p>
        </p:txBody>
      </p:sp>
      <p:sp>
        <p:nvSpPr>
          <p:cNvPr id="104" name="TextBox 103">
            <a:extLst>
              <a:ext uri="{FF2B5EF4-FFF2-40B4-BE49-F238E27FC236}">
                <a16:creationId xmlns:a16="http://schemas.microsoft.com/office/drawing/2014/main" id="{3ED8190F-D75B-A8E7-1620-C8B80D327500}"/>
              </a:ext>
            </a:extLst>
          </p:cNvPr>
          <p:cNvSpPr txBox="1"/>
          <p:nvPr/>
        </p:nvSpPr>
        <p:spPr>
          <a:xfrm rot="16200000">
            <a:off x="6619631" y="4337887"/>
            <a:ext cx="2743200" cy="365760"/>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45B0E1"/>
                </a:solidFill>
              </a:rPr>
              <a:t>Aperture Antenna D</a:t>
            </a:r>
          </a:p>
        </p:txBody>
      </p:sp>
      <p:pic>
        <p:nvPicPr>
          <p:cNvPr id="105" name="Picture 104">
            <a:extLst>
              <a:ext uri="{FF2B5EF4-FFF2-40B4-BE49-F238E27FC236}">
                <a16:creationId xmlns:a16="http://schemas.microsoft.com/office/drawing/2014/main" id="{B8189D12-13F0-773A-9207-8DB226A7CFA4}"/>
              </a:ext>
            </a:extLst>
          </p:cNvPr>
          <p:cNvPicPr>
            <a:picLocks noChangeAspect="1"/>
          </p:cNvPicPr>
          <p:nvPr/>
        </p:nvPicPr>
        <p:blipFill>
          <a:blip r:embed="rId9"/>
          <a:stretch>
            <a:fillRect/>
          </a:stretch>
        </p:blipFill>
        <p:spPr>
          <a:xfrm>
            <a:off x="9570893" y="2838882"/>
            <a:ext cx="323850" cy="314325"/>
          </a:xfrm>
          <a:prstGeom prst="rect">
            <a:avLst/>
          </a:prstGeom>
        </p:spPr>
      </p:pic>
      <p:pic>
        <p:nvPicPr>
          <p:cNvPr id="106" name="Picture 105">
            <a:extLst>
              <a:ext uri="{FF2B5EF4-FFF2-40B4-BE49-F238E27FC236}">
                <a16:creationId xmlns:a16="http://schemas.microsoft.com/office/drawing/2014/main" id="{F4F1EBAF-C25C-116A-A95A-E9A393C97FFB}"/>
              </a:ext>
            </a:extLst>
          </p:cNvPr>
          <p:cNvPicPr>
            <a:picLocks noChangeAspect="1"/>
          </p:cNvPicPr>
          <p:nvPr/>
        </p:nvPicPr>
        <p:blipFill>
          <a:blip r:embed="rId10"/>
          <a:stretch>
            <a:fillRect/>
          </a:stretch>
        </p:blipFill>
        <p:spPr>
          <a:xfrm>
            <a:off x="10270273" y="2109090"/>
            <a:ext cx="1418064" cy="307356"/>
          </a:xfrm>
          <a:prstGeom prst="rect">
            <a:avLst/>
          </a:prstGeom>
        </p:spPr>
      </p:pic>
      <p:pic>
        <p:nvPicPr>
          <p:cNvPr id="108" name="Picture 107">
            <a:extLst>
              <a:ext uri="{FF2B5EF4-FFF2-40B4-BE49-F238E27FC236}">
                <a16:creationId xmlns:a16="http://schemas.microsoft.com/office/drawing/2014/main" id="{DEDED67B-CE73-22A4-382D-3CE17AA7397E}"/>
              </a:ext>
            </a:extLst>
          </p:cNvPr>
          <p:cNvPicPr>
            <a:picLocks noChangeAspect="1"/>
          </p:cNvPicPr>
          <p:nvPr/>
        </p:nvPicPr>
        <p:blipFill>
          <a:blip r:embed="rId11"/>
          <a:stretch>
            <a:fillRect/>
          </a:stretch>
        </p:blipFill>
        <p:spPr>
          <a:xfrm>
            <a:off x="1044876" y="2511876"/>
            <a:ext cx="2743200" cy="809625"/>
          </a:xfrm>
          <a:prstGeom prst="rect">
            <a:avLst/>
          </a:prstGeom>
        </p:spPr>
      </p:pic>
      <p:pic>
        <p:nvPicPr>
          <p:cNvPr id="4" name="Picture 3">
            <a:extLst>
              <a:ext uri="{FF2B5EF4-FFF2-40B4-BE49-F238E27FC236}">
                <a16:creationId xmlns:a16="http://schemas.microsoft.com/office/drawing/2014/main" id="{75B8E23C-CC98-DCAC-C356-635828B6D190}"/>
              </a:ext>
            </a:extLst>
          </p:cNvPr>
          <p:cNvPicPr>
            <a:picLocks noChangeAspect="1"/>
          </p:cNvPicPr>
          <p:nvPr/>
        </p:nvPicPr>
        <p:blipFill>
          <a:blip r:embed="rId12"/>
          <a:stretch>
            <a:fillRect/>
          </a:stretch>
        </p:blipFill>
        <p:spPr>
          <a:xfrm>
            <a:off x="1048430" y="3634468"/>
            <a:ext cx="2638425" cy="895350"/>
          </a:xfrm>
          <a:prstGeom prst="rect">
            <a:avLst/>
          </a:prstGeom>
        </p:spPr>
      </p:pic>
      <p:pic>
        <p:nvPicPr>
          <p:cNvPr id="6" name="Picture 5">
            <a:extLst>
              <a:ext uri="{FF2B5EF4-FFF2-40B4-BE49-F238E27FC236}">
                <a16:creationId xmlns:a16="http://schemas.microsoft.com/office/drawing/2014/main" id="{1383018E-4D1D-56D0-4112-D6B6683156CC}"/>
              </a:ext>
            </a:extLst>
          </p:cNvPr>
          <p:cNvPicPr>
            <a:picLocks noChangeAspect="1"/>
          </p:cNvPicPr>
          <p:nvPr/>
        </p:nvPicPr>
        <p:blipFill>
          <a:blip r:embed="rId13">
            <a:alphaModFix amt="0"/>
          </a:blip>
          <a:stretch>
            <a:fillRect/>
          </a:stretch>
        </p:blipFill>
        <p:spPr>
          <a:xfrm>
            <a:off x="3944258" y="2499732"/>
            <a:ext cx="3722909" cy="425252"/>
          </a:xfrm>
          <a:prstGeom prst="rect">
            <a:avLst/>
          </a:prstGeom>
        </p:spPr>
      </p:pic>
      <p:pic>
        <p:nvPicPr>
          <p:cNvPr id="10" name="Picture 9">
            <a:extLst>
              <a:ext uri="{FF2B5EF4-FFF2-40B4-BE49-F238E27FC236}">
                <a16:creationId xmlns:a16="http://schemas.microsoft.com/office/drawing/2014/main" id="{CE24F5E0-0233-3743-5F18-5EDDC3621311}"/>
              </a:ext>
            </a:extLst>
          </p:cNvPr>
          <p:cNvPicPr>
            <a:picLocks noChangeAspect="1"/>
          </p:cNvPicPr>
          <p:nvPr/>
        </p:nvPicPr>
        <p:blipFill>
          <a:blip r:embed="rId14"/>
          <a:stretch>
            <a:fillRect/>
          </a:stretch>
        </p:blipFill>
        <p:spPr>
          <a:xfrm>
            <a:off x="977900" y="4761690"/>
            <a:ext cx="3995056" cy="527763"/>
          </a:xfrm>
          <a:prstGeom prst="rect">
            <a:avLst/>
          </a:prstGeom>
        </p:spPr>
      </p:pic>
      <p:pic>
        <p:nvPicPr>
          <p:cNvPr id="11" name="Picture 10">
            <a:extLst>
              <a:ext uri="{FF2B5EF4-FFF2-40B4-BE49-F238E27FC236}">
                <a16:creationId xmlns:a16="http://schemas.microsoft.com/office/drawing/2014/main" id="{1B8B0EE0-275E-48E2-9FC9-0057B0A2FC7D}"/>
              </a:ext>
            </a:extLst>
          </p:cNvPr>
          <p:cNvPicPr>
            <a:picLocks noChangeAspect="1"/>
          </p:cNvPicPr>
          <p:nvPr/>
        </p:nvPicPr>
        <p:blipFill>
          <a:blip r:embed="rId15"/>
          <a:stretch>
            <a:fillRect/>
          </a:stretch>
        </p:blipFill>
        <p:spPr>
          <a:xfrm>
            <a:off x="977900" y="5557489"/>
            <a:ext cx="3995056" cy="859306"/>
          </a:xfrm>
          <a:prstGeom prst="rect">
            <a:avLst/>
          </a:prstGeom>
        </p:spPr>
      </p:pic>
      <p:sp>
        <p:nvSpPr>
          <p:cNvPr id="15" name="Content Placeholder 2">
            <a:extLst>
              <a:ext uri="{FF2B5EF4-FFF2-40B4-BE49-F238E27FC236}">
                <a16:creationId xmlns:a16="http://schemas.microsoft.com/office/drawing/2014/main" id="{47B4059E-55D9-0A0B-59BD-5BF8E28D1EA9}"/>
              </a:ext>
            </a:extLst>
          </p:cNvPr>
          <p:cNvSpPr txBox="1">
            <a:spLocks/>
          </p:cNvSpPr>
          <p:nvPr/>
        </p:nvSpPr>
        <p:spPr>
          <a:xfrm>
            <a:off x="5208815" y="5289098"/>
            <a:ext cx="2605315" cy="414338"/>
          </a:xfrm>
          <a:prstGeom prst="rect">
            <a:avLst/>
          </a:prstGeom>
          <a:solidFill>
            <a:schemeClr val="accent2">
              <a:lumMod val="20000"/>
              <a:lumOff val="80000"/>
            </a:schemeClr>
          </a:solidFill>
        </p:spPr>
        <p:txBody>
          <a:bodyPr vert="horz" lIns="91440" tIns="45720" rIns="91440" bIns="45720" rtlCol="0" anchor="t">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Taylor approximation </a:t>
            </a:r>
          </a:p>
        </p:txBody>
      </p:sp>
      <p:sp>
        <p:nvSpPr>
          <p:cNvPr id="2" name="TextBox 1">
            <a:extLst>
              <a:ext uri="{FF2B5EF4-FFF2-40B4-BE49-F238E27FC236}">
                <a16:creationId xmlns:a16="http://schemas.microsoft.com/office/drawing/2014/main" id="{129F3460-170E-300F-4F2A-E3661EDB4A20}"/>
              </a:ext>
            </a:extLst>
          </p:cNvPr>
          <p:cNvSpPr txBox="1"/>
          <p:nvPr/>
        </p:nvSpPr>
        <p:spPr>
          <a:xfrm>
            <a:off x="19352" y="6587067"/>
            <a:ext cx="9903580"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t>Wang Z, Mu X, Liu Y. Near-field integrated sensing and communications. IEEE Communications Letters. 2023 May 25;27(8):2048-52.</a:t>
            </a:r>
          </a:p>
        </p:txBody>
      </p:sp>
    </p:spTree>
    <p:extLst>
      <p:ext uri="{BB962C8B-B14F-4D97-AF65-F5344CB8AC3E}">
        <p14:creationId xmlns:p14="http://schemas.microsoft.com/office/powerpoint/2010/main" val="3494798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B99E642-E7D3-B231-4F8F-1F91BBE90028}"/>
              </a:ext>
            </a:extLst>
          </p:cNvPr>
          <p:cNvSpPr/>
          <p:nvPr/>
        </p:nvSpPr>
        <p:spPr>
          <a:xfrm>
            <a:off x="0" y="-3175"/>
            <a:ext cx="12192000" cy="1524039"/>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T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7CB8CC4F-10BA-9230-438F-6B150E9D0211}"/>
                  </a:ext>
                </a:extLst>
              </p14:cNvPr>
              <p14:cNvContentPartPr/>
              <p14:nvPr/>
            </p14:nvContentPartPr>
            <p14:xfrm>
              <a:off x="506301" y="525275"/>
              <a:ext cx="11183760" cy="360"/>
            </p14:xfrm>
          </p:contentPart>
        </mc:Choice>
        <mc:Fallback xmlns="">
          <p:pic>
            <p:nvPicPr>
              <p:cNvPr id="7" name="Ink 6">
                <a:extLst>
                  <a:ext uri="{FF2B5EF4-FFF2-40B4-BE49-F238E27FC236}">
                    <a16:creationId xmlns:a16="http://schemas.microsoft.com/office/drawing/2014/main" id="{7CB8CC4F-10BA-9230-438F-6B150E9D0211}"/>
                  </a:ext>
                </a:extLst>
              </p:cNvPr>
              <p:cNvPicPr/>
              <p:nvPr/>
            </p:nvPicPr>
            <p:blipFill>
              <a:blip r:embed="rId4"/>
              <a:stretch>
                <a:fillRect/>
              </a:stretch>
            </p:blipFill>
            <p:spPr>
              <a:xfrm>
                <a:off x="470302" y="489275"/>
                <a:ext cx="11255398" cy="72000"/>
              </a:xfrm>
              <a:prstGeom prst="rect">
                <a:avLst/>
              </a:prstGeom>
            </p:spPr>
          </p:pic>
        </mc:Fallback>
      </mc:AlternateContent>
      <p:sp>
        <p:nvSpPr>
          <p:cNvPr id="9" name="TextBox 8">
            <a:extLst>
              <a:ext uri="{FF2B5EF4-FFF2-40B4-BE49-F238E27FC236}">
                <a16:creationId xmlns:a16="http://schemas.microsoft.com/office/drawing/2014/main" id="{D20471DB-9FB5-200D-8C40-ED81ABC17926}"/>
              </a:ext>
            </a:extLst>
          </p:cNvPr>
          <p:cNvSpPr txBox="1"/>
          <p:nvPr/>
        </p:nvSpPr>
        <p:spPr>
          <a:xfrm>
            <a:off x="411237" y="1209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solidFill>
                  <a:schemeClr val="accent1"/>
                </a:solidFill>
                <a:latin typeface="Times New Roman"/>
                <a:cs typeface="Times New Roman"/>
              </a:rPr>
              <a:t>RIT</a:t>
            </a:r>
          </a:p>
        </p:txBody>
      </p:sp>
      <p:pic>
        <p:nvPicPr>
          <p:cNvPr id="17" name="Picture 16">
            <a:extLst>
              <a:ext uri="{FF2B5EF4-FFF2-40B4-BE49-F238E27FC236}">
                <a16:creationId xmlns:a16="http://schemas.microsoft.com/office/drawing/2014/main" id="{9DEB2419-A4F2-A2A5-1C9B-F7CFD51BE359}"/>
              </a:ext>
            </a:extLst>
          </p:cNvPr>
          <p:cNvPicPr>
            <a:picLocks noChangeAspect="1"/>
          </p:cNvPicPr>
          <p:nvPr/>
        </p:nvPicPr>
        <p:blipFill>
          <a:blip r:embed="rId5"/>
          <a:stretch>
            <a:fillRect/>
          </a:stretch>
        </p:blipFill>
        <p:spPr>
          <a:xfrm>
            <a:off x="1368193" y="1710318"/>
            <a:ext cx="3995056" cy="859306"/>
          </a:xfrm>
          <a:prstGeom prst="rect">
            <a:avLst/>
          </a:prstGeom>
        </p:spPr>
      </p:pic>
      <p:pic>
        <p:nvPicPr>
          <p:cNvPr id="19" name="Picture 18">
            <a:extLst>
              <a:ext uri="{FF2B5EF4-FFF2-40B4-BE49-F238E27FC236}">
                <a16:creationId xmlns:a16="http://schemas.microsoft.com/office/drawing/2014/main" id="{9513284A-DB94-F663-606A-AD51F428DE41}"/>
              </a:ext>
            </a:extLst>
          </p:cNvPr>
          <p:cNvPicPr>
            <a:picLocks noChangeAspect="1"/>
          </p:cNvPicPr>
          <p:nvPr/>
        </p:nvPicPr>
        <p:blipFill>
          <a:blip r:embed="rId6"/>
          <a:stretch>
            <a:fillRect/>
          </a:stretch>
        </p:blipFill>
        <p:spPr>
          <a:xfrm>
            <a:off x="1369743" y="2982866"/>
            <a:ext cx="4304369" cy="752879"/>
          </a:xfrm>
          <a:prstGeom prst="rect">
            <a:avLst/>
          </a:prstGeom>
          <a:ln w="57150">
            <a:solidFill>
              <a:schemeClr val="accent5">
                <a:lumMod val="20000"/>
                <a:lumOff val="80000"/>
              </a:schemeClr>
            </a:solidFill>
          </a:ln>
        </p:spPr>
      </p:pic>
      <p:pic>
        <p:nvPicPr>
          <p:cNvPr id="25" name="Graphic 5" descr="Smart Phone with solid fill">
            <a:extLst>
              <a:ext uri="{FF2B5EF4-FFF2-40B4-BE49-F238E27FC236}">
                <a16:creationId xmlns:a16="http://schemas.microsoft.com/office/drawing/2014/main" id="{BADD65D8-5490-CA48-2F25-C56FAD775A8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805681" y="2527152"/>
            <a:ext cx="633301" cy="620784"/>
          </a:xfrm>
          <a:prstGeom prst="rect">
            <a:avLst/>
          </a:prstGeom>
        </p:spPr>
      </p:pic>
      <p:pic>
        <p:nvPicPr>
          <p:cNvPr id="29" name="Picture 28">
            <a:extLst>
              <a:ext uri="{FF2B5EF4-FFF2-40B4-BE49-F238E27FC236}">
                <a16:creationId xmlns:a16="http://schemas.microsoft.com/office/drawing/2014/main" id="{4EC1F55C-D31D-9B0A-3D46-8B4D8CF677B3}"/>
              </a:ext>
            </a:extLst>
          </p:cNvPr>
          <p:cNvPicPr>
            <a:picLocks noChangeAspect="1"/>
          </p:cNvPicPr>
          <p:nvPr/>
        </p:nvPicPr>
        <p:blipFill>
          <a:blip r:embed="rId9"/>
          <a:stretch>
            <a:fillRect/>
          </a:stretch>
        </p:blipFill>
        <p:spPr>
          <a:xfrm rot="10800000">
            <a:off x="7569641" y="2264498"/>
            <a:ext cx="1600200" cy="4313222"/>
          </a:xfrm>
          <a:prstGeom prst="rect">
            <a:avLst/>
          </a:prstGeom>
          <a:ln>
            <a:noFill/>
          </a:ln>
        </p:spPr>
      </p:pic>
      <p:cxnSp>
        <p:nvCxnSpPr>
          <p:cNvPr id="33" name="Straight Arrow Connector 32">
            <a:extLst>
              <a:ext uri="{FF2B5EF4-FFF2-40B4-BE49-F238E27FC236}">
                <a16:creationId xmlns:a16="http://schemas.microsoft.com/office/drawing/2014/main" id="{94EE2E5F-8A6C-C3E2-EEA3-F360E424B0B6}"/>
              </a:ext>
            </a:extLst>
          </p:cNvPr>
          <p:cNvCxnSpPr>
            <a:cxnSpLocks/>
          </p:cNvCxnSpPr>
          <p:nvPr/>
        </p:nvCxnSpPr>
        <p:spPr>
          <a:xfrm flipH="1">
            <a:off x="8737631" y="3172880"/>
            <a:ext cx="2270816" cy="1655983"/>
          </a:xfrm>
          <a:prstGeom prst="straightConnector1">
            <a:avLst/>
          </a:prstGeom>
          <a:ln w="28575">
            <a:headEnd type="triangle"/>
            <a:tailEnd type="triangle"/>
          </a:ln>
        </p:spPr>
        <p:style>
          <a:lnRef idx="3">
            <a:schemeClr val="accent5"/>
          </a:lnRef>
          <a:fillRef idx="0">
            <a:schemeClr val="accent5"/>
          </a:fillRef>
          <a:effectRef idx="2">
            <a:schemeClr val="accent5"/>
          </a:effectRef>
          <a:fontRef idx="minor">
            <a:schemeClr val="tx1"/>
          </a:fontRef>
        </p:style>
      </p:cxnSp>
      <p:cxnSp>
        <p:nvCxnSpPr>
          <p:cNvPr id="37" name="Straight Arrow Connector 36">
            <a:extLst>
              <a:ext uri="{FF2B5EF4-FFF2-40B4-BE49-F238E27FC236}">
                <a16:creationId xmlns:a16="http://schemas.microsoft.com/office/drawing/2014/main" id="{EFE32E5A-A2B0-3983-CA18-DFB1CB2833E1}"/>
              </a:ext>
            </a:extLst>
          </p:cNvPr>
          <p:cNvCxnSpPr>
            <a:cxnSpLocks/>
          </p:cNvCxnSpPr>
          <p:nvPr/>
        </p:nvCxnSpPr>
        <p:spPr>
          <a:xfrm flipV="1">
            <a:off x="8728273" y="3153654"/>
            <a:ext cx="2290958" cy="750700"/>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708EC56A-D923-16B3-2C6B-86C3EE8CE010}"/>
              </a:ext>
            </a:extLst>
          </p:cNvPr>
          <p:cNvCxnSpPr>
            <a:cxnSpLocks/>
          </p:cNvCxnSpPr>
          <p:nvPr/>
        </p:nvCxnSpPr>
        <p:spPr>
          <a:xfrm>
            <a:off x="8728273" y="2553877"/>
            <a:ext cx="2200424" cy="554509"/>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45" name="Arc 44">
            <a:extLst>
              <a:ext uri="{FF2B5EF4-FFF2-40B4-BE49-F238E27FC236}">
                <a16:creationId xmlns:a16="http://schemas.microsoft.com/office/drawing/2014/main" id="{76FF3B67-1C30-277A-8960-3B9AF2F3136A}"/>
              </a:ext>
            </a:extLst>
          </p:cNvPr>
          <p:cNvSpPr/>
          <p:nvPr/>
        </p:nvSpPr>
        <p:spPr>
          <a:xfrm rot="20940000">
            <a:off x="8357540" y="4020296"/>
            <a:ext cx="935277" cy="1003125"/>
          </a:xfrm>
          <a:prstGeom prst="arc">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49" name="Picture 48">
            <a:extLst>
              <a:ext uri="{FF2B5EF4-FFF2-40B4-BE49-F238E27FC236}">
                <a16:creationId xmlns:a16="http://schemas.microsoft.com/office/drawing/2014/main" id="{2FE31071-7542-958C-A7F7-BC4A3FDBF20C}"/>
              </a:ext>
            </a:extLst>
          </p:cNvPr>
          <p:cNvPicPr>
            <a:picLocks noChangeAspect="1"/>
          </p:cNvPicPr>
          <p:nvPr/>
        </p:nvPicPr>
        <p:blipFill>
          <a:blip r:embed="rId10"/>
          <a:stretch>
            <a:fillRect/>
          </a:stretch>
        </p:blipFill>
        <p:spPr>
          <a:xfrm>
            <a:off x="9168797" y="3901566"/>
            <a:ext cx="209550" cy="323850"/>
          </a:xfrm>
          <a:prstGeom prst="rect">
            <a:avLst/>
          </a:prstGeom>
        </p:spPr>
      </p:pic>
      <p:sp>
        <p:nvSpPr>
          <p:cNvPr id="53" name="TextBox 52">
            <a:extLst>
              <a:ext uri="{FF2B5EF4-FFF2-40B4-BE49-F238E27FC236}">
                <a16:creationId xmlns:a16="http://schemas.microsoft.com/office/drawing/2014/main" id="{DED66C85-CF0B-A549-722A-13ED6024EE58}"/>
              </a:ext>
            </a:extLst>
          </p:cNvPr>
          <p:cNvSpPr txBox="1"/>
          <p:nvPr/>
        </p:nvSpPr>
        <p:spPr>
          <a:xfrm>
            <a:off x="9567660" y="3998291"/>
            <a:ext cx="274319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b="1"/>
              <a:t>r</a:t>
            </a:r>
          </a:p>
        </p:txBody>
      </p:sp>
      <p:sp>
        <p:nvSpPr>
          <p:cNvPr id="57" name="TextBox 56">
            <a:extLst>
              <a:ext uri="{FF2B5EF4-FFF2-40B4-BE49-F238E27FC236}">
                <a16:creationId xmlns:a16="http://schemas.microsoft.com/office/drawing/2014/main" id="{4F048F61-EA71-49FE-3712-A574B85F91EF}"/>
              </a:ext>
            </a:extLst>
          </p:cNvPr>
          <p:cNvSpPr txBox="1"/>
          <p:nvPr/>
        </p:nvSpPr>
        <p:spPr>
          <a:xfrm rot="16200000">
            <a:off x="6619631" y="4337887"/>
            <a:ext cx="2743200" cy="365760"/>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45B0E1"/>
                </a:solidFill>
              </a:rPr>
              <a:t>Aperture Antenna D</a:t>
            </a:r>
          </a:p>
        </p:txBody>
      </p:sp>
      <p:pic>
        <p:nvPicPr>
          <p:cNvPr id="60" name="Picture 59">
            <a:extLst>
              <a:ext uri="{FF2B5EF4-FFF2-40B4-BE49-F238E27FC236}">
                <a16:creationId xmlns:a16="http://schemas.microsoft.com/office/drawing/2014/main" id="{A9E88C29-61D9-A91F-7177-AC21557B96EF}"/>
              </a:ext>
            </a:extLst>
          </p:cNvPr>
          <p:cNvPicPr>
            <a:picLocks noChangeAspect="1"/>
          </p:cNvPicPr>
          <p:nvPr/>
        </p:nvPicPr>
        <p:blipFill>
          <a:blip r:embed="rId11"/>
          <a:stretch>
            <a:fillRect/>
          </a:stretch>
        </p:blipFill>
        <p:spPr>
          <a:xfrm>
            <a:off x="9570893" y="2838882"/>
            <a:ext cx="323850" cy="314325"/>
          </a:xfrm>
          <a:prstGeom prst="rect">
            <a:avLst/>
          </a:prstGeom>
        </p:spPr>
      </p:pic>
      <p:pic>
        <p:nvPicPr>
          <p:cNvPr id="62" name="Picture 61">
            <a:extLst>
              <a:ext uri="{FF2B5EF4-FFF2-40B4-BE49-F238E27FC236}">
                <a16:creationId xmlns:a16="http://schemas.microsoft.com/office/drawing/2014/main" id="{4BFE0D78-5002-35FA-F9CB-C19421C90AD3}"/>
              </a:ext>
            </a:extLst>
          </p:cNvPr>
          <p:cNvPicPr>
            <a:picLocks noChangeAspect="1"/>
          </p:cNvPicPr>
          <p:nvPr/>
        </p:nvPicPr>
        <p:blipFill>
          <a:blip r:embed="rId12"/>
          <a:stretch>
            <a:fillRect/>
          </a:stretch>
        </p:blipFill>
        <p:spPr>
          <a:xfrm>
            <a:off x="10270273" y="2109090"/>
            <a:ext cx="1418064" cy="307356"/>
          </a:xfrm>
          <a:prstGeom prst="rect">
            <a:avLst/>
          </a:prstGeom>
        </p:spPr>
      </p:pic>
      <p:pic>
        <p:nvPicPr>
          <p:cNvPr id="64" name="Picture 63">
            <a:extLst>
              <a:ext uri="{FF2B5EF4-FFF2-40B4-BE49-F238E27FC236}">
                <a16:creationId xmlns:a16="http://schemas.microsoft.com/office/drawing/2014/main" id="{0C75720B-A1BF-B8CF-B3DF-3A1D844FB51E}"/>
              </a:ext>
            </a:extLst>
          </p:cNvPr>
          <p:cNvPicPr>
            <a:picLocks noChangeAspect="1"/>
          </p:cNvPicPr>
          <p:nvPr/>
        </p:nvPicPr>
        <p:blipFill>
          <a:blip r:embed="rId13"/>
          <a:stretch>
            <a:fillRect/>
          </a:stretch>
        </p:blipFill>
        <p:spPr>
          <a:xfrm>
            <a:off x="1601942" y="4283229"/>
            <a:ext cx="1609725" cy="819150"/>
          </a:xfrm>
          <a:prstGeom prst="rect">
            <a:avLst/>
          </a:prstGeom>
        </p:spPr>
      </p:pic>
      <p:sp>
        <p:nvSpPr>
          <p:cNvPr id="66" name="TextBox 65">
            <a:extLst>
              <a:ext uri="{FF2B5EF4-FFF2-40B4-BE49-F238E27FC236}">
                <a16:creationId xmlns:a16="http://schemas.microsoft.com/office/drawing/2014/main" id="{979AC4BA-5599-DBED-FA53-8E9DD3113A7B}"/>
              </a:ext>
            </a:extLst>
          </p:cNvPr>
          <p:cNvSpPr txBox="1"/>
          <p:nvPr/>
        </p:nvSpPr>
        <p:spPr>
          <a:xfrm>
            <a:off x="1366023" y="5380464"/>
            <a:ext cx="4899102" cy="830997"/>
          </a:xfrm>
          <a:prstGeom prst="rect">
            <a:avLst/>
          </a:prstGeom>
          <a:solidFill>
            <a:schemeClr val="accent2">
              <a:lumMod val="20000"/>
              <a:lumOff val="80000"/>
            </a:schemeClr>
          </a:solidFill>
          <a:ln>
            <a:solidFill>
              <a:schemeClr val="accent5">
                <a:lumMod val="20000"/>
                <a:lumOff val="8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For the enough large </a:t>
            </a:r>
            <a:r>
              <a:rPr lang="en-US" sz="2400" b="1"/>
              <a:t>r </a:t>
            </a:r>
            <a:r>
              <a:rPr lang="en-US" sz="2400"/>
              <a:t>(far-field) equal to </a:t>
            </a:r>
            <a:r>
              <a:rPr lang="en-US" sz="2400" b="1"/>
              <a:t>0</a:t>
            </a:r>
          </a:p>
        </p:txBody>
      </p:sp>
      <p:sp>
        <p:nvSpPr>
          <p:cNvPr id="69" name="Title 1">
            <a:extLst>
              <a:ext uri="{FF2B5EF4-FFF2-40B4-BE49-F238E27FC236}">
                <a16:creationId xmlns:a16="http://schemas.microsoft.com/office/drawing/2014/main" id="{A2725E85-82F1-EE31-C131-760648A48A4A}"/>
              </a:ext>
            </a:extLst>
          </p:cNvPr>
          <p:cNvSpPr>
            <a:spLocks noGrp="1"/>
          </p:cNvSpPr>
          <p:nvPr/>
        </p:nvSpPr>
        <p:spPr>
          <a:xfrm>
            <a:off x="698306" y="47672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latin typeface="Times New Roman"/>
                <a:cs typeface="Times New Roman"/>
              </a:rPr>
              <a:t>SIMO Channel Model in Near-field</a:t>
            </a:r>
          </a:p>
        </p:txBody>
      </p:sp>
    </p:spTree>
    <p:extLst>
      <p:ext uri="{BB962C8B-B14F-4D97-AF65-F5344CB8AC3E}">
        <p14:creationId xmlns:p14="http://schemas.microsoft.com/office/powerpoint/2010/main" val="21453358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B99E642-E7D3-B231-4F8F-1F91BBE90028}"/>
              </a:ext>
            </a:extLst>
          </p:cNvPr>
          <p:cNvSpPr/>
          <p:nvPr/>
        </p:nvSpPr>
        <p:spPr>
          <a:xfrm>
            <a:off x="0" y="-3175"/>
            <a:ext cx="12192000" cy="1524039"/>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T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7CB8CC4F-10BA-9230-438F-6B150E9D0211}"/>
                  </a:ext>
                </a:extLst>
              </p14:cNvPr>
              <p14:cNvContentPartPr/>
              <p14:nvPr/>
            </p14:nvContentPartPr>
            <p14:xfrm>
              <a:off x="506301" y="525275"/>
              <a:ext cx="11183760" cy="360"/>
            </p14:xfrm>
          </p:contentPart>
        </mc:Choice>
        <mc:Fallback xmlns="">
          <p:pic>
            <p:nvPicPr>
              <p:cNvPr id="7" name="Ink 6">
                <a:extLst>
                  <a:ext uri="{FF2B5EF4-FFF2-40B4-BE49-F238E27FC236}">
                    <a16:creationId xmlns:a16="http://schemas.microsoft.com/office/drawing/2014/main" id="{7CB8CC4F-10BA-9230-438F-6B150E9D0211}"/>
                  </a:ext>
                </a:extLst>
              </p:cNvPr>
              <p:cNvPicPr/>
              <p:nvPr/>
            </p:nvPicPr>
            <p:blipFill>
              <a:blip r:embed="rId4"/>
              <a:stretch>
                <a:fillRect/>
              </a:stretch>
            </p:blipFill>
            <p:spPr>
              <a:xfrm>
                <a:off x="470302" y="489275"/>
                <a:ext cx="11255398" cy="72000"/>
              </a:xfrm>
              <a:prstGeom prst="rect">
                <a:avLst/>
              </a:prstGeom>
            </p:spPr>
          </p:pic>
        </mc:Fallback>
      </mc:AlternateContent>
      <p:sp>
        <p:nvSpPr>
          <p:cNvPr id="9" name="TextBox 8">
            <a:extLst>
              <a:ext uri="{FF2B5EF4-FFF2-40B4-BE49-F238E27FC236}">
                <a16:creationId xmlns:a16="http://schemas.microsoft.com/office/drawing/2014/main" id="{D20471DB-9FB5-200D-8C40-ED81ABC17926}"/>
              </a:ext>
            </a:extLst>
          </p:cNvPr>
          <p:cNvSpPr txBox="1"/>
          <p:nvPr/>
        </p:nvSpPr>
        <p:spPr>
          <a:xfrm>
            <a:off x="411237" y="1209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solidFill>
                  <a:schemeClr val="accent1"/>
                </a:solidFill>
                <a:latin typeface="Times New Roman"/>
                <a:cs typeface="Times New Roman"/>
              </a:rPr>
              <a:t>RIT</a:t>
            </a:r>
          </a:p>
        </p:txBody>
      </p:sp>
      <p:pic>
        <p:nvPicPr>
          <p:cNvPr id="17" name="Picture 16">
            <a:extLst>
              <a:ext uri="{FF2B5EF4-FFF2-40B4-BE49-F238E27FC236}">
                <a16:creationId xmlns:a16="http://schemas.microsoft.com/office/drawing/2014/main" id="{9DEB2419-A4F2-A2A5-1C9B-F7CFD51BE359}"/>
              </a:ext>
            </a:extLst>
          </p:cNvPr>
          <p:cNvPicPr>
            <a:picLocks noChangeAspect="1"/>
          </p:cNvPicPr>
          <p:nvPr/>
        </p:nvPicPr>
        <p:blipFill>
          <a:blip r:embed="rId5"/>
          <a:stretch>
            <a:fillRect/>
          </a:stretch>
        </p:blipFill>
        <p:spPr>
          <a:xfrm>
            <a:off x="1368193" y="1710318"/>
            <a:ext cx="3995056" cy="859306"/>
          </a:xfrm>
          <a:prstGeom prst="rect">
            <a:avLst/>
          </a:prstGeom>
        </p:spPr>
      </p:pic>
      <p:pic>
        <p:nvPicPr>
          <p:cNvPr id="19" name="Picture 18">
            <a:extLst>
              <a:ext uri="{FF2B5EF4-FFF2-40B4-BE49-F238E27FC236}">
                <a16:creationId xmlns:a16="http://schemas.microsoft.com/office/drawing/2014/main" id="{9513284A-DB94-F663-606A-AD51F428DE41}"/>
              </a:ext>
            </a:extLst>
          </p:cNvPr>
          <p:cNvPicPr>
            <a:picLocks noChangeAspect="1"/>
          </p:cNvPicPr>
          <p:nvPr/>
        </p:nvPicPr>
        <p:blipFill>
          <a:blip r:embed="rId6"/>
          <a:stretch>
            <a:fillRect/>
          </a:stretch>
        </p:blipFill>
        <p:spPr>
          <a:xfrm>
            <a:off x="1369743" y="2982866"/>
            <a:ext cx="4304369" cy="752879"/>
          </a:xfrm>
          <a:prstGeom prst="rect">
            <a:avLst/>
          </a:prstGeom>
          <a:ln w="57150">
            <a:solidFill>
              <a:schemeClr val="accent5">
                <a:lumMod val="20000"/>
                <a:lumOff val="80000"/>
              </a:schemeClr>
            </a:solidFill>
          </a:ln>
        </p:spPr>
      </p:pic>
      <p:pic>
        <p:nvPicPr>
          <p:cNvPr id="25" name="Graphic 5" descr="Smart Phone with solid fill">
            <a:extLst>
              <a:ext uri="{FF2B5EF4-FFF2-40B4-BE49-F238E27FC236}">
                <a16:creationId xmlns:a16="http://schemas.microsoft.com/office/drawing/2014/main" id="{BADD65D8-5490-CA48-2F25-C56FAD775A8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805681" y="2527152"/>
            <a:ext cx="633301" cy="620784"/>
          </a:xfrm>
          <a:prstGeom prst="rect">
            <a:avLst/>
          </a:prstGeom>
        </p:spPr>
      </p:pic>
      <p:pic>
        <p:nvPicPr>
          <p:cNvPr id="29" name="Picture 28">
            <a:extLst>
              <a:ext uri="{FF2B5EF4-FFF2-40B4-BE49-F238E27FC236}">
                <a16:creationId xmlns:a16="http://schemas.microsoft.com/office/drawing/2014/main" id="{4EC1F55C-D31D-9B0A-3D46-8B4D8CF677B3}"/>
              </a:ext>
            </a:extLst>
          </p:cNvPr>
          <p:cNvPicPr>
            <a:picLocks noChangeAspect="1"/>
          </p:cNvPicPr>
          <p:nvPr/>
        </p:nvPicPr>
        <p:blipFill>
          <a:blip r:embed="rId9"/>
          <a:stretch>
            <a:fillRect/>
          </a:stretch>
        </p:blipFill>
        <p:spPr>
          <a:xfrm rot="10800000">
            <a:off x="7664891" y="2264498"/>
            <a:ext cx="1600200" cy="4313222"/>
          </a:xfrm>
          <a:prstGeom prst="rect">
            <a:avLst/>
          </a:prstGeom>
          <a:ln>
            <a:noFill/>
          </a:ln>
        </p:spPr>
      </p:pic>
      <p:cxnSp>
        <p:nvCxnSpPr>
          <p:cNvPr id="33" name="Straight Arrow Connector 32">
            <a:extLst>
              <a:ext uri="{FF2B5EF4-FFF2-40B4-BE49-F238E27FC236}">
                <a16:creationId xmlns:a16="http://schemas.microsoft.com/office/drawing/2014/main" id="{94EE2E5F-8A6C-C3E2-EEA3-F360E424B0B6}"/>
              </a:ext>
            </a:extLst>
          </p:cNvPr>
          <p:cNvCxnSpPr>
            <a:cxnSpLocks/>
          </p:cNvCxnSpPr>
          <p:nvPr/>
        </p:nvCxnSpPr>
        <p:spPr>
          <a:xfrm flipH="1">
            <a:off x="8737631" y="3172880"/>
            <a:ext cx="2270816" cy="1655983"/>
          </a:xfrm>
          <a:prstGeom prst="straightConnector1">
            <a:avLst/>
          </a:prstGeom>
          <a:ln w="28575">
            <a:headEnd type="triangle"/>
            <a:tailEnd type="triangle"/>
          </a:ln>
        </p:spPr>
        <p:style>
          <a:lnRef idx="3">
            <a:schemeClr val="accent5"/>
          </a:lnRef>
          <a:fillRef idx="0">
            <a:schemeClr val="accent5"/>
          </a:fillRef>
          <a:effectRef idx="2">
            <a:schemeClr val="accent5"/>
          </a:effectRef>
          <a:fontRef idx="minor">
            <a:schemeClr val="tx1"/>
          </a:fontRef>
        </p:style>
      </p:cxnSp>
      <p:cxnSp>
        <p:nvCxnSpPr>
          <p:cNvPr id="37" name="Straight Arrow Connector 36">
            <a:extLst>
              <a:ext uri="{FF2B5EF4-FFF2-40B4-BE49-F238E27FC236}">
                <a16:creationId xmlns:a16="http://schemas.microsoft.com/office/drawing/2014/main" id="{EFE32E5A-A2B0-3983-CA18-DFB1CB2833E1}"/>
              </a:ext>
            </a:extLst>
          </p:cNvPr>
          <p:cNvCxnSpPr>
            <a:cxnSpLocks/>
          </p:cNvCxnSpPr>
          <p:nvPr/>
        </p:nvCxnSpPr>
        <p:spPr>
          <a:xfrm flipV="1">
            <a:off x="8728273" y="3153654"/>
            <a:ext cx="2290958" cy="750700"/>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708EC56A-D923-16B3-2C6B-86C3EE8CE010}"/>
              </a:ext>
            </a:extLst>
          </p:cNvPr>
          <p:cNvCxnSpPr>
            <a:cxnSpLocks/>
          </p:cNvCxnSpPr>
          <p:nvPr/>
        </p:nvCxnSpPr>
        <p:spPr>
          <a:xfrm>
            <a:off x="8728273" y="2553877"/>
            <a:ext cx="2200424" cy="554509"/>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45" name="Arc 44">
            <a:extLst>
              <a:ext uri="{FF2B5EF4-FFF2-40B4-BE49-F238E27FC236}">
                <a16:creationId xmlns:a16="http://schemas.microsoft.com/office/drawing/2014/main" id="{76FF3B67-1C30-277A-8960-3B9AF2F3136A}"/>
              </a:ext>
            </a:extLst>
          </p:cNvPr>
          <p:cNvSpPr/>
          <p:nvPr/>
        </p:nvSpPr>
        <p:spPr>
          <a:xfrm rot="20940000">
            <a:off x="8357540" y="4020296"/>
            <a:ext cx="935277" cy="1003125"/>
          </a:xfrm>
          <a:prstGeom prst="arc">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49" name="Picture 48">
            <a:extLst>
              <a:ext uri="{FF2B5EF4-FFF2-40B4-BE49-F238E27FC236}">
                <a16:creationId xmlns:a16="http://schemas.microsoft.com/office/drawing/2014/main" id="{2FE31071-7542-958C-A7F7-BC4A3FDBF20C}"/>
              </a:ext>
            </a:extLst>
          </p:cNvPr>
          <p:cNvPicPr>
            <a:picLocks noChangeAspect="1"/>
          </p:cNvPicPr>
          <p:nvPr/>
        </p:nvPicPr>
        <p:blipFill>
          <a:blip r:embed="rId10"/>
          <a:stretch>
            <a:fillRect/>
          </a:stretch>
        </p:blipFill>
        <p:spPr>
          <a:xfrm>
            <a:off x="9168797" y="3901566"/>
            <a:ext cx="209550" cy="323850"/>
          </a:xfrm>
          <a:prstGeom prst="rect">
            <a:avLst/>
          </a:prstGeom>
        </p:spPr>
      </p:pic>
      <p:sp>
        <p:nvSpPr>
          <p:cNvPr id="53" name="TextBox 52">
            <a:extLst>
              <a:ext uri="{FF2B5EF4-FFF2-40B4-BE49-F238E27FC236}">
                <a16:creationId xmlns:a16="http://schemas.microsoft.com/office/drawing/2014/main" id="{DED66C85-CF0B-A549-722A-13ED6024EE58}"/>
              </a:ext>
            </a:extLst>
          </p:cNvPr>
          <p:cNvSpPr txBox="1"/>
          <p:nvPr/>
        </p:nvSpPr>
        <p:spPr>
          <a:xfrm>
            <a:off x="9567660" y="3998291"/>
            <a:ext cx="274319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b="1"/>
              <a:t>r</a:t>
            </a:r>
          </a:p>
        </p:txBody>
      </p:sp>
      <p:sp>
        <p:nvSpPr>
          <p:cNvPr id="57" name="TextBox 56">
            <a:extLst>
              <a:ext uri="{FF2B5EF4-FFF2-40B4-BE49-F238E27FC236}">
                <a16:creationId xmlns:a16="http://schemas.microsoft.com/office/drawing/2014/main" id="{4F048F61-EA71-49FE-3712-A574B85F91EF}"/>
              </a:ext>
            </a:extLst>
          </p:cNvPr>
          <p:cNvSpPr txBox="1"/>
          <p:nvPr/>
        </p:nvSpPr>
        <p:spPr>
          <a:xfrm rot="16200000">
            <a:off x="6619631" y="4337887"/>
            <a:ext cx="2743200" cy="365760"/>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45B0E1"/>
                </a:solidFill>
              </a:rPr>
              <a:t>Aperture Antenna D</a:t>
            </a:r>
          </a:p>
        </p:txBody>
      </p:sp>
      <p:pic>
        <p:nvPicPr>
          <p:cNvPr id="60" name="Picture 59">
            <a:extLst>
              <a:ext uri="{FF2B5EF4-FFF2-40B4-BE49-F238E27FC236}">
                <a16:creationId xmlns:a16="http://schemas.microsoft.com/office/drawing/2014/main" id="{A9E88C29-61D9-A91F-7177-AC21557B96EF}"/>
              </a:ext>
            </a:extLst>
          </p:cNvPr>
          <p:cNvPicPr>
            <a:picLocks noChangeAspect="1"/>
          </p:cNvPicPr>
          <p:nvPr/>
        </p:nvPicPr>
        <p:blipFill>
          <a:blip r:embed="rId11"/>
          <a:stretch>
            <a:fillRect/>
          </a:stretch>
        </p:blipFill>
        <p:spPr>
          <a:xfrm>
            <a:off x="9570893" y="2838882"/>
            <a:ext cx="323850" cy="314325"/>
          </a:xfrm>
          <a:prstGeom prst="rect">
            <a:avLst/>
          </a:prstGeom>
        </p:spPr>
      </p:pic>
      <p:pic>
        <p:nvPicPr>
          <p:cNvPr id="62" name="Picture 61">
            <a:extLst>
              <a:ext uri="{FF2B5EF4-FFF2-40B4-BE49-F238E27FC236}">
                <a16:creationId xmlns:a16="http://schemas.microsoft.com/office/drawing/2014/main" id="{4BFE0D78-5002-35FA-F9CB-C19421C90AD3}"/>
              </a:ext>
            </a:extLst>
          </p:cNvPr>
          <p:cNvPicPr>
            <a:picLocks noChangeAspect="1"/>
          </p:cNvPicPr>
          <p:nvPr/>
        </p:nvPicPr>
        <p:blipFill>
          <a:blip r:embed="rId12"/>
          <a:stretch>
            <a:fillRect/>
          </a:stretch>
        </p:blipFill>
        <p:spPr>
          <a:xfrm>
            <a:off x="10270273" y="2109090"/>
            <a:ext cx="1418064" cy="307356"/>
          </a:xfrm>
          <a:prstGeom prst="rect">
            <a:avLst/>
          </a:prstGeom>
        </p:spPr>
      </p:pic>
      <p:pic>
        <p:nvPicPr>
          <p:cNvPr id="64" name="Picture 63">
            <a:extLst>
              <a:ext uri="{FF2B5EF4-FFF2-40B4-BE49-F238E27FC236}">
                <a16:creationId xmlns:a16="http://schemas.microsoft.com/office/drawing/2014/main" id="{0C75720B-A1BF-B8CF-B3DF-3A1D844FB51E}"/>
              </a:ext>
            </a:extLst>
          </p:cNvPr>
          <p:cNvPicPr>
            <a:picLocks noChangeAspect="1"/>
          </p:cNvPicPr>
          <p:nvPr/>
        </p:nvPicPr>
        <p:blipFill>
          <a:blip r:embed="rId13"/>
          <a:stretch>
            <a:fillRect/>
          </a:stretch>
        </p:blipFill>
        <p:spPr>
          <a:xfrm>
            <a:off x="1601942" y="4283229"/>
            <a:ext cx="1609725" cy="819150"/>
          </a:xfrm>
          <a:prstGeom prst="rect">
            <a:avLst/>
          </a:prstGeom>
        </p:spPr>
      </p:pic>
      <p:sp>
        <p:nvSpPr>
          <p:cNvPr id="66" name="TextBox 65">
            <a:extLst>
              <a:ext uri="{FF2B5EF4-FFF2-40B4-BE49-F238E27FC236}">
                <a16:creationId xmlns:a16="http://schemas.microsoft.com/office/drawing/2014/main" id="{979AC4BA-5599-DBED-FA53-8E9DD3113A7B}"/>
              </a:ext>
            </a:extLst>
          </p:cNvPr>
          <p:cNvSpPr txBox="1"/>
          <p:nvPr/>
        </p:nvSpPr>
        <p:spPr>
          <a:xfrm>
            <a:off x="1077950" y="5352586"/>
            <a:ext cx="4899102" cy="830997"/>
          </a:xfrm>
          <a:prstGeom prst="rect">
            <a:avLst/>
          </a:prstGeom>
          <a:solidFill>
            <a:schemeClr val="accent2">
              <a:lumMod val="20000"/>
              <a:lumOff val="80000"/>
            </a:schemeClr>
          </a:solidFill>
          <a:ln>
            <a:solidFill>
              <a:schemeClr val="accent5">
                <a:lumMod val="20000"/>
                <a:lumOff val="8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For the enough large </a:t>
            </a:r>
            <a:r>
              <a:rPr lang="en-US" sz="2400" b="1"/>
              <a:t>r </a:t>
            </a:r>
            <a:r>
              <a:rPr lang="en-US" sz="2400"/>
              <a:t>(far-field) equal to </a:t>
            </a:r>
            <a:r>
              <a:rPr lang="en-US" sz="2400" b="1"/>
              <a:t>0</a:t>
            </a:r>
          </a:p>
        </p:txBody>
      </p:sp>
      <p:sp>
        <p:nvSpPr>
          <p:cNvPr id="2" name="TextBox 1">
            <a:extLst>
              <a:ext uri="{FF2B5EF4-FFF2-40B4-BE49-F238E27FC236}">
                <a16:creationId xmlns:a16="http://schemas.microsoft.com/office/drawing/2014/main" id="{B1FF517D-9C16-B162-895E-64429970FBBC}"/>
              </a:ext>
            </a:extLst>
          </p:cNvPr>
          <p:cNvSpPr txBox="1"/>
          <p:nvPr/>
        </p:nvSpPr>
        <p:spPr>
          <a:xfrm>
            <a:off x="3521925" y="5947317"/>
            <a:ext cx="3040566" cy="461665"/>
          </a:xfrm>
          <a:prstGeom prst="rect">
            <a:avLst/>
          </a:prstGeom>
          <a:solidFill>
            <a:schemeClr val="accent5">
              <a:lumMod val="20000"/>
              <a:lumOff val="80000"/>
            </a:schemeClr>
          </a:solidFill>
          <a:ln w="28575">
            <a:solidFill>
              <a:schemeClr val="accent5"/>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But how much large? </a:t>
            </a:r>
            <a:endParaRPr lang="en-US" sz="2400" b="1"/>
          </a:p>
        </p:txBody>
      </p:sp>
      <p:sp>
        <p:nvSpPr>
          <p:cNvPr id="4" name="Title 1">
            <a:extLst>
              <a:ext uri="{FF2B5EF4-FFF2-40B4-BE49-F238E27FC236}">
                <a16:creationId xmlns:a16="http://schemas.microsoft.com/office/drawing/2014/main" id="{465E7556-5F32-D872-EA7D-A5432E4CE98A}"/>
              </a:ext>
            </a:extLst>
          </p:cNvPr>
          <p:cNvSpPr>
            <a:spLocks noGrp="1"/>
          </p:cNvSpPr>
          <p:nvPr/>
        </p:nvSpPr>
        <p:spPr>
          <a:xfrm>
            <a:off x="698306" y="47672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a:latin typeface="Times New Roman"/>
                <a:cs typeface="Times New Roman"/>
              </a:rPr>
              <a:t>SIMO Channel Model in Nearfield</a:t>
            </a:r>
          </a:p>
        </p:txBody>
      </p:sp>
    </p:spTree>
    <p:extLst>
      <p:ext uri="{BB962C8B-B14F-4D97-AF65-F5344CB8AC3E}">
        <p14:creationId xmlns:p14="http://schemas.microsoft.com/office/powerpoint/2010/main" val="37456347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B99E642-E7D3-B231-4F8F-1F91BBE90028}"/>
              </a:ext>
            </a:extLst>
          </p:cNvPr>
          <p:cNvSpPr/>
          <p:nvPr/>
        </p:nvSpPr>
        <p:spPr>
          <a:xfrm>
            <a:off x="0" y="-3175"/>
            <a:ext cx="12192000" cy="1524039"/>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T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7CB8CC4F-10BA-9230-438F-6B150E9D0211}"/>
                  </a:ext>
                </a:extLst>
              </p14:cNvPr>
              <p14:cNvContentPartPr/>
              <p14:nvPr/>
            </p14:nvContentPartPr>
            <p14:xfrm>
              <a:off x="506301" y="525275"/>
              <a:ext cx="11183760" cy="360"/>
            </p14:xfrm>
          </p:contentPart>
        </mc:Choice>
        <mc:Fallback xmlns="">
          <p:pic>
            <p:nvPicPr>
              <p:cNvPr id="7" name="Ink 6">
                <a:extLst>
                  <a:ext uri="{FF2B5EF4-FFF2-40B4-BE49-F238E27FC236}">
                    <a16:creationId xmlns:a16="http://schemas.microsoft.com/office/drawing/2014/main" id="{7CB8CC4F-10BA-9230-438F-6B150E9D0211}"/>
                  </a:ext>
                </a:extLst>
              </p:cNvPr>
              <p:cNvPicPr/>
              <p:nvPr/>
            </p:nvPicPr>
            <p:blipFill>
              <a:blip r:embed="rId4"/>
              <a:stretch>
                <a:fillRect/>
              </a:stretch>
            </p:blipFill>
            <p:spPr>
              <a:xfrm>
                <a:off x="470302" y="489275"/>
                <a:ext cx="11255398" cy="72000"/>
              </a:xfrm>
              <a:prstGeom prst="rect">
                <a:avLst/>
              </a:prstGeom>
            </p:spPr>
          </p:pic>
        </mc:Fallback>
      </mc:AlternateContent>
      <p:sp>
        <p:nvSpPr>
          <p:cNvPr id="9" name="TextBox 8">
            <a:extLst>
              <a:ext uri="{FF2B5EF4-FFF2-40B4-BE49-F238E27FC236}">
                <a16:creationId xmlns:a16="http://schemas.microsoft.com/office/drawing/2014/main" id="{D20471DB-9FB5-200D-8C40-ED81ABC17926}"/>
              </a:ext>
            </a:extLst>
          </p:cNvPr>
          <p:cNvSpPr txBox="1"/>
          <p:nvPr/>
        </p:nvSpPr>
        <p:spPr>
          <a:xfrm>
            <a:off x="411237" y="1209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solidFill>
                  <a:schemeClr val="accent1"/>
                </a:solidFill>
                <a:latin typeface="Times New Roman"/>
                <a:cs typeface="Times New Roman"/>
              </a:rPr>
              <a:t>RIT</a:t>
            </a:r>
          </a:p>
        </p:txBody>
      </p:sp>
      <p:sp>
        <p:nvSpPr>
          <p:cNvPr id="8" name="Title 1">
            <a:extLst>
              <a:ext uri="{FF2B5EF4-FFF2-40B4-BE49-F238E27FC236}">
                <a16:creationId xmlns:a16="http://schemas.microsoft.com/office/drawing/2014/main" id="{C4F4E60F-2C04-B357-3E9E-6F63A562775D}"/>
              </a:ext>
            </a:extLst>
          </p:cNvPr>
          <p:cNvSpPr>
            <a:spLocks noGrp="1"/>
          </p:cNvSpPr>
          <p:nvPr/>
        </p:nvSpPr>
        <p:spPr>
          <a:xfrm>
            <a:off x="698306" y="476721"/>
            <a:ext cx="10854266" cy="134975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a:latin typeface="Times New Roman"/>
                <a:ea typeface="+mj-lt"/>
                <a:cs typeface="Times New Roman"/>
              </a:rPr>
              <a:t>Phase Variation in the Nearfield of the Antenna Array</a:t>
            </a:r>
          </a:p>
        </p:txBody>
      </p:sp>
      <p:pic>
        <p:nvPicPr>
          <p:cNvPr id="3" name="Picture 2" descr="A diagram of a wave line&#10;&#10;Description automatically generated">
            <a:extLst>
              <a:ext uri="{FF2B5EF4-FFF2-40B4-BE49-F238E27FC236}">
                <a16:creationId xmlns:a16="http://schemas.microsoft.com/office/drawing/2014/main" id="{20BA7085-11CC-FE77-A1EE-BC7AD5411C63}"/>
              </a:ext>
            </a:extLst>
          </p:cNvPr>
          <p:cNvPicPr>
            <a:picLocks noChangeAspect="1"/>
          </p:cNvPicPr>
          <p:nvPr/>
        </p:nvPicPr>
        <p:blipFill>
          <a:blip r:embed="rId5"/>
          <a:stretch>
            <a:fillRect/>
          </a:stretch>
        </p:blipFill>
        <p:spPr>
          <a:xfrm>
            <a:off x="4994825" y="1521258"/>
            <a:ext cx="6288771" cy="2964391"/>
          </a:xfrm>
          <a:prstGeom prst="rect">
            <a:avLst/>
          </a:prstGeom>
          <a:ln>
            <a:noFill/>
          </a:ln>
        </p:spPr>
      </p:pic>
      <p:pic>
        <p:nvPicPr>
          <p:cNvPr id="6" name="Picture 5">
            <a:extLst>
              <a:ext uri="{FF2B5EF4-FFF2-40B4-BE49-F238E27FC236}">
                <a16:creationId xmlns:a16="http://schemas.microsoft.com/office/drawing/2014/main" id="{27977E52-B5FA-3D50-B486-C758AFD0CFF3}"/>
              </a:ext>
            </a:extLst>
          </p:cNvPr>
          <p:cNvPicPr>
            <a:picLocks noChangeAspect="1"/>
          </p:cNvPicPr>
          <p:nvPr/>
        </p:nvPicPr>
        <p:blipFill>
          <a:blip r:embed="rId6"/>
          <a:stretch>
            <a:fillRect/>
          </a:stretch>
        </p:blipFill>
        <p:spPr>
          <a:xfrm>
            <a:off x="700553" y="2052985"/>
            <a:ext cx="1609725" cy="819150"/>
          </a:xfrm>
          <a:prstGeom prst="rect">
            <a:avLst/>
          </a:prstGeom>
        </p:spPr>
      </p:pic>
      <p:sp>
        <p:nvSpPr>
          <p:cNvPr id="11" name="TextBox 10">
            <a:extLst>
              <a:ext uri="{FF2B5EF4-FFF2-40B4-BE49-F238E27FC236}">
                <a16:creationId xmlns:a16="http://schemas.microsoft.com/office/drawing/2014/main" id="{9ADA00C6-998A-895D-3FF9-D838C68AE131}"/>
              </a:ext>
            </a:extLst>
          </p:cNvPr>
          <p:cNvSpPr txBox="1"/>
          <p:nvPr/>
        </p:nvSpPr>
        <p:spPr>
          <a:xfrm>
            <a:off x="408877" y="3289609"/>
            <a:ext cx="3282175" cy="1200329"/>
          </a:xfrm>
          <a:prstGeom prst="rect">
            <a:avLst/>
          </a:prstGeom>
          <a:solidFill>
            <a:schemeClr val="accent2">
              <a:lumMod val="20000"/>
              <a:lumOff val="80000"/>
            </a:schemeClr>
          </a:solidFill>
          <a:ln>
            <a:solidFill>
              <a:schemeClr val="accent5">
                <a:lumMod val="20000"/>
                <a:lumOff val="8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What is the largest phase shift for a given r?</a:t>
            </a:r>
            <a:endParaRPr lang="en-US" sz="2400" b="1"/>
          </a:p>
        </p:txBody>
      </p:sp>
      <p:sp>
        <p:nvSpPr>
          <p:cNvPr id="14" name="TextBox 13">
            <a:extLst>
              <a:ext uri="{FF2B5EF4-FFF2-40B4-BE49-F238E27FC236}">
                <a16:creationId xmlns:a16="http://schemas.microsoft.com/office/drawing/2014/main" id="{DE52F2BC-B507-D6FA-A6EC-02F789FA5B59}"/>
              </a:ext>
            </a:extLst>
          </p:cNvPr>
          <p:cNvSpPr txBox="1"/>
          <p:nvPr/>
        </p:nvSpPr>
        <p:spPr>
          <a:xfrm>
            <a:off x="8136587" y="3031852"/>
            <a:ext cx="410736" cy="400110"/>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000" b="1"/>
              <a:t>r</a:t>
            </a:r>
          </a:p>
        </p:txBody>
      </p:sp>
      <p:sp>
        <p:nvSpPr>
          <p:cNvPr id="15" name="TextBox 14">
            <a:extLst>
              <a:ext uri="{FF2B5EF4-FFF2-40B4-BE49-F238E27FC236}">
                <a16:creationId xmlns:a16="http://schemas.microsoft.com/office/drawing/2014/main" id="{5CF1E3E5-1A08-6565-6709-D6FB2B0128A3}"/>
              </a:ext>
            </a:extLst>
          </p:cNvPr>
          <p:cNvSpPr txBox="1"/>
          <p:nvPr/>
        </p:nvSpPr>
        <p:spPr>
          <a:xfrm>
            <a:off x="8052953" y="1907437"/>
            <a:ext cx="308517" cy="400110"/>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000" b="1"/>
              <a:t>r</a:t>
            </a:r>
          </a:p>
        </p:txBody>
      </p:sp>
      <p:pic>
        <p:nvPicPr>
          <p:cNvPr id="16" name="Picture 15">
            <a:extLst>
              <a:ext uri="{FF2B5EF4-FFF2-40B4-BE49-F238E27FC236}">
                <a16:creationId xmlns:a16="http://schemas.microsoft.com/office/drawing/2014/main" id="{B87D9407-A0CE-8605-8EF3-EB472937F35A}"/>
              </a:ext>
            </a:extLst>
          </p:cNvPr>
          <p:cNvPicPr>
            <a:picLocks noChangeAspect="1"/>
          </p:cNvPicPr>
          <p:nvPr/>
        </p:nvPicPr>
        <p:blipFill>
          <a:blip r:embed="rId7"/>
          <a:stretch>
            <a:fillRect/>
          </a:stretch>
        </p:blipFill>
        <p:spPr>
          <a:xfrm>
            <a:off x="412595" y="4626141"/>
            <a:ext cx="6032809" cy="978963"/>
          </a:xfrm>
          <a:prstGeom prst="rect">
            <a:avLst/>
          </a:prstGeom>
        </p:spPr>
      </p:pic>
      <p:pic>
        <p:nvPicPr>
          <p:cNvPr id="18" name="Picture 17">
            <a:extLst>
              <a:ext uri="{FF2B5EF4-FFF2-40B4-BE49-F238E27FC236}">
                <a16:creationId xmlns:a16="http://schemas.microsoft.com/office/drawing/2014/main" id="{53DE7342-6481-7189-5510-816EBEA17A66}"/>
              </a:ext>
            </a:extLst>
          </p:cNvPr>
          <p:cNvPicPr>
            <a:picLocks noChangeAspect="1"/>
          </p:cNvPicPr>
          <p:nvPr/>
        </p:nvPicPr>
        <p:blipFill>
          <a:blip r:embed="rId8"/>
          <a:stretch>
            <a:fillRect/>
          </a:stretch>
        </p:blipFill>
        <p:spPr>
          <a:xfrm>
            <a:off x="506334" y="5705010"/>
            <a:ext cx="1533525" cy="819150"/>
          </a:xfrm>
          <a:prstGeom prst="rect">
            <a:avLst/>
          </a:prstGeom>
        </p:spPr>
      </p:pic>
      <p:sp>
        <p:nvSpPr>
          <p:cNvPr id="22" name="TextBox 21">
            <a:extLst>
              <a:ext uri="{FF2B5EF4-FFF2-40B4-BE49-F238E27FC236}">
                <a16:creationId xmlns:a16="http://schemas.microsoft.com/office/drawing/2014/main" id="{450B878F-056D-3E9F-7850-4F941CFC5269}"/>
              </a:ext>
            </a:extLst>
          </p:cNvPr>
          <p:cNvSpPr txBox="1"/>
          <p:nvPr/>
        </p:nvSpPr>
        <p:spPr>
          <a:xfrm>
            <a:off x="2458578" y="5882267"/>
            <a:ext cx="3773136" cy="461665"/>
          </a:xfrm>
          <a:prstGeom prst="rect">
            <a:avLst/>
          </a:prstGeom>
          <a:solidFill>
            <a:schemeClr val="accent1">
              <a:lumMod val="20000"/>
              <a:lumOff val="80000"/>
            </a:schemeClr>
          </a:solidFill>
          <a:ln>
            <a:solidFill>
              <a:schemeClr val="accent1">
                <a:lumMod val="60000"/>
                <a:lumOff val="4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mn-lt"/>
                <a:cs typeface="+mn-lt"/>
              </a:rPr>
              <a:t>Fraunhofer array distance</a:t>
            </a:r>
            <a:endParaRPr lang="en-US">
              <a:ea typeface="+mn-lt"/>
              <a:cs typeface="+mn-lt"/>
            </a:endParaRPr>
          </a:p>
        </p:txBody>
      </p:sp>
      <p:sp>
        <p:nvSpPr>
          <p:cNvPr id="23" name="Arrow: Right 22">
            <a:extLst>
              <a:ext uri="{FF2B5EF4-FFF2-40B4-BE49-F238E27FC236}">
                <a16:creationId xmlns:a16="http://schemas.microsoft.com/office/drawing/2014/main" id="{95A29D8E-7FB9-9C7D-29A4-39076114761D}"/>
              </a:ext>
            </a:extLst>
          </p:cNvPr>
          <p:cNvSpPr/>
          <p:nvPr/>
        </p:nvSpPr>
        <p:spPr>
          <a:xfrm>
            <a:off x="6709317" y="5399049"/>
            <a:ext cx="418170" cy="306658"/>
          </a:xfrm>
          <a:prstGeom prst="rightArrow">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9142DDB4-1F55-1511-C975-E59526605F86}"/>
              </a:ext>
            </a:extLst>
          </p:cNvPr>
          <p:cNvPicPr>
            <a:picLocks noChangeAspect="1"/>
          </p:cNvPicPr>
          <p:nvPr/>
        </p:nvPicPr>
        <p:blipFill>
          <a:blip r:embed="rId9"/>
          <a:stretch>
            <a:fillRect/>
          </a:stretch>
        </p:blipFill>
        <p:spPr>
          <a:xfrm>
            <a:off x="7765894" y="4627060"/>
            <a:ext cx="1854819" cy="884198"/>
          </a:xfrm>
          <a:prstGeom prst="rect">
            <a:avLst/>
          </a:prstGeom>
          <a:ln w="57150">
            <a:solidFill>
              <a:schemeClr val="accent1">
                <a:lumMod val="20000"/>
                <a:lumOff val="80000"/>
              </a:schemeClr>
            </a:solidFill>
          </a:ln>
        </p:spPr>
      </p:pic>
      <p:pic>
        <p:nvPicPr>
          <p:cNvPr id="25" name="Picture 24">
            <a:extLst>
              <a:ext uri="{FF2B5EF4-FFF2-40B4-BE49-F238E27FC236}">
                <a16:creationId xmlns:a16="http://schemas.microsoft.com/office/drawing/2014/main" id="{491BB43A-F449-988F-0B8C-FC4BA99669BB}"/>
              </a:ext>
            </a:extLst>
          </p:cNvPr>
          <p:cNvPicPr>
            <a:picLocks noChangeAspect="1"/>
          </p:cNvPicPr>
          <p:nvPr/>
        </p:nvPicPr>
        <p:blipFill>
          <a:blip r:embed="rId10"/>
          <a:stretch>
            <a:fillRect/>
          </a:stretch>
        </p:blipFill>
        <p:spPr>
          <a:xfrm>
            <a:off x="7763108" y="5704605"/>
            <a:ext cx="2743198" cy="652692"/>
          </a:xfrm>
          <a:prstGeom prst="rect">
            <a:avLst/>
          </a:prstGeom>
          <a:ln w="57150">
            <a:solidFill>
              <a:schemeClr val="accent6">
                <a:lumMod val="20000"/>
                <a:lumOff val="80000"/>
              </a:schemeClr>
            </a:solidFill>
          </a:ln>
        </p:spPr>
      </p:pic>
      <p:sp>
        <p:nvSpPr>
          <p:cNvPr id="4" name="Content Placeholder 2">
            <a:extLst>
              <a:ext uri="{FF2B5EF4-FFF2-40B4-BE49-F238E27FC236}">
                <a16:creationId xmlns:a16="http://schemas.microsoft.com/office/drawing/2014/main" id="{F32227D7-E73A-0D1A-9C41-01B825000625}"/>
              </a:ext>
            </a:extLst>
          </p:cNvPr>
          <p:cNvSpPr txBox="1">
            <a:spLocks/>
          </p:cNvSpPr>
          <p:nvPr/>
        </p:nvSpPr>
        <p:spPr>
          <a:xfrm>
            <a:off x="4147457" y="4245884"/>
            <a:ext cx="2605315" cy="314553"/>
          </a:xfrm>
          <a:prstGeom prst="rect">
            <a:avLst/>
          </a:prstGeom>
          <a:solidFill>
            <a:schemeClr val="accent5">
              <a:lumMod val="40000"/>
              <a:lumOff val="60000"/>
            </a:schemeClr>
          </a:solidFill>
        </p:spPr>
        <p:txBody>
          <a:bodyPr vert="horz" lIns="91440" tIns="45720" rIns="91440" bIns="45720" rtlCol="0" anchor="t">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Taylor approximation </a:t>
            </a:r>
          </a:p>
        </p:txBody>
      </p:sp>
      <p:sp>
        <p:nvSpPr>
          <p:cNvPr id="10" name="TextBox 9">
            <a:extLst>
              <a:ext uri="{FF2B5EF4-FFF2-40B4-BE49-F238E27FC236}">
                <a16:creationId xmlns:a16="http://schemas.microsoft.com/office/drawing/2014/main" id="{806E8A4E-93C2-FCC2-5EE4-ECFF32CFBEAB}"/>
              </a:ext>
            </a:extLst>
          </p:cNvPr>
          <p:cNvSpPr txBox="1"/>
          <p:nvPr/>
        </p:nvSpPr>
        <p:spPr>
          <a:xfrm>
            <a:off x="-4838" y="6417733"/>
            <a:ext cx="12201677" cy="4429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t>Björnson E, Demir ÖT, Sanguinetti L. A primer on near-field beamforming for arrays and reconfigurable intelligent surfaces. In2021 55th Asilomar Conference on Signals, Systems, and Computers 2021 Oct 31 (pp. 105-112). IEEE.</a:t>
            </a:r>
          </a:p>
        </p:txBody>
      </p:sp>
    </p:spTree>
    <p:extLst>
      <p:ext uri="{BB962C8B-B14F-4D97-AF65-F5344CB8AC3E}">
        <p14:creationId xmlns:p14="http://schemas.microsoft.com/office/powerpoint/2010/main" val="25216539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B99E642-E7D3-B231-4F8F-1F91BBE90028}"/>
              </a:ext>
            </a:extLst>
          </p:cNvPr>
          <p:cNvSpPr/>
          <p:nvPr/>
        </p:nvSpPr>
        <p:spPr>
          <a:xfrm>
            <a:off x="0" y="-3175"/>
            <a:ext cx="12192000" cy="1524039"/>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T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7CB8CC4F-10BA-9230-438F-6B150E9D0211}"/>
                  </a:ext>
                </a:extLst>
              </p14:cNvPr>
              <p14:cNvContentPartPr/>
              <p14:nvPr/>
            </p14:nvContentPartPr>
            <p14:xfrm>
              <a:off x="506301" y="525275"/>
              <a:ext cx="11183760" cy="360"/>
            </p14:xfrm>
          </p:contentPart>
        </mc:Choice>
        <mc:Fallback xmlns="">
          <p:pic>
            <p:nvPicPr>
              <p:cNvPr id="7" name="Ink 6">
                <a:extLst>
                  <a:ext uri="{FF2B5EF4-FFF2-40B4-BE49-F238E27FC236}">
                    <a16:creationId xmlns:a16="http://schemas.microsoft.com/office/drawing/2014/main" id="{7CB8CC4F-10BA-9230-438F-6B150E9D0211}"/>
                  </a:ext>
                </a:extLst>
              </p:cNvPr>
              <p:cNvPicPr/>
              <p:nvPr/>
            </p:nvPicPr>
            <p:blipFill>
              <a:blip r:embed="rId4"/>
              <a:stretch>
                <a:fillRect/>
              </a:stretch>
            </p:blipFill>
            <p:spPr>
              <a:xfrm>
                <a:off x="470302" y="489275"/>
                <a:ext cx="11255398" cy="72000"/>
              </a:xfrm>
              <a:prstGeom prst="rect">
                <a:avLst/>
              </a:prstGeom>
            </p:spPr>
          </p:pic>
        </mc:Fallback>
      </mc:AlternateContent>
      <p:sp>
        <p:nvSpPr>
          <p:cNvPr id="9" name="TextBox 8">
            <a:extLst>
              <a:ext uri="{FF2B5EF4-FFF2-40B4-BE49-F238E27FC236}">
                <a16:creationId xmlns:a16="http://schemas.microsoft.com/office/drawing/2014/main" id="{D20471DB-9FB5-200D-8C40-ED81ABC17926}"/>
              </a:ext>
            </a:extLst>
          </p:cNvPr>
          <p:cNvSpPr txBox="1"/>
          <p:nvPr/>
        </p:nvSpPr>
        <p:spPr>
          <a:xfrm>
            <a:off x="411237" y="1209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solidFill>
                  <a:schemeClr val="accent1"/>
                </a:solidFill>
                <a:latin typeface="Times New Roman"/>
                <a:cs typeface="Times New Roman"/>
              </a:rPr>
              <a:t>RIT</a:t>
            </a:r>
          </a:p>
        </p:txBody>
      </p:sp>
      <p:sp>
        <p:nvSpPr>
          <p:cNvPr id="8" name="Title 1">
            <a:extLst>
              <a:ext uri="{FF2B5EF4-FFF2-40B4-BE49-F238E27FC236}">
                <a16:creationId xmlns:a16="http://schemas.microsoft.com/office/drawing/2014/main" id="{C4F4E60F-2C04-B357-3E9E-6F63A562775D}"/>
              </a:ext>
            </a:extLst>
          </p:cNvPr>
          <p:cNvSpPr>
            <a:spLocks noGrp="1"/>
          </p:cNvSpPr>
          <p:nvPr/>
        </p:nvSpPr>
        <p:spPr>
          <a:xfrm>
            <a:off x="698306" y="476721"/>
            <a:ext cx="10854266" cy="134975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a:latin typeface="Times New Roman"/>
                <a:ea typeface="+mj-lt"/>
                <a:cs typeface="+mj-lt"/>
              </a:rPr>
              <a:t>Phase Variation in the Nearfield of the Antenna Array</a:t>
            </a:r>
            <a:endParaRPr lang="en-US" sz="3600"/>
          </a:p>
        </p:txBody>
      </p:sp>
      <p:pic>
        <p:nvPicPr>
          <p:cNvPr id="17" name="Picture 16">
            <a:extLst>
              <a:ext uri="{FF2B5EF4-FFF2-40B4-BE49-F238E27FC236}">
                <a16:creationId xmlns:a16="http://schemas.microsoft.com/office/drawing/2014/main" id="{C99359B0-DA68-1857-B4F1-B478E413A8F3}"/>
              </a:ext>
            </a:extLst>
          </p:cNvPr>
          <p:cNvPicPr>
            <a:picLocks noChangeAspect="1"/>
          </p:cNvPicPr>
          <p:nvPr/>
        </p:nvPicPr>
        <p:blipFill>
          <a:blip r:embed="rId5"/>
          <a:stretch>
            <a:fillRect/>
          </a:stretch>
        </p:blipFill>
        <p:spPr>
          <a:xfrm>
            <a:off x="1296212" y="2210962"/>
            <a:ext cx="1533525" cy="819150"/>
          </a:xfrm>
          <a:prstGeom prst="rect">
            <a:avLst/>
          </a:prstGeom>
        </p:spPr>
      </p:pic>
      <p:sp>
        <p:nvSpPr>
          <p:cNvPr id="21" name="TextBox 20">
            <a:extLst>
              <a:ext uri="{FF2B5EF4-FFF2-40B4-BE49-F238E27FC236}">
                <a16:creationId xmlns:a16="http://schemas.microsoft.com/office/drawing/2014/main" id="{D236E107-7A5C-0B27-AB69-01AC53C9170E}"/>
              </a:ext>
            </a:extLst>
          </p:cNvPr>
          <p:cNvSpPr txBox="1"/>
          <p:nvPr/>
        </p:nvSpPr>
        <p:spPr>
          <a:xfrm>
            <a:off x="1031487" y="1598340"/>
            <a:ext cx="3626003" cy="461665"/>
          </a:xfrm>
          <a:prstGeom prst="rect">
            <a:avLst/>
          </a:prstGeom>
          <a:solidFill>
            <a:schemeClr val="accent1">
              <a:lumMod val="20000"/>
              <a:lumOff val="80000"/>
            </a:schemeClr>
          </a:solidFill>
          <a:ln>
            <a:solidFill>
              <a:schemeClr val="accent1">
                <a:lumMod val="60000"/>
                <a:lumOff val="4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mn-lt"/>
                <a:cs typeface="+mn-lt"/>
              </a:rPr>
              <a:t>Fraunhofer array distance</a:t>
            </a:r>
            <a:endParaRPr lang="en-US">
              <a:ea typeface="+mn-lt"/>
              <a:cs typeface="+mn-lt"/>
            </a:endParaRPr>
          </a:p>
        </p:txBody>
      </p:sp>
      <p:sp>
        <p:nvSpPr>
          <p:cNvPr id="23" name="TextBox 22">
            <a:extLst>
              <a:ext uri="{FF2B5EF4-FFF2-40B4-BE49-F238E27FC236}">
                <a16:creationId xmlns:a16="http://schemas.microsoft.com/office/drawing/2014/main" id="{035D8F6B-F928-4580-9B68-F9E778CE2A7F}"/>
              </a:ext>
            </a:extLst>
          </p:cNvPr>
          <p:cNvSpPr txBox="1"/>
          <p:nvPr/>
        </p:nvSpPr>
        <p:spPr>
          <a:xfrm>
            <a:off x="5329682" y="4223099"/>
            <a:ext cx="2145957" cy="400110"/>
          </a:xfrm>
          <a:prstGeom prst="rect">
            <a:avLst/>
          </a:prstGeom>
          <a:solidFill>
            <a:schemeClr val="accent6">
              <a:lumMod val="20000"/>
              <a:lumOff val="80000"/>
            </a:schemeClr>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Curved wavefront</a:t>
            </a:r>
          </a:p>
        </p:txBody>
      </p:sp>
      <p:sp>
        <p:nvSpPr>
          <p:cNvPr id="31" name="Arrow: Right 30">
            <a:extLst>
              <a:ext uri="{FF2B5EF4-FFF2-40B4-BE49-F238E27FC236}">
                <a16:creationId xmlns:a16="http://schemas.microsoft.com/office/drawing/2014/main" id="{58B1F9C9-873F-EDDC-223C-E9B9E15E678F}"/>
              </a:ext>
            </a:extLst>
          </p:cNvPr>
          <p:cNvSpPr/>
          <p:nvPr/>
        </p:nvSpPr>
        <p:spPr>
          <a:xfrm>
            <a:off x="8196147" y="2592658"/>
            <a:ext cx="418170" cy="306658"/>
          </a:xfrm>
          <a:prstGeom prst="rightArrow">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8F625766-A6FE-E0E6-B724-B0F570CCC1D4}"/>
              </a:ext>
            </a:extLst>
          </p:cNvPr>
          <p:cNvSpPr txBox="1"/>
          <p:nvPr/>
        </p:nvSpPr>
        <p:spPr>
          <a:xfrm>
            <a:off x="8800172" y="2509024"/>
            <a:ext cx="1449657" cy="461665"/>
          </a:xfrm>
          <a:prstGeom prst="rect">
            <a:avLst/>
          </a:prstGeom>
          <a:solidFill>
            <a:schemeClr val="accent5">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t>Far-field</a:t>
            </a:r>
          </a:p>
        </p:txBody>
      </p:sp>
      <p:pic>
        <p:nvPicPr>
          <p:cNvPr id="37" name="Picture 36" descr="A diagram of a rectangular object with lines and a point&#10;&#10;Description automatically generated">
            <a:extLst>
              <a:ext uri="{FF2B5EF4-FFF2-40B4-BE49-F238E27FC236}">
                <a16:creationId xmlns:a16="http://schemas.microsoft.com/office/drawing/2014/main" id="{B6D75BBA-28B0-BCF5-C720-6DBB24018EB2}"/>
              </a:ext>
            </a:extLst>
          </p:cNvPr>
          <p:cNvPicPr>
            <a:picLocks noChangeAspect="1"/>
          </p:cNvPicPr>
          <p:nvPr/>
        </p:nvPicPr>
        <p:blipFill>
          <a:blip r:embed="rId6"/>
          <a:stretch>
            <a:fillRect/>
          </a:stretch>
        </p:blipFill>
        <p:spPr>
          <a:xfrm>
            <a:off x="408479" y="3638522"/>
            <a:ext cx="4621541" cy="2644038"/>
          </a:xfrm>
          <a:prstGeom prst="rect">
            <a:avLst/>
          </a:prstGeom>
          <a:ln>
            <a:noFill/>
          </a:ln>
        </p:spPr>
      </p:pic>
      <p:sp>
        <p:nvSpPr>
          <p:cNvPr id="41" name="TextBox 34">
            <a:extLst>
              <a:ext uri="{FF2B5EF4-FFF2-40B4-BE49-F238E27FC236}">
                <a16:creationId xmlns:a16="http://schemas.microsoft.com/office/drawing/2014/main" id="{FBC1CFA7-874B-DC07-CC8B-42E4076497F7}"/>
              </a:ext>
            </a:extLst>
          </p:cNvPr>
          <p:cNvSpPr txBox="1"/>
          <p:nvPr/>
        </p:nvSpPr>
        <p:spPr>
          <a:xfrm>
            <a:off x="5329680" y="2745309"/>
            <a:ext cx="2743200" cy="984885"/>
          </a:xfrm>
          <a:prstGeom prst="rect">
            <a:avLst/>
          </a:prstGeom>
          <a:solidFill>
            <a:schemeClr val="accent1">
              <a:lumMod val="20000"/>
              <a:lumOff val="80000"/>
            </a:schemeClr>
          </a:solid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a:t>phase variation </a:t>
            </a:r>
            <a:r>
              <a:rPr lang="en-US"/>
              <a:t>depends on </a:t>
            </a:r>
            <a:r>
              <a:rPr lang="en-US" b="1"/>
              <a:t>the incident angle.</a:t>
            </a:r>
            <a:endParaRPr lang="en-US"/>
          </a:p>
        </p:txBody>
      </p:sp>
      <p:sp>
        <p:nvSpPr>
          <p:cNvPr id="2" name="TextBox 1">
            <a:extLst>
              <a:ext uri="{FF2B5EF4-FFF2-40B4-BE49-F238E27FC236}">
                <a16:creationId xmlns:a16="http://schemas.microsoft.com/office/drawing/2014/main" id="{55C5A8C4-4F0E-5178-2AE9-F61C7F89E1CC}"/>
              </a:ext>
            </a:extLst>
          </p:cNvPr>
          <p:cNvSpPr txBox="1"/>
          <p:nvPr/>
        </p:nvSpPr>
        <p:spPr>
          <a:xfrm>
            <a:off x="5329681" y="2112152"/>
            <a:ext cx="2145957" cy="400110"/>
          </a:xfrm>
          <a:prstGeom prst="rect">
            <a:avLst/>
          </a:prstGeom>
          <a:solidFill>
            <a:schemeClr val="accent6">
              <a:lumMod val="20000"/>
              <a:lumOff val="80000"/>
            </a:schemeClr>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Planar wavefront </a:t>
            </a:r>
          </a:p>
        </p:txBody>
      </p:sp>
      <p:sp>
        <p:nvSpPr>
          <p:cNvPr id="4" name="TextBox 34">
            <a:extLst>
              <a:ext uri="{FF2B5EF4-FFF2-40B4-BE49-F238E27FC236}">
                <a16:creationId xmlns:a16="http://schemas.microsoft.com/office/drawing/2014/main" id="{D7E0B37E-FC33-3F4A-FE74-D1CE2819D8BE}"/>
              </a:ext>
            </a:extLst>
          </p:cNvPr>
          <p:cNvSpPr txBox="1"/>
          <p:nvPr/>
        </p:nvSpPr>
        <p:spPr>
          <a:xfrm>
            <a:off x="5329680" y="4959228"/>
            <a:ext cx="2743200" cy="984885"/>
          </a:xfrm>
          <a:prstGeom prst="rect">
            <a:avLst/>
          </a:prstGeom>
          <a:solidFill>
            <a:schemeClr val="accent1">
              <a:lumMod val="20000"/>
              <a:lumOff val="80000"/>
            </a:schemeClr>
          </a:solid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a:t>phase variation </a:t>
            </a:r>
            <a:r>
              <a:rPr lang="en-US"/>
              <a:t>depends on </a:t>
            </a:r>
            <a:r>
              <a:rPr lang="en-US" b="1"/>
              <a:t>the incident angle and distance.</a:t>
            </a:r>
            <a:endParaRPr lang="en-US"/>
          </a:p>
        </p:txBody>
      </p:sp>
      <p:sp>
        <p:nvSpPr>
          <p:cNvPr id="6" name="Arrow: Right 5">
            <a:extLst>
              <a:ext uri="{FF2B5EF4-FFF2-40B4-BE49-F238E27FC236}">
                <a16:creationId xmlns:a16="http://schemas.microsoft.com/office/drawing/2014/main" id="{083B8499-48B7-60E7-B2EE-AD28F6D329B0}"/>
              </a:ext>
            </a:extLst>
          </p:cNvPr>
          <p:cNvSpPr/>
          <p:nvPr/>
        </p:nvSpPr>
        <p:spPr>
          <a:xfrm>
            <a:off x="8154958" y="4806577"/>
            <a:ext cx="418170" cy="306658"/>
          </a:xfrm>
          <a:prstGeom prst="rightArrow">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900F53DA-BC30-5B96-01BD-54B7A7F95C94}"/>
              </a:ext>
            </a:extLst>
          </p:cNvPr>
          <p:cNvSpPr txBox="1"/>
          <p:nvPr/>
        </p:nvSpPr>
        <p:spPr>
          <a:xfrm>
            <a:off x="8800172" y="4722943"/>
            <a:ext cx="1542332" cy="461665"/>
          </a:xfrm>
          <a:prstGeom prst="rect">
            <a:avLst/>
          </a:prstGeom>
          <a:solidFill>
            <a:schemeClr val="accent5">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t>Nearfield</a:t>
            </a:r>
          </a:p>
        </p:txBody>
      </p:sp>
    </p:spTree>
    <p:extLst>
      <p:ext uri="{BB962C8B-B14F-4D97-AF65-F5344CB8AC3E}">
        <p14:creationId xmlns:p14="http://schemas.microsoft.com/office/powerpoint/2010/main" val="40902744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C19FB7-F939-C66C-97AD-5DCF78BDA9A4}"/>
              </a:ext>
            </a:extLst>
          </p:cNvPr>
          <p:cNvSpPr>
            <a:spLocks noGrp="1"/>
          </p:cNvSpPr>
          <p:nvPr>
            <p:ph idx="1"/>
          </p:nvPr>
        </p:nvSpPr>
        <p:spPr/>
        <p:txBody>
          <a:bodyPr vert="horz" lIns="91440" tIns="45720" rIns="91440" bIns="45720" rtlCol="0" anchor="t">
            <a:normAutofit/>
          </a:bodyPr>
          <a:lstStyle/>
          <a:p>
            <a:r>
              <a:rPr lang="en-US">
                <a:ea typeface="+mn-lt"/>
                <a:cs typeface="+mn-lt"/>
              </a:rPr>
              <a:t>The spherical curvature also gives rise to power variations over the receive antenna.</a:t>
            </a:r>
            <a:endParaRPr lang="en-US"/>
          </a:p>
        </p:txBody>
      </p:sp>
      <p:sp>
        <p:nvSpPr>
          <p:cNvPr id="5" name="Rectangle 4">
            <a:extLst>
              <a:ext uri="{FF2B5EF4-FFF2-40B4-BE49-F238E27FC236}">
                <a16:creationId xmlns:a16="http://schemas.microsoft.com/office/drawing/2014/main" id="{0B99E642-E7D3-B231-4F8F-1F91BBE90028}"/>
              </a:ext>
            </a:extLst>
          </p:cNvPr>
          <p:cNvSpPr/>
          <p:nvPr/>
        </p:nvSpPr>
        <p:spPr>
          <a:xfrm>
            <a:off x="0" y="-3175"/>
            <a:ext cx="12192000" cy="1524039"/>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T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7CB8CC4F-10BA-9230-438F-6B150E9D0211}"/>
                  </a:ext>
                </a:extLst>
              </p14:cNvPr>
              <p14:cNvContentPartPr/>
              <p14:nvPr/>
            </p14:nvContentPartPr>
            <p14:xfrm>
              <a:off x="506301" y="525275"/>
              <a:ext cx="11183760" cy="360"/>
            </p14:xfrm>
          </p:contentPart>
        </mc:Choice>
        <mc:Fallback xmlns="">
          <p:pic>
            <p:nvPicPr>
              <p:cNvPr id="7" name="Ink 6">
                <a:extLst>
                  <a:ext uri="{FF2B5EF4-FFF2-40B4-BE49-F238E27FC236}">
                    <a16:creationId xmlns:a16="http://schemas.microsoft.com/office/drawing/2014/main" id="{7CB8CC4F-10BA-9230-438F-6B150E9D0211}"/>
                  </a:ext>
                </a:extLst>
              </p:cNvPr>
              <p:cNvPicPr/>
              <p:nvPr/>
            </p:nvPicPr>
            <p:blipFill>
              <a:blip r:embed="rId4"/>
              <a:stretch>
                <a:fillRect/>
              </a:stretch>
            </p:blipFill>
            <p:spPr>
              <a:xfrm>
                <a:off x="470302" y="489275"/>
                <a:ext cx="11255398" cy="72000"/>
              </a:xfrm>
              <a:prstGeom prst="rect">
                <a:avLst/>
              </a:prstGeom>
            </p:spPr>
          </p:pic>
        </mc:Fallback>
      </mc:AlternateContent>
      <p:sp>
        <p:nvSpPr>
          <p:cNvPr id="9" name="TextBox 8">
            <a:extLst>
              <a:ext uri="{FF2B5EF4-FFF2-40B4-BE49-F238E27FC236}">
                <a16:creationId xmlns:a16="http://schemas.microsoft.com/office/drawing/2014/main" id="{D20471DB-9FB5-200D-8C40-ED81ABC17926}"/>
              </a:ext>
            </a:extLst>
          </p:cNvPr>
          <p:cNvSpPr txBox="1"/>
          <p:nvPr/>
        </p:nvSpPr>
        <p:spPr>
          <a:xfrm>
            <a:off x="411237" y="1209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solidFill>
                  <a:schemeClr val="accent1"/>
                </a:solidFill>
                <a:latin typeface="Times New Roman"/>
                <a:cs typeface="Times New Roman"/>
              </a:rPr>
              <a:t>RIT</a:t>
            </a:r>
          </a:p>
        </p:txBody>
      </p:sp>
      <p:sp>
        <p:nvSpPr>
          <p:cNvPr id="8" name="Title 1">
            <a:extLst>
              <a:ext uri="{FF2B5EF4-FFF2-40B4-BE49-F238E27FC236}">
                <a16:creationId xmlns:a16="http://schemas.microsoft.com/office/drawing/2014/main" id="{C4F4E60F-2C04-B357-3E9E-6F63A562775D}"/>
              </a:ext>
            </a:extLst>
          </p:cNvPr>
          <p:cNvSpPr>
            <a:spLocks noGrp="1"/>
          </p:cNvSpPr>
          <p:nvPr/>
        </p:nvSpPr>
        <p:spPr>
          <a:xfrm>
            <a:off x="698306" y="476721"/>
            <a:ext cx="11229218" cy="134975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a:latin typeface="Times New Roman"/>
                <a:cs typeface="Times New Roman"/>
              </a:rPr>
              <a:t>Power Variation in Nearfield </a:t>
            </a:r>
            <a:r>
              <a:rPr lang="en-US" sz="3600">
                <a:latin typeface="Times New Roman"/>
                <a:cs typeface="Times New Roman"/>
              </a:rPr>
              <a:t>of the Antenna Array</a:t>
            </a:r>
          </a:p>
        </p:txBody>
      </p:sp>
      <p:pic>
        <p:nvPicPr>
          <p:cNvPr id="4" name="Picture 3" descr="A diagram of a wave line&#10;&#10;Description automatically generated">
            <a:extLst>
              <a:ext uri="{FF2B5EF4-FFF2-40B4-BE49-F238E27FC236}">
                <a16:creationId xmlns:a16="http://schemas.microsoft.com/office/drawing/2014/main" id="{C98649A8-8634-7D98-2F5B-E877E5F6CD7F}"/>
              </a:ext>
            </a:extLst>
          </p:cNvPr>
          <p:cNvPicPr>
            <a:picLocks noChangeAspect="1"/>
          </p:cNvPicPr>
          <p:nvPr/>
        </p:nvPicPr>
        <p:blipFill>
          <a:blip r:embed="rId5"/>
          <a:stretch>
            <a:fillRect/>
          </a:stretch>
        </p:blipFill>
        <p:spPr>
          <a:xfrm>
            <a:off x="5412996" y="2515575"/>
            <a:ext cx="6288771" cy="2964391"/>
          </a:xfrm>
          <a:prstGeom prst="rect">
            <a:avLst/>
          </a:prstGeom>
          <a:ln>
            <a:noFill/>
          </a:ln>
        </p:spPr>
      </p:pic>
      <p:sp>
        <p:nvSpPr>
          <p:cNvPr id="6" name="TextBox 5">
            <a:extLst>
              <a:ext uri="{FF2B5EF4-FFF2-40B4-BE49-F238E27FC236}">
                <a16:creationId xmlns:a16="http://schemas.microsoft.com/office/drawing/2014/main" id="{48CFC961-12C4-6E0A-28D2-BEEA5E6339C9}"/>
              </a:ext>
            </a:extLst>
          </p:cNvPr>
          <p:cNvSpPr txBox="1"/>
          <p:nvPr/>
        </p:nvSpPr>
        <p:spPr>
          <a:xfrm>
            <a:off x="1124415" y="2746652"/>
            <a:ext cx="3226419" cy="461665"/>
          </a:xfrm>
          <a:prstGeom prst="rect">
            <a:avLst/>
          </a:prstGeom>
          <a:solidFill>
            <a:schemeClr val="accent3">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The power differences</a:t>
            </a:r>
          </a:p>
        </p:txBody>
      </p:sp>
      <p:pic>
        <p:nvPicPr>
          <p:cNvPr id="10" name="Picture 9">
            <a:extLst>
              <a:ext uri="{FF2B5EF4-FFF2-40B4-BE49-F238E27FC236}">
                <a16:creationId xmlns:a16="http://schemas.microsoft.com/office/drawing/2014/main" id="{5D84DE9D-E3D8-E102-0793-965E6D921B71}"/>
              </a:ext>
            </a:extLst>
          </p:cNvPr>
          <p:cNvPicPr>
            <a:picLocks noChangeAspect="1"/>
          </p:cNvPicPr>
          <p:nvPr/>
        </p:nvPicPr>
        <p:blipFill>
          <a:blip r:embed="rId6"/>
          <a:stretch>
            <a:fillRect/>
          </a:stretch>
        </p:blipFill>
        <p:spPr>
          <a:xfrm>
            <a:off x="1091846" y="3308461"/>
            <a:ext cx="3291467" cy="1380095"/>
          </a:xfrm>
          <a:prstGeom prst="rect">
            <a:avLst/>
          </a:prstGeom>
        </p:spPr>
      </p:pic>
      <p:sp>
        <p:nvSpPr>
          <p:cNvPr id="11" name="TextBox 10">
            <a:extLst>
              <a:ext uri="{FF2B5EF4-FFF2-40B4-BE49-F238E27FC236}">
                <a16:creationId xmlns:a16="http://schemas.microsoft.com/office/drawing/2014/main" id="{D22AFBF0-F295-1F00-E8F8-B2DF26CFC7AA}"/>
              </a:ext>
            </a:extLst>
          </p:cNvPr>
          <p:cNvSpPr txBox="1"/>
          <p:nvPr/>
        </p:nvSpPr>
        <p:spPr>
          <a:xfrm>
            <a:off x="1088129" y="4938397"/>
            <a:ext cx="2492298" cy="461665"/>
          </a:xfrm>
          <a:prstGeom prst="rect">
            <a:avLst/>
          </a:prstGeom>
          <a:solidFill>
            <a:srgbClr val="FFFF00">
              <a:alpha val="35000"/>
            </a:srgb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err="1"/>
              <a:t>Bjönson</a:t>
            </a:r>
            <a:r>
              <a:rPr lang="en-US" sz="2400"/>
              <a:t> distance </a:t>
            </a:r>
          </a:p>
        </p:txBody>
      </p:sp>
      <p:pic>
        <p:nvPicPr>
          <p:cNvPr id="12" name="Picture 11">
            <a:extLst>
              <a:ext uri="{FF2B5EF4-FFF2-40B4-BE49-F238E27FC236}">
                <a16:creationId xmlns:a16="http://schemas.microsoft.com/office/drawing/2014/main" id="{2154E3EB-2348-63D5-719A-B9B9082F2FF3}"/>
              </a:ext>
            </a:extLst>
          </p:cNvPr>
          <p:cNvPicPr>
            <a:picLocks noChangeAspect="1"/>
          </p:cNvPicPr>
          <p:nvPr/>
        </p:nvPicPr>
        <p:blipFill>
          <a:blip r:embed="rId7"/>
          <a:stretch>
            <a:fillRect/>
          </a:stretch>
        </p:blipFill>
        <p:spPr>
          <a:xfrm>
            <a:off x="4172520" y="5010620"/>
            <a:ext cx="2137549" cy="465331"/>
          </a:xfrm>
          <a:prstGeom prst="rect">
            <a:avLst/>
          </a:prstGeom>
        </p:spPr>
      </p:pic>
      <p:pic>
        <p:nvPicPr>
          <p:cNvPr id="2" name="Picture 1">
            <a:extLst>
              <a:ext uri="{FF2B5EF4-FFF2-40B4-BE49-F238E27FC236}">
                <a16:creationId xmlns:a16="http://schemas.microsoft.com/office/drawing/2014/main" id="{04C9D97E-132A-BCBD-BFFA-BEF6293BD78F}"/>
              </a:ext>
            </a:extLst>
          </p:cNvPr>
          <p:cNvPicPr>
            <a:picLocks noChangeAspect="1"/>
          </p:cNvPicPr>
          <p:nvPr/>
        </p:nvPicPr>
        <p:blipFill>
          <a:blip r:embed="rId8"/>
          <a:stretch>
            <a:fillRect/>
          </a:stretch>
        </p:blipFill>
        <p:spPr>
          <a:xfrm>
            <a:off x="1305379" y="5697764"/>
            <a:ext cx="1562100" cy="723900"/>
          </a:xfrm>
          <a:prstGeom prst="rect">
            <a:avLst/>
          </a:prstGeom>
        </p:spPr>
      </p:pic>
      <p:sp>
        <p:nvSpPr>
          <p:cNvPr id="14" name="Arrow: Right 13">
            <a:extLst>
              <a:ext uri="{FF2B5EF4-FFF2-40B4-BE49-F238E27FC236}">
                <a16:creationId xmlns:a16="http://schemas.microsoft.com/office/drawing/2014/main" id="{F5DD9325-51AD-E8D6-7D52-6BFBF354928C}"/>
              </a:ext>
            </a:extLst>
          </p:cNvPr>
          <p:cNvSpPr/>
          <p:nvPr/>
        </p:nvSpPr>
        <p:spPr>
          <a:xfrm>
            <a:off x="3371031" y="5925192"/>
            <a:ext cx="699384" cy="270373"/>
          </a:xfrm>
          <a:prstGeom prst="rightArrow">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129BC5B-DE23-7699-2655-9B33A161EA9F}"/>
              </a:ext>
            </a:extLst>
          </p:cNvPr>
          <p:cNvSpPr txBox="1"/>
          <p:nvPr/>
        </p:nvSpPr>
        <p:spPr>
          <a:xfrm>
            <a:off x="4535272" y="5827397"/>
            <a:ext cx="4941582" cy="461665"/>
          </a:xfrm>
          <a:prstGeom prst="rect">
            <a:avLst/>
          </a:prstGeom>
          <a:solidFill>
            <a:schemeClr val="accent5">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Phase variations are more </a:t>
            </a:r>
            <a:r>
              <a:rPr lang="en-US" sz="2400">
                <a:ea typeface="+mn-lt"/>
                <a:cs typeface="+mn-lt"/>
              </a:rPr>
              <a:t>prevalent</a:t>
            </a:r>
            <a:r>
              <a:rPr lang="en-US" sz="2400"/>
              <a:t> </a:t>
            </a:r>
          </a:p>
        </p:txBody>
      </p:sp>
      <p:sp>
        <p:nvSpPr>
          <p:cNvPr id="16" name="TextBox 15">
            <a:extLst>
              <a:ext uri="{FF2B5EF4-FFF2-40B4-BE49-F238E27FC236}">
                <a16:creationId xmlns:a16="http://schemas.microsoft.com/office/drawing/2014/main" id="{61A4E331-9535-C3F5-E3AF-6305CE6A6B8A}"/>
              </a:ext>
            </a:extLst>
          </p:cNvPr>
          <p:cNvSpPr txBox="1"/>
          <p:nvPr/>
        </p:nvSpPr>
        <p:spPr>
          <a:xfrm>
            <a:off x="-4838" y="6417733"/>
            <a:ext cx="12201677" cy="4429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t>Björnson E, Demir ÖT, Sanguinetti L. A primer on near-field beamforming for arrays and reconfigurable intelligent surfaces. In2021 55th Asilomar Conference on Signals, Systems, and Computers 2021 Oct 31 (pp. 105-112). IEEE.</a:t>
            </a:r>
          </a:p>
        </p:txBody>
      </p:sp>
    </p:spTree>
    <p:extLst>
      <p:ext uri="{BB962C8B-B14F-4D97-AF65-F5344CB8AC3E}">
        <p14:creationId xmlns:p14="http://schemas.microsoft.com/office/powerpoint/2010/main" val="35569317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C19FB7-F939-C66C-97AD-5DCF78BDA9A4}"/>
              </a:ext>
            </a:extLst>
          </p:cNvPr>
          <p:cNvSpPr>
            <a:spLocks noGrp="1"/>
          </p:cNvSpPr>
          <p:nvPr>
            <p:ph idx="1"/>
          </p:nvPr>
        </p:nvSpPr>
        <p:spPr/>
        <p:txBody>
          <a:bodyPr vert="horz" lIns="91440" tIns="45720" rIns="91440" bIns="45720" rtlCol="0" anchor="t">
            <a:normAutofit/>
          </a:bodyPr>
          <a:lstStyle/>
          <a:p>
            <a:r>
              <a:rPr lang="en-US">
                <a:ea typeface="+mn-lt"/>
                <a:cs typeface="+mn-lt"/>
              </a:rPr>
              <a:t>Fresnel region and is characterized by the fact that the amplitude variations can be neglected, but not the phase variations.</a:t>
            </a:r>
            <a:endParaRPr lang="en-US"/>
          </a:p>
        </p:txBody>
      </p:sp>
      <p:sp>
        <p:nvSpPr>
          <p:cNvPr id="5" name="Rectangle 4">
            <a:extLst>
              <a:ext uri="{FF2B5EF4-FFF2-40B4-BE49-F238E27FC236}">
                <a16:creationId xmlns:a16="http://schemas.microsoft.com/office/drawing/2014/main" id="{0B99E642-E7D3-B231-4F8F-1F91BBE90028}"/>
              </a:ext>
            </a:extLst>
          </p:cNvPr>
          <p:cNvSpPr/>
          <p:nvPr/>
        </p:nvSpPr>
        <p:spPr>
          <a:xfrm>
            <a:off x="0" y="-3175"/>
            <a:ext cx="12192000" cy="1524039"/>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T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7CB8CC4F-10BA-9230-438F-6B150E9D0211}"/>
                  </a:ext>
                </a:extLst>
              </p14:cNvPr>
              <p14:cNvContentPartPr/>
              <p14:nvPr/>
            </p14:nvContentPartPr>
            <p14:xfrm>
              <a:off x="506301" y="525275"/>
              <a:ext cx="11183760" cy="360"/>
            </p14:xfrm>
          </p:contentPart>
        </mc:Choice>
        <mc:Fallback xmlns="">
          <p:pic>
            <p:nvPicPr>
              <p:cNvPr id="7" name="Ink 6">
                <a:extLst>
                  <a:ext uri="{FF2B5EF4-FFF2-40B4-BE49-F238E27FC236}">
                    <a16:creationId xmlns:a16="http://schemas.microsoft.com/office/drawing/2014/main" id="{7CB8CC4F-10BA-9230-438F-6B150E9D0211}"/>
                  </a:ext>
                </a:extLst>
              </p:cNvPr>
              <p:cNvPicPr/>
              <p:nvPr/>
            </p:nvPicPr>
            <p:blipFill>
              <a:blip r:embed="rId4"/>
              <a:stretch>
                <a:fillRect/>
              </a:stretch>
            </p:blipFill>
            <p:spPr>
              <a:xfrm>
                <a:off x="470302" y="489275"/>
                <a:ext cx="11255398" cy="72000"/>
              </a:xfrm>
              <a:prstGeom prst="rect">
                <a:avLst/>
              </a:prstGeom>
            </p:spPr>
          </p:pic>
        </mc:Fallback>
      </mc:AlternateContent>
      <p:sp>
        <p:nvSpPr>
          <p:cNvPr id="9" name="TextBox 8">
            <a:extLst>
              <a:ext uri="{FF2B5EF4-FFF2-40B4-BE49-F238E27FC236}">
                <a16:creationId xmlns:a16="http://schemas.microsoft.com/office/drawing/2014/main" id="{D20471DB-9FB5-200D-8C40-ED81ABC17926}"/>
              </a:ext>
            </a:extLst>
          </p:cNvPr>
          <p:cNvSpPr txBox="1"/>
          <p:nvPr/>
        </p:nvSpPr>
        <p:spPr>
          <a:xfrm>
            <a:off x="411237" y="1209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solidFill>
                  <a:schemeClr val="accent1"/>
                </a:solidFill>
                <a:latin typeface="Times New Roman"/>
                <a:cs typeface="Times New Roman"/>
              </a:rPr>
              <a:t>RIT</a:t>
            </a:r>
          </a:p>
        </p:txBody>
      </p:sp>
      <p:sp>
        <p:nvSpPr>
          <p:cNvPr id="8" name="Title 1">
            <a:extLst>
              <a:ext uri="{FF2B5EF4-FFF2-40B4-BE49-F238E27FC236}">
                <a16:creationId xmlns:a16="http://schemas.microsoft.com/office/drawing/2014/main" id="{C4F4E60F-2C04-B357-3E9E-6F63A562775D}"/>
              </a:ext>
            </a:extLst>
          </p:cNvPr>
          <p:cNvSpPr>
            <a:spLocks noGrp="1"/>
          </p:cNvSpPr>
          <p:nvPr/>
        </p:nvSpPr>
        <p:spPr>
          <a:xfrm>
            <a:off x="698306" y="476721"/>
            <a:ext cx="11229218" cy="134975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a:latin typeface="Times New Roman"/>
                <a:cs typeface="Times New Roman"/>
              </a:rPr>
              <a:t>Nearfield of the Antenna Array</a:t>
            </a:r>
          </a:p>
        </p:txBody>
      </p:sp>
      <p:pic>
        <p:nvPicPr>
          <p:cNvPr id="4" name="Picture 3">
            <a:extLst>
              <a:ext uri="{FF2B5EF4-FFF2-40B4-BE49-F238E27FC236}">
                <a16:creationId xmlns:a16="http://schemas.microsoft.com/office/drawing/2014/main" id="{AFB715D9-9E67-A6F1-B49A-0380C4C99409}"/>
              </a:ext>
            </a:extLst>
          </p:cNvPr>
          <p:cNvPicPr>
            <a:picLocks noChangeAspect="1"/>
          </p:cNvPicPr>
          <p:nvPr/>
        </p:nvPicPr>
        <p:blipFill>
          <a:blip r:embed="rId5"/>
          <a:stretch>
            <a:fillRect/>
          </a:stretch>
        </p:blipFill>
        <p:spPr>
          <a:xfrm>
            <a:off x="4692544" y="2850293"/>
            <a:ext cx="2552467" cy="586135"/>
          </a:xfrm>
          <a:prstGeom prst="rect">
            <a:avLst/>
          </a:prstGeom>
          <a:ln w="57150">
            <a:solidFill>
              <a:srgbClr val="7030A0"/>
            </a:solidFill>
          </a:ln>
        </p:spPr>
      </p:pic>
      <p:pic>
        <p:nvPicPr>
          <p:cNvPr id="2" name="Picture 1">
            <a:extLst>
              <a:ext uri="{FF2B5EF4-FFF2-40B4-BE49-F238E27FC236}">
                <a16:creationId xmlns:a16="http://schemas.microsoft.com/office/drawing/2014/main" id="{0E1CAE0C-3FC1-8448-CE35-851957C36391}"/>
              </a:ext>
            </a:extLst>
          </p:cNvPr>
          <p:cNvPicPr>
            <a:picLocks noChangeAspect="1"/>
          </p:cNvPicPr>
          <p:nvPr/>
        </p:nvPicPr>
        <p:blipFill>
          <a:blip r:embed="rId6"/>
          <a:stretch>
            <a:fillRect/>
          </a:stretch>
        </p:blipFill>
        <p:spPr>
          <a:xfrm>
            <a:off x="601" y="3105996"/>
            <a:ext cx="4308132" cy="3268876"/>
          </a:xfrm>
          <a:prstGeom prst="rect">
            <a:avLst/>
          </a:prstGeom>
          <a:ln>
            <a:noFill/>
          </a:ln>
        </p:spPr>
      </p:pic>
      <p:pic>
        <p:nvPicPr>
          <p:cNvPr id="6" name="Picture 5">
            <a:extLst>
              <a:ext uri="{FF2B5EF4-FFF2-40B4-BE49-F238E27FC236}">
                <a16:creationId xmlns:a16="http://schemas.microsoft.com/office/drawing/2014/main" id="{A839E297-1F2B-7212-FB81-358D363A53AD}"/>
              </a:ext>
            </a:extLst>
          </p:cNvPr>
          <p:cNvPicPr>
            <a:picLocks noChangeAspect="1"/>
          </p:cNvPicPr>
          <p:nvPr/>
        </p:nvPicPr>
        <p:blipFill>
          <a:blip r:embed="rId7"/>
          <a:stretch>
            <a:fillRect/>
          </a:stretch>
        </p:blipFill>
        <p:spPr>
          <a:xfrm>
            <a:off x="7617332" y="3142280"/>
            <a:ext cx="4308132" cy="3268877"/>
          </a:xfrm>
          <a:prstGeom prst="rect">
            <a:avLst/>
          </a:prstGeom>
          <a:ln>
            <a:noFill/>
          </a:ln>
        </p:spPr>
      </p:pic>
      <p:sp>
        <p:nvSpPr>
          <p:cNvPr id="10" name="Rectangle 9">
            <a:extLst>
              <a:ext uri="{FF2B5EF4-FFF2-40B4-BE49-F238E27FC236}">
                <a16:creationId xmlns:a16="http://schemas.microsoft.com/office/drawing/2014/main" id="{656C94D1-E04A-2FB0-55EA-09851BE9A657}"/>
              </a:ext>
            </a:extLst>
          </p:cNvPr>
          <p:cNvSpPr/>
          <p:nvPr/>
        </p:nvSpPr>
        <p:spPr>
          <a:xfrm>
            <a:off x="4305905" y="3592285"/>
            <a:ext cx="3314093" cy="2890761"/>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Example : Fraunhofer distance</a:t>
            </a:r>
          </a:p>
          <a:p>
            <a:pPr algn="ctr"/>
            <a:endParaRPr lang="en-US" sz="2400">
              <a:solidFill>
                <a:schemeClr val="tx1"/>
              </a:solidFill>
            </a:endParaRPr>
          </a:p>
          <a:p>
            <a:pPr algn="ctr"/>
            <a:r>
              <a:rPr lang="en-US" sz="2400">
                <a:solidFill>
                  <a:schemeClr val="tx1"/>
                </a:solidFill>
              </a:rPr>
              <a:t>0.5×0.5, 3 GHz = 10 m</a:t>
            </a:r>
          </a:p>
          <a:p>
            <a:pPr algn="ctr"/>
            <a:r>
              <a:rPr lang="en-US" sz="2400">
                <a:solidFill>
                  <a:schemeClr val="tx1"/>
                </a:solidFill>
              </a:rPr>
              <a:t>1×1 m, 15 GHz = 200m</a:t>
            </a:r>
          </a:p>
          <a:p>
            <a:pPr algn="ctr"/>
            <a:r>
              <a:rPr lang="en-US" sz="2400">
                <a:solidFill>
                  <a:schemeClr val="tx1"/>
                </a:solidFill>
              </a:rPr>
              <a:t>1×1 m, 30 GHz = 400 m</a:t>
            </a:r>
          </a:p>
        </p:txBody>
      </p:sp>
      <p:sp>
        <p:nvSpPr>
          <p:cNvPr id="12" name="TextBox 11">
            <a:extLst>
              <a:ext uri="{FF2B5EF4-FFF2-40B4-BE49-F238E27FC236}">
                <a16:creationId xmlns:a16="http://schemas.microsoft.com/office/drawing/2014/main" id="{B36C2F51-B05B-A8E9-818A-2C189D9DD809}"/>
              </a:ext>
            </a:extLst>
          </p:cNvPr>
          <p:cNvSpPr txBox="1"/>
          <p:nvPr/>
        </p:nvSpPr>
        <p:spPr>
          <a:xfrm>
            <a:off x="105581" y="6599590"/>
            <a:ext cx="6097712" cy="261610"/>
          </a:xfrm>
          <a:prstGeom prst="rect">
            <a:avLst/>
          </a:prstGeom>
          <a:noFill/>
        </p:spPr>
        <p:txBody>
          <a:bodyPr wrap="square">
            <a:spAutoFit/>
          </a:bodyPr>
          <a:lstStyle/>
          <a:p>
            <a:r>
              <a:rPr lang="en-US" sz="1050" dirty="0">
                <a:hlinkClick r:id="rId8"/>
              </a:rPr>
              <a:t>6G in the Upper Mid-Band: The Rise of Gigantic MIMO - YouTube</a:t>
            </a:r>
            <a:endParaRPr lang="en-US" sz="1050" dirty="0"/>
          </a:p>
        </p:txBody>
      </p:sp>
    </p:spTree>
    <p:extLst>
      <p:ext uri="{BB962C8B-B14F-4D97-AF65-F5344CB8AC3E}">
        <p14:creationId xmlns:p14="http://schemas.microsoft.com/office/powerpoint/2010/main" val="25355266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B99E642-E7D3-B231-4F8F-1F91BBE90028}"/>
              </a:ext>
            </a:extLst>
          </p:cNvPr>
          <p:cNvSpPr/>
          <p:nvPr/>
        </p:nvSpPr>
        <p:spPr>
          <a:xfrm>
            <a:off x="0" y="-3175"/>
            <a:ext cx="12192000" cy="1524039"/>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T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7CB8CC4F-10BA-9230-438F-6B150E9D0211}"/>
                  </a:ext>
                </a:extLst>
              </p14:cNvPr>
              <p14:cNvContentPartPr/>
              <p14:nvPr/>
            </p14:nvContentPartPr>
            <p14:xfrm>
              <a:off x="506301" y="525275"/>
              <a:ext cx="11183760" cy="360"/>
            </p14:xfrm>
          </p:contentPart>
        </mc:Choice>
        <mc:Fallback xmlns="">
          <p:pic>
            <p:nvPicPr>
              <p:cNvPr id="7" name="Ink 6">
                <a:extLst>
                  <a:ext uri="{FF2B5EF4-FFF2-40B4-BE49-F238E27FC236}">
                    <a16:creationId xmlns:a16="http://schemas.microsoft.com/office/drawing/2014/main" id="{7CB8CC4F-10BA-9230-438F-6B150E9D0211}"/>
                  </a:ext>
                </a:extLst>
              </p:cNvPr>
              <p:cNvPicPr/>
              <p:nvPr/>
            </p:nvPicPr>
            <p:blipFill>
              <a:blip r:embed="rId4"/>
              <a:stretch>
                <a:fillRect/>
              </a:stretch>
            </p:blipFill>
            <p:spPr>
              <a:xfrm>
                <a:off x="470302" y="489275"/>
                <a:ext cx="11255398" cy="72000"/>
              </a:xfrm>
              <a:prstGeom prst="rect">
                <a:avLst/>
              </a:prstGeom>
            </p:spPr>
          </p:pic>
        </mc:Fallback>
      </mc:AlternateContent>
      <p:sp>
        <p:nvSpPr>
          <p:cNvPr id="9" name="TextBox 8">
            <a:extLst>
              <a:ext uri="{FF2B5EF4-FFF2-40B4-BE49-F238E27FC236}">
                <a16:creationId xmlns:a16="http://schemas.microsoft.com/office/drawing/2014/main" id="{D20471DB-9FB5-200D-8C40-ED81ABC17926}"/>
              </a:ext>
            </a:extLst>
          </p:cNvPr>
          <p:cNvSpPr txBox="1"/>
          <p:nvPr/>
        </p:nvSpPr>
        <p:spPr>
          <a:xfrm>
            <a:off x="411237" y="1209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solidFill>
                  <a:schemeClr val="accent1"/>
                </a:solidFill>
                <a:latin typeface="Times New Roman"/>
                <a:cs typeface="Times New Roman"/>
              </a:rPr>
              <a:t>RIT</a:t>
            </a:r>
          </a:p>
        </p:txBody>
      </p:sp>
      <p:sp>
        <p:nvSpPr>
          <p:cNvPr id="8" name="Title 1">
            <a:extLst>
              <a:ext uri="{FF2B5EF4-FFF2-40B4-BE49-F238E27FC236}">
                <a16:creationId xmlns:a16="http://schemas.microsoft.com/office/drawing/2014/main" id="{C4F4E60F-2C04-B357-3E9E-6F63A562775D}"/>
              </a:ext>
            </a:extLst>
          </p:cNvPr>
          <p:cNvSpPr>
            <a:spLocks noGrp="1"/>
          </p:cNvSpPr>
          <p:nvPr/>
        </p:nvSpPr>
        <p:spPr>
          <a:xfrm>
            <a:off x="698306" y="47672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4000">
              <a:ea typeface="+mj-lt"/>
              <a:cs typeface="+mj-lt"/>
            </a:endParaRPr>
          </a:p>
        </p:txBody>
      </p:sp>
      <p:sp>
        <p:nvSpPr>
          <p:cNvPr id="4" name="Title 1">
            <a:extLst>
              <a:ext uri="{FF2B5EF4-FFF2-40B4-BE49-F238E27FC236}">
                <a16:creationId xmlns:a16="http://schemas.microsoft.com/office/drawing/2014/main" id="{D09E952D-8FC9-18E9-5D11-83777FFCAA18}"/>
              </a:ext>
            </a:extLst>
          </p:cNvPr>
          <p:cNvSpPr>
            <a:spLocks noGrp="1"/>
          </p:cNvSpPr>
          <p:nvPr/>
        </p:nvSpPr>
        <p:spPr>
          <a:xfrm>
            <a:off x="684018" y="49815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4000">
              <a:ea typeface="+mj-lt"/>
              <a:cs typeface="+mj-lt"/>
            </a:endParaRPr>
          </a:p>
        </p:txBody>
      </p:sp>
      <p:sp>
        <p:nvSpPr>
          <p:cNvPr id="10" name="Title 1">
            <a:extLst>
              <a:ext uri="{FF2B5EF4-FFF2-40B4-BE49-F238E27FC236}">
                <a16:creationId xmlns:a16="http://schemas.microsoft.com/office/drawing/2014/main" id="{2343E9EE-99CE-ABE2-CF73-7B47983107A3}"/>
              </a:ext>
            </a:extLst>
          </p:cNvPr>
          <p:cNvSpPr>
            <a:spLocks noGrp="1"/>
          </p:cNvSpPr>
          <p:nvPr/>
        </p:nvSpPr>
        <p:spPr>
          <a:xfrm>
            <a:off x="685039" y="47944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a:latin typeface="Times New Roman"/>
                <a:cs typeface="Times New Roman"/>
              </a:rPr>
              <a:t>National Radio Dynamic Zones (SII-NRDZ)</a:t>
            </a:r>
          </a:p>
        </p:txBody>
      </p:sp>
      <p:sp>
        <p:nvSpPr>
          <p:cNvPr id="2" name="TextBox 1">
            <a:extLst>
              <a:ext uri="{FF2B5EF4-FFF2-40B4-BE49-F238E27FC236}">
                <a16:creationId xmlns:a16="http://schemas.microsoft.com/office/drawing/2014/main" id="{5E97097E-4BE2-D6EC-0BDE-3288EF1E1C27}"/>
              </a:ext>
            </a:extLst>
          </p:cNvPr>
          <p:cNvSpPr txBox="1"/>
          <p:nvPr/>
        </p:nvSpPr>
        <p:spPr>
          <a:xfrm>
            <a:off x="4126609" y="1603707"/>
            <a:ext cx="5752455" cy="1213244"/>
          </a:xfrm>
          <a:prstGeom prst="rect">
            <a:avLst/>
          </a:prstGeom>
          <a:solidFill>
            <a:schemeClr val="accent2">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400"/>
              <a:t>Allows radio waves to transmit freely.</a:t>
            </a:r>
            <a:endParaRPr lang="en-US" sz="2400" b="1"/>
          </a:p>
          <a:p>
            <a:pPr marL="228600" lvl="1" indent="-228600">
              <a:buFont typeface=""/>
              <a:buChar char="•"/>
            </a:pPr>
            <a:r>
              <a:rPr lang="en-US" sz="2400"/>
              <a:t>Advanced technologies for </a:t>
            </a:r>
            <a:r>
              <a:rPr lang="en-US" sz="2400" b="1"/>
              <a:t>spectrum sharing</a:t>
            </a:r>
            <a:r>
              <a:rPr lang="en-US" sz="2400"/>
              <a:t> and coexistence.</a:t>
            </a:r>
          </a:p>
        </p:txBody>
      </p:sp>
      <p:sp>
        <p:nvSpPr>
          <p:cNvPr id="6" name="TextBox 5">
            <a:extLst>
              <a:ext uri="{FF2B5EF4-FFF2-40B4-BE49-F238E27FC236}">
                <a16:creationId xmlns:a16="http://schemas.microsoft.com/office/drawing/2014/main" id="{14F9DC39-A3CB-E53D-65D9-FCD4AEA3D1BB}"/>
              </a:ext>
            </a:extLst>
          </p:cNvPr>
          <p:cNvSpPr txBox="1"/>
          <p:nvPr/>
        </p:nvSpPr>
        <p:spPr>
          <a:xfrm>
            <a:off x="501113" y="1805553"/>
            <a:ext cx="2743200" cy="830997"/>
          </a:xfrm>
          <a:prstGeom prst="rect">
            <a:avLst/>
          </a:prstGeom>
          <a:solidFill>
            <a:srgbClr val="7030A0">
              <a:alpha val="26000"/>
            </a:srgb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sz="2400" b="1">
                <a:cs typeface="Arial"/>
              </a:rPr>
              <a:t>What is the Dynamic Zone?</a:t>
            </a:r>
            <a:r>
              <a:rPr lang="en-US" sz="2400">
                <a:cs typeface="Arial"/>
              </a:rPr>
              <a:t>​</a:t>
            </a:r>
          </a:p>
        </p:txBody>
      </p:sp>
      <p:sp>
        <p:nvSpPr>
          <p:cNvPr id="11" name="TextBox 10">
            <a:extLst>
              <a:ext uri="{FF2B5EF4-FFF2-40B4-BE49-F238E27FC236}">
                <a16:creationId xmlns:a16="http://schemas.microsoft.com/office/drawing/2014/main" id="{8962B709-B2C1-AE02-CE15-C9A887AB938E}"/>
              </a:ext>
            </a:extLst>
          </p:cNvPr>
          <p:cNvSpPr txBox="1"/>
          <p:nvPr/>
        </p:nvSpPr>
        <p:spPr>
          <a:xfrm>
            <a:off x="501113" y="3019586"/>
            <a:ext cx="2743200" cy="461665"/>
          </a:xfrm>
          <a:prstGeom prst="rect">
            <a:avLst/>
          </a:prstGeom>
          <a:solidFill>
            <a:schemeClr val="accent6">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sz="2400" b="1">
                <a:cs typeface="Arial"/>
              </a:rPr>
              <a:t>Why It Matters</a:t>
            </a:r>
            <a:endParaRPr lang="en-US" sz="2400">
              <a:cs typeface="Arial"/>
            </a:endParaRPr>
          </a:p>
        </p:txBody>
      </p:sp>
      <p:sp>
        <p:nvSpPr>
          <p:cNvPr id="12" name="TextBox 11">
            <a:extLst>
              <a:ext uri="{FF2B5EF4-FFF2-40B4-BE49-F238E27FC236}">
                <a16:creationId xmlns:a16="http://schemas.microsoft.com/office/drawing/2014/main" id="{2C271A1F-3A15-8738-FF12-3010F063728E}"/>
              </a:ext>
            </a:extLst>
          </p:cNvPr>
          <p:cNvSpPr txBox="1"/>
          <p:nvPr/>
        </p:nvSpPr>
        <p:spPr>
          <a:xfrm>
            <a:off x="4130299" y="2812942"/>
            <a:ext cx="5752454" cy="830997"/>
          </a:xfrm>
          <a:prstGeom prst="rect">
            <a:avLst/>
          </a:prstGeom>
          <a:solidFill>
            <a:schemeClr val="accent4">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lvl="1" indent="-228600">
              <a:buFont typeface=""/>
              <a:buChar char="•"/>
            </a:pPr>
            <a:r>
              <a:rPr lang="en-US" sz="2400">
                <a:cs typeface="Arial"/>
              </a:rPr>
              <a:t>Spectrum is a limited resource.​</a:t>
            </a:r>
          </a:p>
          <a:p>
            <a:pPr marL="228600" lvl="1" indent="-228600">
              <a:buFont typeface=""/>
              <a:buChar char="•"/>
            </a:pPr>
            <a:r>
              <a:rPr lang="en-US" sz="2400">
                <a:cs typeface="Arial"/>
              </a:rPr>
              <a:t>Traditional methods are insufficient.​</a:t>
            </a:r>
          </a:p>
        </p:txBody>
      </p:sp>
      <p:pic>
        <p:nvPicPr>
          <p:cNvPr id="13" name="Picture 12" descr="NRDZ Partnership -- A Workshop Series Sponsored by NSF: Home">
            <a:extLst>
              <a:ext uri="{FF2B5EF4-FFF2-40B4-BE49-F238E27FC236}">
                <a16:creationId xmlns:a16="http://schemas.microsoft.com/office/drawing/2014/main" id="{6E72CD41-2AD2-D16F-A231-73A7682E7749}"/>
              </a:ext>
            </a:extLst>
          </p:cNvPr>
          <p:cNvPicPr>
            <a:picLocks noChangeAspect="1"/>
          </p:cNvPicPr>
          <p:nvPr/>
        </p:nvPicPr>
        <p:blipFill>
          <a:blip r:embed="rId5"/>
          <a:stretch>
            <a:fillRect/>
          </a:stretch>
        </p:blipFill>
        <p:spPr>
          <a:xfrm>
            <a:off x="2399654" y="3645037"/>
            <a:ext cx="7483097" cy="3080875"/>
          </a:xfrm>
          <a:prstGeom prst="rect">
            <a:avLst/>
          </a:prstGeom>
          <a:ln>
            <a:noFill/>
          </a:ln>
        </p:spPr>
      </p:pic>
      <p:sp>
        <p:nvSpPr>
          <p:cNvPr id="15" name="TextBox 14">
            <a:extLst>
              <a:ext uri="{FF2B5EF4-FFF2-40B4-BE49-F238E27FC236}">
                <a16:creationId xmlns:a16="http://schemas.microsoft.com/office/drawing/2014/main" id="{38441DAD-75FE-8EEF-D350-81136C414694}"/>
              </a:ext>
            </a:extLst>
          </p:cNvPr>
          <p:cNvSpPr txBox="1"/>
          <p:nvPr/>
        </p:nvSpPr>
        <p:spPr>
          <a:xfrm>
            <a:off x="9877587" y="3639519"/>
            <a:ext cx="870489"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dirty="0">
                <a:hlinkClick r:id="rId6"/>
              </a:rPr>
              <a:t>https://www.cs.albany.edu/nrdz-ra/</a:t>
            </a:r>
            <a:endParaRPr lang="en-US" sz="1100" dirty="0"/>
          </a:p>
        </p:txBody>
      </p:sp>
      <p:sp>
        <p:nvSpPr>
          <p:cNvPr id="16" name="TextBox 15">
            <a:extLst>
              <a:ext uri="{FF2B5EF4-FFF2-40B4-BE49-F238E27FC236}">
                <a16:creationId xmlns:a16="http://schemas.microsoft.com/office/drawing/2014/main" id="{E33BEDBD-E6BC-36C1-56A7-ACE968C208AF}"/>
              </a:ext>
            </a:extLst>
          </p:cNvPr>
          <p:cNvSpPr txBox="1"/>
          <p:nvPr/>
        </p:nvSpPr>
        <p:spPr>
          <a:xfrm>
            <a:off x="-2583" y="6597112"/>
            <a:ext cx="8684217"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dirty="0">
                <a:ea typeface="+mn-lt"/>
                <a:cs typeface="+mn-lt"/>
                <a:hlinkClick r:id="rId7"/>
              </a:rPr>
              <a:t>https://new.nsf.gov/funding/opportunities/sii-nrdz-spectrum-innovation-initiative-national-radio-dynamic-zones/505990/nsf22-579</a:t>
            </a:r>
            <a:endParaRPr lang="en-US" dirty="0">
              <a:ea typeface="+mn-lt"/>
              <a:cs typeface="+mn-lt"/>
            </a:endParaRPr>
          </a:p>
        </p:txBody>
      </p:sp>
    </p:spTree>
    <p:extLst>
      <p:ext uri="{BB962C8B-B14F-4D97-AF65-F5344CB8AC3E}">
        <p14:creationId xmlns:p14="http://schemas.microsoft.com/office/powerpoint/2010/main" val="27198045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B99E642-E7D3-B231-4F8F-1F91BBE90028}"/>
              </a:ext>
            </a:extLst>
          </p:cNvPr>
          <p:cNvSpPr/>
          <p:nvPr/>
        </p:nvSpPr>
        <p:spPr>
          <a:xfrm>
            <a:off x="0" y="-3175"/>
            <a:ext cx="12192000" cy="1524039"/>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T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7CB8CC4F-10BA-9230-438F-6B150E9D0211}"/>
                  </a:ext>
                </a:extLst>
              </p14:cNvPr>
              <p14:cNvContentPartPr/>
              <p14:nvPr/>
            </p14:nvContentPartPr>
            <p14:xfrm>
              <a:off x="506301" y="525275"/>
              <a:ext cx="11183760" cy="360"/>
            </p14:xfrm>
          </p:contentPart>
        </mc:Choice>
        <mc:Fallback xmlns="">
          <p:pic>
            <p:nvPicPr>
              <p:cNvPr id="7" name="Ink 6">
                <a:extLst>
                  <a:ext uri="{FF2B5EF4-FFF2-40B4-BE49-F238E27FC236}">
                    <a16:creationId xmlns:a16="http://schemas.microsoft.com/office/drawing/2014/main" id="{7CB8CC4F-10BA-9230-438F-6B150E9D0211}"/>
                  </a:ext>
                </a:extLst>
              </p:cNvPr>
              <p:cNvPicPr/>
              <p:nvPr/>
            </p:nvPicPr>
            <p:blipFill>
              <a:blip r:embed="rId4"/>
              <a:stretch>
                <a:fillRect/>
              </a:stretch>
            </p:blipFill>
            <p:spPr>
              <a:xfrm>
                <a:off x="470302" y="489275"/>
                <a:ext cx="11255398" cy="72000"/>
              </a:xfrm>
              <a:prstGeom prst="rect">
                <a:avLst/>
              </a:prstGeom>
            </p:spPr>
          </p:pic>
        </mc:Fallback>
      </mc:AlternateContent>
      <p:sp>
        <p:nvSpPr>
          <p:cNvPr id="9" name="TextBox 8">
            <a:extLst>
              <a:ext uri="{FF2B5EF4-FFF2-40B4-BE49-F238E27FC236}">
                <a16:creationId xmlns:a16="http://schemas.microsoft.com/office/drawing/2014/main" id="{D20471DB-9FB5-200D-8C40-ED81ABC17926}"/>
              </a:ext>
            </a:extLst>
          </p:cNvPr>
          <p:cNvSpPr txBox="1"/>
          <p:nvPr/>
        </p:nvSpPr>
        <p:spPr>
          <a:xfrm>
            <a:off x="411237" y="1209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solidFill>
                  <a:schemeClr val="accent1"/>
                </a:solidFill>
                <a:latin typeface="Times New Roman"/>
                <a:cs typeface="Times New Roman"/>
              </a:rPr>
              <a:t>RIT</a:t>
            </a:r>
          </a:p>
        </p:txBody>
      </p:sp>
      <p:sp>
        <p:nvSpPr>
          <p:cNvPr id="8" name="Title 1">
            <a:extLst>
              <a:ext uri="{FF2B5EF4-FFF2-40B4-BE49-F238E27FC236}">
                <a16:creationId xmlns:a16="http://schemas.microsoft.com/office/drawing/2014/main" id="{C4F4E60F-2C04-B357-3E9E-6F63A562775D}"/>
              </a:ext>
            </a:extLst>
          </p:cNvPr>
          <p:cNvSpPr>
            <a:spLocks noGrp="1"/>
          </p:cNvSpPr>
          <p:nvPr/>
        </p:nvSpPr>
        <p:spPr>
          <a:xfrm>
            <a:off x="505581" y="53748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a:latin typeface="Times New Roman"/>
                <a:cs typeface="Times New Roman"/>
              </a:rPr>
              <a:t>How to detect aliens' signals?</a:t>
            </a:r>
            <a:endParaRPr lang="en-US"/>
          </a:p>
        </p:txBody>
      </p:sp>
      <p:pic>
        <p:nvPicPr>
          <p:cNvPr id="13" name="Content Placeholder 12">
            <a:extLst>
              <a:ext uri="{FF2B5EF4-FFF2-40B4-BE49-F238E27FC236}">
                <a16:creationId xmlns:a16="http://schemas.microsoft.com/office/drawing/2014/main" id="{ED01FA6C-F3CF-3654-6CAA-86DE14D54381}"/>
              </a:ext>
            </a:extLst>
          </p:cNvPr>
          <p:cNvPicPr>
            <a:picLocks noGrp="1" noChangeAspect="1"/>
          </p:cNvPicPr>
          <p:nvPr>
            <p:ph idx="1"/>
          </p:nvPr>
        </p:nvPicPr>
        <p:blipFill>
          <a:blip r:embed="rId5"/>
          <a:stretch>
            <a:fillRect/>
          </a:stretch>
        </p:blipFill>
        <p:spPr>
          <a:xfrm>
            <a:off x="838520" y="2306166"/>
            <a:ext cx="4460886" cy="4320200"/>
          </a:xfrm>
        </p:spPr>
      </p:pic>
      <p:sp>
        <p:nvSpPr>
          <p:cNvPr id="12" name="TextBox 11">
            <a:extLst>
              <a:ext uri="{FF2B5EF4-FFF2-40B4-BE49-F238E27FC236}">
                <a16:creationId xmlns:a16="http://schemas.microsoft.com/office/drawing/2014/main" id="{D5E7DDE5-FAC7-7A3D-7F6B-B8DE183427C9}"/>
              </a:ext>
            </a:extLst>
          </p:cNvPr>
          <p:cNvSpPr txBox="1"/>
          <p:nvPr/>
        </p:nvSpPr>
        <p:spPr>
          <a:xfrm>
            <a:off x="810277" y="1716305"/>
            <a:ext cx="4473880" cy="461665"/>
          </a:xfrm>
          <a:prstGeom prst="rect">
            <a:avLst/>
          </a:prstGeom>
          <a:solidFill>
            <a:schemeClr val="accent3">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NASA's </a:t>
            </a:r>
            <a:r>
              <a:rPr lang="en-US" sz="2400" b="1"/>
              <a:t>Project Cyclops</a:t>
            </a:r>
            <a:r>
              <a:rPr lang="en-US" sz="2400"/>
              <a:t> in 1971</a:t>
            </a:r>
          </a:p>
        </p:txBody>
      </p:sp>
      <p:sp>
        <p:nvSpPr>
          <p:cNvPr id="14" name="TextBox 13">
            <a:extLst>
              <a:ext uri="{FF2B5EF4-FFF2-40B4-BE49-F238E27FC236}">
                <a16:creationId xmlns:a16="http://schemas.microsoft.com/office/drawing/2014/main" id="{083F727A-00DD-B54D-CAEA-D0B626A371F0}"/>
              </a:ext>
            </a:extLst>
          </p:cNvPr>
          <p:cNvSpPr txBox="1"/>
          <p:nvPr/>
        </p:nvSpPr>
        <p:spPr>
          <a:xfrm>
            <a:off x="6473791" y="2231170"/>
            <a:ext cx="4031096" cy="830997"/>
          </a:xfrm>
          <a:prstGeom prst="rect">
            <a:avLst/>
          </a:prstGeom>
          <a:solidFill>
            <a:schemeClr val="accent5">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Detect signals traveling up to  </a:t>
            </a:r>
            <a:r>
              <a:rPr lang="en-US" sz="2400" b="1"/>
              <a:t>1000 </a:t>
            </a:r>
            <a:r>
              <a:rPr lang="en-US" sz="2400"/>
              <a:t>light-years</a:t>
            </a:r>
          </a:p>
        </p:txBody>
      </p:sp>
      <p:sp>
        <p:nvSpPr>
          <p:cNvPr id="15" name="TextBox 14">
            <a:extLst>
              <a:ext uri="{FF2B5EF4-FFF2-40B4-BE49-F238E27FC236}">
                <a16:creationId xmlns:a16="http://schemas.microsoft.com/office/drawing/2014/main" id="{9BA371C7-842B-5B04-AC8C-54304DA46CBB}"/>
              </a:ext>
            </a:extLst>
          </p:cNvPr>
          <p:cNvSpPr txBox="1"/>
          <p:nvPr/>
        </p:nvSpPr>
        <p:spPr>
          <a:xfrm>
            <a:off x="6473791" y="3281494"/>
            <a:ext cx="4031096" cy="1569660"/>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mn-lt"/>
                <a:cs typeface="+mn-lt"/>
              </a:rPr>
              <a:t>Absorbtion</a:t>
            </a:r>
            <a:endParaRPr lang="en-US">
              <a:ea typeface="+mn-lt"/>
              <a:cs typeface="+mn-lt"/>
            </a:endParaRPr>
          </a:p>
          <a:p>
            <a:r>
              <a:rPr lang="en-US" sz="2400">
                <a:ea typeface="+mn-lt"/>
                <a:cs typeface="+mn-lt"/>
              </a:rPr>
              <a:t>Noise</a:t>
            </a:r>
          </a:p>
          <a:p>
            <a:r>
              <a:rPr lang="en-US" sz="2400">
                <a:ea typeface="+mn-lt"/>
                <a:cs typeface="+mn-lt"/>
              </a:rPr>
              <a:t>Distinguishable from natural sources</a:t>
            </a:r>
            <a:endParaRPr lang="en-US"/>
          </a:p>
        </p:txBody>
      </p:sp>
      <p:sp>
        <p:nvSpPr>
          <p:cNvPr id="16" name="TextBox 15">
            <a:extLst>
              <a:ext uri="{FF2B5EF4-FFF2-40B4-BE49-F238E27FC236}">
                <a16:creationId xmlns:a16="http://schemas.microsoft.com/office/drawing/2014/main" id="{B055372D-DB28-ABC6-8A89-D552E47894D6}"/>
              </a:ext>
            </a:extLst>
          </p:cNvPr>
          <p:cNvSpPr txBox="1"/>
          <p:nvPr/>
        </p:nvSpPr>
        <p:spPr>
          <a:xfrm>
            <a:off x="7648173" y="5437389"/>
            <a:ext cx="1938129" cy="830997"/>
          </a:xfrm>
          <a:prstGeom prst="rect">
            <a:avLst/>
          </a:prstGeom>
          <a:solidFill>
            <a:srgbClr val="FFC000">
              <a:alpha val="24000"/>
            </a:srgb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Microwaves</a:t>
            </a:r>
          </a:p>
          <a:p>
            <a:r>
              <a:rPr lang="en-US" sz="2400">
                <a:ea typeface="+mn-lt"/>
                <a:cs typeface="+mn-lt"/>
              </a:rPr>
              <a:t>1 mm – 1 m</a:t>
            </a:r>
            <a:endParaRPr lang="en-US"/>
          </a:p>
        </p:txBody>
      </p:sp>
      <p:sp>
        <p:nvSpPr>
          <p:cNvPr id="18" name="Arrow: Up 17">
            <a:extLst>
              <a:ext uri="{FF2B5EF4-FFF2-40B4-BE49-F238E27FC236}">
                <a16:creationId xmlns:a16="http://schemas.microsoft.com/office/drawing/2014/main" id="{20B6F432-C830-C112-0ABA-30DAAE6E7FA2}"/>
              </a:ext>
            </a:extLst>
          </p:cNvPr>
          <p:cNvSpPr/>
          <p:nvPr/>
        </p:nvSpPr>
        <p:spPr>
          <a:xfrm rot="10800000">
            <a:off x="8399814" y="4860487"/>
            <a:ext cx="326571" cy="459619"/>
          </a:xfrm>
          <a:prstGeom prst="upArrow">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F0A9A4D8-D504-1CC6-FBFC-6634B1CB760B}"/>
              </a:ext>
            </a:extLst>
          </p:cNvPr>
          <p:cNvSpPr txBox="1"/>
          <p:nvPr/>
        </p:nvSpPr>
        <p:spPr>
          <a:xfrm>
            <a:off x="5311346" y="6423454"/>
            <a:ext cx="5708821"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dirty="0">
                <a:hlinkClick r:id="rId6"/>
              </a:rPr>
              <a:t>https://en.wikipedia.org/wiki/Water_hole_(radio</a:t>
            </a:r>
            <a:r>
              <a:rPr lang="en-US" sz="1100" dirty="0"/>
              <a:t>)</a:t>
            </a:r>
          </a:p>
          <a:p>
            <a:r>
              <a:rPr lang="en-US" sz="1100" dirty="0">
                <a:ea typeface="+mn-lt"/>
                <a:cs typeface="+mn-lt"/>
                <a:hlinkClick r:id="rId7"/>
              </a:rPr>
              <a:t>https://en.wikipedia.org/wiki/Project_Cyclops</a:t>
            </a:r>
            <a:endParaRPr lang="en-US" dirty="0">
              <a:ea typeface="+mn-lt"/>
              <a:cs typeface="+mn-lt"/>
            </a:endParaRPr>
          </a:p>
        </p:txBody>
      </p:sp>
    </p:spTree>
    <p:extLst>
      <p:ext uri="{BB962C8B-B14F-4D97-AF65-F5344CB8AC3E}">
        <p14:creationId xmlns:p14="http://schemas.microsoft.com/office/powerpoint/2010/main" val="35567963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B99E642-E7D3-B231-4F8F-1F91BBE90028}"/>
              </a:ext>
            </a:extLst>
          </p:cNvPr>
          <p:cNvSpPr/>
          <p:nvPr/>
        </p:nvSpPr>
        <p:spPr>
          <a:xfrm>
            <a:off x="0" y="-3175"/>
            <a:ext cx="12192000" cy="1524039"/>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T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7CB8CC4F-10BA-9230-438F-6B150E9D0211}"/>
                  </a:ext>
                </a:extLst>
              </p14:cNvPr>
              <p14:cNvContentPartPr/>
              <p14:nvPr/>
            </p14:nvContentPartPr>
            <p14:xfrm>
              <a:off x="506301" y="525275"/>
              <a:ext cx="11183760" cy="360"/>
            </p14:xfrm>
          </p:contentPart>
        </mc:Choice>
        <mc:Fallback xmlns="">
          <p:pic>
            <p:nvPicPr>
              <p:cNvPr id="7" name="Ink 6">
                <a:extLst>
                  <a:ext uri="{FF2B5EF4-FFF2-40B4-BE49-F238E27FC236}">
                    <a16:creationId xmlns:a16="http://schemas.microsoft.com/office/drawing/2014/main" id="{7CB8CC4F-10BA-9230-438F-6B150E9D0211}"/>
                  </a:ext>
                </a:extLst>
              </p:cNvPr>
              <p:cNvPicPr/>
              <p:nvPr/>
            </p:nvPicPr>
            <p:blipFill>
              <a:blip r:embed="rId4"/>
              <a:stretch>
                <a:fillRect/>
              </a:stretch>
            </p:blipFill>
            <p:spPr>
              <a:xfrm>
                <a:off x="470302" y="489275"/>
                <a:ext cx="11255398" cy="72000"/>
              </a:xfrm>
              <a:prstGeom prst="rect">
                <a:avLst/>
              </a:prstGeom>
            </p:spPr>
          </p:pic>
        </mc:Fallback>
      </mc:AlternateContent>
      <p:sp>
        <p:nvSpPr>
          <p:cNvPr id="9" name="TextBox 8">
            <a:extLst>
              <a:ext uri="{FF2B5EF4-FFF2-40B4-BE49-F238E27FC236}">
                <a16:creationId xmlns:a16="http://schemas.microsoft.com/office/drawing/2014/main" id="{D20471DB-9FB5-200D-8C40-ED81ABC17926}"/>
              </a:ext>
            </a:extLst>
          </p:cNvPr>
          <p:cNvSpPr txBox="1"/>
          <p:nvPr/>
        </p:nvSpPr>
        <p:spPr>
          <a:xfrm>
            <a:off x="411237" y="1209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solidFill>
                  <a:schemeClr val="accent1"/>
                </a:solidFill>
                <a:latin typeface="Times New Roman"/>
                <a:cs typeface="Times New Roman"/>
              </a:rPr>
              <a:t>RIT</a:t>
            </a:r>
          </a:p>
        </p:txBody>
      </p:sp>
      <p:sp>
        <p:nvSpPr>
          <p:cNvPr id="8" name="Title 1">
            <a:extLst>
              <a:ext uri="{FF2B5EF4-FFF2-40B4-BE49-F238E27FC236}">
                <a16:creationId xmlns:a16="http://schemas.microsoft.com/office/drawing/2014/main" id="{C4F4E60F-2C04-B357-3E9E-6F63A562775D}"/>
              </a:ext>
            </a:extLst>
          </p:cNvPr>
          <p:cNvSpPr>
            <a:spLocks noGrp="1"/>
          </p:cNvSpPr>
          <p:nvPr/>
        </p:nvSpPr>
        <p:spPr>
          <a:xfrm>
            <a:off x="505581" y="53748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a:latin typeface="Times New Roman"/>
                <a:cs typeface="Times New Roman"/>
              </a:rPr>
              <a:t>Waterhole</a:t>
            </a:r>
            <a:endParaRPr lang="en-US"/>
          </a:p>
        </p:txBody>
      </p:sp>
      <p:sp>
        <p:nvSpPr>
          <p:cNvPr id="12" name="TextBox 11">
            <a:extLst>
              <a:ext uri="{FF2B5EF4-FFF2-40B4-BE49-F238E27FC236}">
                <a16:creationId xmlns:a16="http://schemas.microsoft.com/office/drawing/2014/main" id="{D5E7DDE5-FAC7-7A3D-7F6B-B8DE183427C9}"/>
              </a:ext>
            </a:extLst>
          </p:cNvPr>
          <p:cNvSpPr txBox="1"/>
          <p:nvPr/>
        </p:nvSpPr>
        <p:spPr>
          <a:xfrm>
            <a:off x="749802" y="1716305"/>
            <a:ext cx="6058355" cy="461665"/>
          </a:xfrm>
          <a:prstGeom prst="rect">
            <a:avLst/>
          </a:prstGeom>
          <a:solidFill>
            <a:schemeClr val="accent3">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There is a magical narrow gate in Microwaves</a:t>
            </a:r>
          </a:p>
        </p:txBody>
      </p:sp>
      <p:sp>
        <p:nvSpPr>
          <p:cNvPr id="15" name="TextBox 14">
            <a:extLst>
              <a:ext uri="{FF2B5EF4-FFF2-40B4-BE49-F238E27FC236}">
                <a16:creationId xmlns:a16="http://schemas.microsoft.com/office/drawing/2014/main" id="{9BA371C7-842B-5B04-AC8C-54304DA46CBB}"/>
              </a:ext>
            </a:extLst>
          </p:cNvPr>
          <p:cNvSpPr txBox="1"/>
          <p:nvPr/>
        </p:nvSpPr>
        <p:spPr>
          <a:xfrm>
            <a:off x="7650053" y="3402447"/>
            <a:ext cx="4031096" cy="1938992"/>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mn-lt"/>
                <a:cs typeface="+mn-lt"/>
              </a:rPr>
              <a:t>The 242 MHz area, between the hydrogen line (1420 MHz) and the hydroxyl lines (1662MHz), are the quietest part of the spectrum</a:t>
            </a:r>
            <a:endParaRPr lang="en-US"/>
          </a:p>
        </p:txBody>
      </p:sp>
      <p:sp>
        <p:nvSpPr>
          <p:cNvPr id="16" name="TextBox 15">
            <a:extLst>
              <a:ext uri="{FF2B5EF4-FFF2-40B4-BE49-F238E27FC236}">
                <a16:creationId xmlns:a16="http://schemas.microsoft.com/office/drawing/2014/main" id="{B055372D-DB28-ABC6-8A89-D552E47894D6}"/>
              </a:ext>
            </a:extLst>
          </p:cNvPr>
          <p:cNvSpPr txBox="1"/>
          <p:nvPr/>
        </p:nvSpPr>
        <p:spPr>
          <a:xfrm>
            <a:off x="7660268" y="1712055"/>
            <a:ext cx="1865558" cy="830997"/>
          </a:xfrm>
          <a:prstGeom prst="rect">
            <a:avLst/>
          </a:prstGeom>
          <a:solidFill>
            <a:srgbClr val="FFC000">
              <a:alpha val="24000"/>
            </a:srgb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Water hole</a:t>
            </a:r>
          </a:p>
          <a:p>
            <a:r>
              <a:rPr lang="en-US" sz="2400" b="1"/>
              <a:t>18cm-21cm</a:t>
            </a:r>
          </a:p>
        </p:txBody>
      </p:sp>
      <p:sp>
        <p:nvSpPr>
          <p:cNvPr id="19" name="TextBox 18">
            <a:extLst>
              <a:ext uri="{FF2B5EF4-FFF2-40B4-BE49-F238E27FC236}">
                <a16:creationId xmlns:a16="http://schemas.microsoft.com/office/drawing/2014/main" id="{F0A9A4D8-D504-1CC6-FBFC-6634B1CB760B}"/>
              </a:ext>
            </a:extLst>
          </p:cNvPr>
          <p:cNvSpPr txBox="1"/>
          <p:nvPr/>
        </p:nvSpPr>
        <p:spPr>
          <a:xfrm>
            <a:off x="195060" y="6423454"/>
            <a:ext cx="5708821"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hlinkClick r:id="rId5"/>
              </a:rPr>
              <a:t>https://en.wikipedia.org/wiki/Water_hole_(radio</a:t>
            </a:r>
            <a:r>
              <a:rPr lang="en-US" sz="1100"/>
              <a:t>)</a:t>
            </a:r>
          </a:p>
          <a:p>
            <a:r>
              <a:rPr lang="en-US" sz="1100">
                <a:ea typeface="+mn-lt"/>
                <a:cs typeface="+mn-lt"/>
                <a:hlinkClick r:id="rId6"/>
              </a:rPr>
              <a:t>https://en.wikipedia.org/wiki/Project_Cyclops</a:t>
            </a:r>
            <a:endParaRPr lang="en-US">
              <a:ea typeface="+mn-lt"/>
              <a:cs typeface="+mn-lt"/>
            </a:endParaRPr>
          </a:p>
        </p:txBody>
      </p:sp>
      <p:pic>
        <p:nvPicPr>
          <p:cNvPr id="17" name="Content Placeholder 16" descr="undefined">
            <a:extLst>
              <a:ext uri="{FF2B5EF4-FFF2-40B4-BE49-F238E27FC236}">
                <a16:creationId xmlns:a16="http://schemas.microsoft.com/office/drawing/2014/main" id="{75716BE0-05D1-A1BD-9092-91169EA5D4E8}"/>
              </a:ext>
            </a:extLst>
          </p:cNvPr>
          <p:cNvPicPr>
            <a:picLocks noGrp="1" noChangeAspect="1"/>
          </p:cNvPicPr>
          <p:nvPr>
            <p:ph idx="1"/>
          </p:nvPr>
        </p:nvPicPr>
        <p:blipFill>
          <a:blip r:embed="rId7"/>
          <a:stretch>
            <a:fillRect/>
          </a:stretch>
        </p:blipFill>
        <p:spPr>
          <a:xfrm>
            <a:off x="500687" y="2539243"/>
            <a:ext cx="4030245" cy="3637719"/>
          </a:xfrm>
        </p:spPr>
      </p:pic>
      <p:pic>
        <p:nvPicPr>
          <p:cNvPr id="20" name="Picture 19" descr="Stick model of the hydroxyl radical with molecular orbitals">
            <a:extLst>
              <a:ext uri="{FF2B5EF4-FFF2-40B4-BE49-F238E27FC236}">
                <a16:creationId xmlns:a16="http://schemas.microsoft.com/office/drawing/2014/main" id="{91C6970F-DAE9-A637-0354-F6CE215BE9FC}"/>
              </a:ext>
            </a:extLst>
          </p:cNvPr>
          <p:cNvPicPr>
            <a:picLocks noChangeAspect="1"/>
          </p:cNvPicPr>
          <p:nvPr/>
        </p:nvPicPr>
        <p:blipFill>
          <a:blip r:embed="rId8"/>
          <a:stretch>
            <a:fillRect/>
          </a:stretch>
        </p:blipFill>
        <p:spPr>
          <a:xfrm>
            <a:off x="4764768" y="2651276"/>
            <a:ext cx="2287513" cy="1543353"/>
          </a:xfrm>
          <a:prstGeom prst="rect">
            <a:avLst/>
          </a:prstGeom>
        </p:spPr>
      </p:pic>
      <p:sp>
        <p:nvSpPr>
          <p:cNvPr id="22" name="TextBox 21">
            <a:extLst>
              <a:ext uri="{FF2B5EF4-FFF2-40B4-BE49-F238E27FC236}">
                <a16:creationId xmlns:a16="http://schemas.microsoft.com/office/drawing/2014/main" id="{EBFC77DE-7490-400D-FDA9-D4C8BE7F6602}"/>
              </a:ext>
            </a:extLst>
          </p:cNvPr>
          <p:cNvSpPr txBox="1"/>
          <p:nvPr/>
        </p:nvSpPr>
        <p:spPr>
          <a:xfrm>
            <a:off x="4724400" y="2317448"/>
            <a:ext cx="2743200" cy="6001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hlinkClick r:id="rId9"/>
              </a:rPr>
              <a:t>https://en.wikipedia.org/wiki/Hydroxyl_radical</a:t>
            </a:r>
            <a:endParaRPr lang="en-US" sz="1100"/>
          </a:p>
          <a:p>
            <a:endParaRPr lang="en-US" sz="1100"/>
          </a:p>
        </p:txBody>
      </p:sp>
      <p:sp>
        <p:nvSpPr>
          <p:cNvPr id="23" name="TextBox 22">
            <a:extLst>
              <a:ext uri="{FF2B5EF4-FFF2-40B4-BE49-F238E27FC236}">
                <a16:creationId xmlns:a16="http://schemas.microsoft.com/office/drawing/2014/main" id="{A141DC01-5987-0E87-892C-41D4BA319CE8}"/>
              </a:ext>
            </a:extLst>
          </p:cNvPr>
          <p:cNvSpPr txBox="1"/>
          <p:nvPr/>
        </p:nvSpPr>
        <p:spPr>
          <a:xfrm>
            <a:off x="745067" y="2293257"/>
            <a:ext cx="2743200"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hlinkClick r:id="rId10"/>
              </a:rPr>
              <a:t>https://en.wikipedia.org/wiki/Hydrogen_line</a:t>
            </a:r>
            <a:endParaRPr lang="en-US" sz="1100"/>
          </a:p>
        </p:txBody>
      </p:sp>
      <mc:AlternateContent xmlns:mc="http://schemas.openxmlformats.org/markup-compatibility/2006" xmlns:p14="http://schemas.microsoft.com/office/powerpoint/2010/main">
        <mc:Choice Requires="p14">
          <p:contentPart p14:bwMode="auto" r:id="rId11">
            <p14:nvContentPartPr>
              <p14:cNvPr id="2" name="Ink 1">
                <a:extLst>
                  <a:ext uri="{FF2B5EF4-FFF2-40B4-BE49-F238E27FC236}">
                    <a16:creationId xmlns:a16="http://schemas.microsoft.com/office/drawing/2014/main" id="{B5C43767-3884-73E9-F859-D55B1AFEE959}"/>
                  </a:ext>
                </a:extLst>
              </p14:cNvPr>
              <p14:cNvContentPartPr/>
              <p14:nvPr/>
            </p14:nvContentPartPr>
            <p14:xfrm>
              <a:off x="11708781" y="243395"/>
              <a:ext cx="360" cy="360"/>
            </p14:xfrm>
          </p:contentPart>
        </mc:Choice>
        <mc:Fallback xmlns="">
          <p:pic>
            <p:nvPicPr>
              <p:cNvPr id="2" name="Ink 1">
                <a:extLst>
                  <a:ext uri="{FF2B5EF4-FFF2-40B4-BE49-F238E27FC236}">
                    <a16:creationId xmlns:a16="http://schemas.microsoft.com/office/drawing/2014/main" id="{B5C43767-3884-73E9-F859-D55B1AFEE959}"/>
                  </a:ext>
                </a:extLst>
              </p:cNvPr>
              <p:cNvPicPr/>
              <p:nvPr/>
            </p:nvPicPr>
            <p:blipFill>
              <a:blip r:embed="rId12"/>
              <a:stretch>
                <a:fillRect/>
              </a:stretch>
            </p:blipFill>
            <p:spPr>
              <a:xfrm>
                <a:off x="11702661" y="23727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6" name="Ink 5">
                <a:extLst>
                  <a:ext uri="{FF2B5EF4-FFF2-40B4-BE49-F238E27FC236}">
                    <a16:creationId xmlns:a16="http://schemas.microsoft.com/office/drawing/2014/main" id="{CED0399C-761B-13E7-8790-7598A63B173C}"/>
                  </a:ext>
                </a:extLst>
              </p14:cNvPr>
              <p14:cNvContentPartPr/>
              <p14:nvPr/>
            </p14:nvContentPartPr>
            <p14:xfrm>
              <a:off x="5671007" y="4077596"/>
              <a:ext cx="295920" cy="318960"/>
            </p14:xfrm>
          </p:contentPart>
        </mc:Choice>
        <mc:Fallback xmlns="">
          <p:pic>
            <p:nvPicPr>
              <p:cNvPr id="6" name="Ink 5">
                <a:extLst>
                  <a:ext uri="{FF2B5EF4-FFF2-40B4-BE49-F238E27FC236}">
                    <a16:creationId xmlns:a16="http://schemas.microsoft.com/office/drawing/2014/main" id="{CED0399C-761B-13E7-8790-7598A63B173C}"/>
                  </a:ext>
                </a:extLst>
              </p:cNvPr>
              <p:cNvPicPr/>
              <p:nvPr/>
            </p:nvPicPr>
            <p:blipFill>
              <a:blip r:embed="rId14"/>
              <a:stretch>
                <a:fillRect/>
              </a:stretch>
            </p:blipFill>
            <p:spPr>
              <a:xfrm>
                <a:off x="5655527" y="4062116"/>
                <a:ext cx="326520" cy="3495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0" name="Ink 9">
                <a:extLst>
                  <a:ext uri="{FF2B5EF4-FFF2-40B4-BE49-F238E27FC236}">
                    <a16:creationId xmlns:a16="http://schemas.microsoft.com/office/drawing/2014/main" id="{0E9738D4-80F0-A3BC-E928-1A20745C3BE7}"/>
                  </a:ext>
                </a:extLst>
              </p14:cNvPr>
              <p14:cNvContentPartPr/>
              <p14:nvPr/>
            </p14:nvContentPartPr>
            <p14:xfrm>
              <a:off x="5807087" y="4398716"/>
              <a:ext cx="1023120" cy="1485000"/>
            </p14:xfrm>
          </p:contentPart>
        </mc:Choice>
        <mc:Fallback xmlns="">
          <p:pic>
            <p:nvPicPr>
              <p:cNvPr id="10" name="Ink 9">
                <a:extLst>
                  <a:ext uri="{FF2B5EF4-FFF2-40B4-BE49-F238E27FC236}">
                    <a16:creationId xmlns:a16="http://schemas.microsoft.com/office/drawing/2014/main" id="{0E9738D4-80F0-A3BC-E928-1A20745C3BE7}"/>
                  </a:ext>
                </a:extLst>
              </p:cNvPr>
              <p:cNvPicPr/>
              <p:nvPr/>
            </p:nvPicPr>
            <p:blipFill>
              <a:blip r:embed="rId16"/>
              <a:stretch>
                <a:fillRect/>
              </a:stretch>
            </p:blipFill>
            <p:spPr>
              <a:xfrm>
                <a:off x="5791607" y="4383240"/>
                <a:ext cx="1053720" cy="1515593"/>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1" name="Ink 10">
                <a:extLst>
                  <a:ext uri="{FF2B5EF4-FFF2-40B4-BE49-F238E27FC236}">
                    <a16:creationId xmlns:a16="http://schemas.microsoft.com/office/drawing/2014/main" id="{2983F7C1-25CD-EE89-937D-6327C6DBD386}"/>
                  </a:ext>
                </a:extLst>
              </p14:cNvPr>
              <p14:cNvContentPartPr/>
              <p14:nvPr/>
            </p14:nvContentPartPr>
            <p14:xfrm>
              <a:off x="5678733" y="4867929"/>
              <a:ext cx="76320" cy="194760"/>
            </p14:xfrm>
          </p:contentPart>
        </mc:Choice>
        <mc:Fallback xmlns="">
          <p:pic>
            <p:nvPicPr>
              <p:cNvPr id="11" name="Ink 10">
                <a:extLst>
                  <a:ext uri="{FF2B5EF4-FFF2-40B4-BE49-F238E27FC236}">
                    <a16:creationId xmlns:a16="http://schemas.microsoft.com/office/drawing/2014/main" id="{2983F7C1-25CD-EE89-937D-6327C6DBD386}"/>
                  </a:ext>
                </a:extLst>
              </p:cNvPr>
              <p:cNvPicPr/>
              <p:nvPr/>
            </p:nvPicPr>
            <p:blipFill>
              <a:blip r:embed="rId18"/>
              <a:stretch>
                <a:fillRect/>
              </a:stretch>
            </p:blipFill>
            <p:spPr>
              <a:xfrm>
                <a:off x="5663253" y="4852449"/>
                <a:ext cx="106920" cy="2253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3" name="Ink 12">
                <a:extLst>
                  <a:ext uri="{FF2B5EF4-FFF2-40B4-BE49-F238E27FC236}">
                    <a16:creationId xmlns:a16="http://schemas.microsoft.com/office/drawing/2014/main" id="{7940ED30-DC56-9C23-D758-AC6D4AF625FE}"/>
                  </a:ext>
                </a:extLst>
              </p14:cNvPr>
              <p14:cNvContentPartPr/>
              <p14:nvPr/>
            </p14:nvContentPartPr>
            <p14:xfrm>
              <a:off x="5570013" y="4966569"/>
              <a:ext cx="158040" cy="16920"/>
            </p14:xfrm>
          </p:contentPart>
        </mc:Choice>
        <mc:Fallback xmlns="">
          <p:pic>
            <p:nvPicPr>
              <p:cNvPr id="13" name="Ink 12">
                <a:extLst>
                  <a:ext uri="{FF2B5EF4-FFF2-40B4-BE49-F238E27FC236}">
                    <a16:creationId xmlns:a16="http://schemas.microsoft.com/office/drawing/2014/main" id="{7940ED30-DC56-9C23-D758-AC6D4AF625FE}"/>
                  </a:ext>
                </a:extLst>
              </p:cNvPr>
              <p:cNvPicPr/>
              <p:nvPr/>
            </p:nvPicPr>
            <p:blipFill>
              <a:blip r:embed="rId20"/>
              <a:stretch>
                <a:fillRect/>
              </a:stretch>
            </p:blipFill>
            <p:spPr>
              <a:xfrm>
                <a:off x="5554533" y="4951089"/>
                <a:ext cx="18864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4" name="Ink 13">
                <a:extLst>
                  <a:ext uri="{FF2B5EF4-FFF2-40B4-BE49-F238E27FC236}">
                    <a16:creationId xmlns:a16="http://schemas.microsoft.com/office/drawing/2014/main" id="{F280DCC1-1DA7-6EBE-3472-6C748B4CE9D6}"/>
                  </a:ext>
                </a:extLst>
              </p14:cNvPr>
              <p14:cNvContentPartPr/>
              <p14:nvPr/>
            </p14:nvContentPartPr>
            <p14:xfrm>
              <a:off x="5731293" y="5131449"/>
              <a:ext cx="48240" cy="66240"/>
            </p14:xfrm>
          </p:contentPart>
        </mc:Choice>
        <mc:Fallback xmlns="">
          <p:pic>
            <p:nvPicPr>
              <p:cNvPr id="14" name="Ink 13">
                <a:extLst>
                  <a:ext uri="{FF2B5EF4-FFF2-40B4-BE49-F238E27FC236}">
                    <a16:creationId xmlns:a16="http://schemas.microsoft.com/office/drawing/2014/main" id="{F280DCC1-1DA7-6EBE-3472-6C748B4CE9D6}"/>
                  </a:ext>
                </a:extLst>
              </p:cNvPr>
              <p:cNvPicPr/>
              <p:nvPr/>
            </p:nvPicPr>
            <p:blipFill>
              <a:blip r:embed="rId22"/>
              <a:stretch>
                <a:fillRect/>
              </a:stretch>
            </p:blipFill>
            <p:spPr>
              <a:xfrm>
                <a:off x="5715813" y="5115969"/>
                <a:ext cx="7884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8" name="Ink 17">
                <a:extLst>
                  <a:ext uri="{FF2B5EF4-FFF2-40B4-BE49-F238E27FC236}">
                    <a16:creationId xmlns:a16="http://schemas.microsoft.com/office/drawing/2014/main" id="{2AB4E0EB-02E4-17F8-6AB5-0EE35D2DA616}"/>
                  </a:ext>
                </a:extLst>
              </p14:cNvPr>
              <p14:cNvContentPartPr/>
              <p14:nvPr/>
            </p14:nvContentPartPr>
            <p14:xfrm>
              <a:off x="5767653" y="5105169"/>
              <a:ext cx="39960" cy="68040"/>
            </p14:xfrm>
          </p:contentPart>
        </mc:Choice>
        <mc:Fallback xmlns="">
          <p:pic>
            <p:nvPicPr>
              <p:cNvPr id="18" name="Ink 17">
                <a:extLst>
                  <a:ext uri="{FF2B5EF4-FFF2-40B4-BE49-F238E27FC236}">
                    <a16:creationId xmlns:a16="http://schemas.microsoft.com/office/drawing/2014/main" id="{2AB4E0EB-02E4-17F8-6AB5-0EE35D2DA616}"/>
                  </a:ext>
                </a:extLst>
              </p:cNvPr>
              <p:cNvPicPr/>
              <p:nvPr/>
            </p:nvPicPr>
            <p:blipFill>
              <a:blip r:embed="rId24"/>
              <a:stretch>
                <a:fillRect/>
              </a:stretch>
            </p:blipFill>
            <p:spPr>
              <a:xfrm>
                <a:off x="5752173" y="5089770"/>
                <a:ext cx="70560" cy="98479"/>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1" name="Ink 20">
                <a:extLst>
                  <a:ext uri="{FF2B5EF4-FFF2-40B4-BE49-F238E27FC236}">
                    <a16:creationId xmlns:a16="http://schemas.microsoft.com/office/drawing/2014/main" id="{19E831AE-B3DA-952B-C6E9-263DBD4FCA1B}"/>
                  </a:ext>
                </a:extLst>
              </p14:cNvPr>
              <p14:cNvContentPartPr/>
              <p14:nvPr/>
            </p14:nvContentPartPr>
            <p14:xfrm>
              <a:off x="5849013" y="5266449"/>
              <a:ext cx="100440" cy="82800"/>
            </p14:xfrm>
          </p:contentPart>
        </mc:Choice>
        <mc:Fallback xmlns="">
          <p:pic>
            <p:nvPicPr>
              <p:cNvPr id="21" name="Ink 20">
                <a:extLst>
                  <a:ext uri="{FF2B5EF4-FFF2-40B4-BE49-F238E27FC236}">
                    <a16:creationId xmlns:a16="http://schemas.microsoft.com/office/drawing/2014/main" id="{19E831AE-B3DA-952B-C6E9-263DBD4FCA1B}"/>
                  </a:ext>
                </a:extLst>
              </p:cNvPr>
              <p:cNvPicPr/>
              <p:nvPr/>
            </p:nvPicPr>
            <p:blipFill>
              <a:blip r:embed="rId26"/>
              <a:stretch>
                <a:fillRect/>
              </a:stretch>
            </p:blipFill>
            <p:spPr>
              <a:xfrm>
                <a:off x="5833533" y="5250969"/>
                <a:ext cx="13104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9" name="Ink 28">
                <a:extLst>
                  <a:ext uri="{FF2B5EF4-FFF2-40B4-BE49-F238E27FC236}">
                    <a16:creationId xmlns:a16="http://schemas.microsoft.com/office/drawing/2014/main" id="{5281A8D7-E076-C568-32A6-1AFD4CCAD651}"/>
                  </a:ext>
                </a:extLst>
              </p14:cNvPr>
              <p14:cNvContentPartPr/>
              <p14:nvPr/>
            </p14:nvContentPartPr>
            <p14:xfrm>
              <a:off x="5902653" y="5371929"/>
              <a:ext cx="326880" cy="445320"/>
            </p14:xfrm>
          </p:contentPart>
        </mc:Choice>
        <mc:Fallback xmlns="">
          <p:pic>
            <p:nvPicPr>
              <p:cNvPr id="29" name="Ink 28">
                <a:extLst>
                  <a:ext uri="{FF2B5EF4-FFF2-40B4-BE49-F238E27FC236}">
                    <a16:creationId xmlns:a16="http://schemas.microsoft.com/office/drawing/2014/main" id="{5281A8D7-E076-C568-32A6-1AFD4CCAD651}"/>
                  </a:ext>
                </a:extLst>
              </p:cNvPr>
              <p:cNvPicPr/>
              <p:nvPr/>
            </p:nvPicPr>
            <p:blipFill>
              <a:blip r:embed="rId28"/>
              <a:stretch>
                <a:fillRect/>
              </a:stretch>
            </p:blipFill>
            <p:spPr>
              <a:xfrm>
                <a:off x="5887156" y="5356449"/>
                <a:ext cx="357514" cy="4759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43" name="Ink 42">
                <a:extLst>
                  <a:ext uri="{FF2B5EF4-FFF2-40B4-BE49-F238E27FC236}">
                    <a16:creationId xmlns:a16="http://schemas.microsoft.com/office/drawing/2014/main" id="{7EFFDF86-7711-E3EB-66E9-85B763E8DBAA}"/>
                  </a:ext>
                </a:extLst>
              </p14:cNvPr>
              <p14:cNvContentPartPr/>
              <p14:nvPr/>
            </p14:nvContentPartPr>
            <p14:xfrm>
              <a:off x="5487573" y="5276529"/>
              <a:ext cx="689040" cy="1071360"/>
            </p14:xfrm>
          </p:contentPart>
        </mc:Choice>
        <mc:Fallback xmlns="">
          <p:pic>
            <p:nvPicPr>
              <p:cNvPr id="43" name="Ink 42">
                <a:extLst>
                  <a:ext uri="{FF2B5EF4-FFF2-40B4-BE49-F238E27FC236}">
                    <a16:creationId xmlns:a16="http://schemas.microsoft.com/office/drawing/2014/main" id="{7EFFDF86-7711-E3EB-66E9-85B763E8DBAA}"/>
                  </a:ext>
                </a:extLst>
              </p:cNvPr>
              <p:cNvPicPr/>
              <p:nvPr/>
            </p:nvPicPr>
            <p:blipFill>
              <a:blip r:embed="rId30"/>
              <a:stretch>
                <a:fillRect/>
              </a:stretch>
            </p:blipFill>
            <p:spPr>
              <a:xfrm>
                <a:off x="5472101" y="5261054"/>
                <a:ext cx="719624" cy="110195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46" name="Ink 45">
                <a:extLst>
                  <a:ext uri="{FF2B5EF4-FFF2-40B4-BE49-F238E27FC236}">
                    <a16:creationId xmlns:a16="http://schemas.microsoft.com/office/drawing/2014/main" id="{77E999C5-3CDE-C539-83C6-B0E83C432FF8}"/>
                  </a:ext>
                </a:extLst>
              </p14:cNvPr>
              <p14:cNvContentPartPr/>
              <p14:nvPr/>
            </p14:nvContentPartPr>
            <p14:xfrm>
              <a:off x="5309373" y="5078889"/>
              <a:ext cx="240840" cy="112320"/>
            </p14:xfrm>
          </p:contentPart>
        </mc:Choice>
        <mc:Fallback xmlns="">
          <p:pic>
            <p:nvPicPr>
              <p:cNvPr id="46" name="Ink 45">
                <a:extLst>
                  <a:ext uri="{FF2B5EF4-FFF2-40B4-BE49-F238E27FC236}">
                    <a16:creationId xmlns:a16="http://schemas.microsoft.com/office/drawing/2014/main" id="{77E999C5-3CDE-C539-83C6-B0E83C432FF8}"/>
                  </a:ext>
                </a:extLst>
              </p:cNvPr>
              <p:cNvPicPr/>
              <p:nvPr/>
            </p:nvPicPr>
            <p:blipFill>
              <a:blip r:embed="rId32"/>
              <a:stretch>
                <a:fillRect/>
              </a:stretch>
            </p:blipFill>
            <p:spPr>
              <a:xfrm>
                <a:off x="5293893" y="5063409"/>
                <a:ext cx="271440" cy="142920"/>
              </a:xfrm>
              <a:prstGeom prst="rect">
                <a:avLst/>
              </a:prstGeom>
            </p:spPr>
          </p:pic>
        </mc:Fallback>
      </mc:AlternateContent>
    </p:spTree>
    <p:extLst>
      <p:ext uri="{BB962C8B-B14F-4D97-AF65-F5344CB8AC3E}">
        <p14:creationId xmlns:p14="http://schemas.microsoft.com/office/powerpoint/2010/main" val="6568972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B99E642-E7D3-B231-4F8F-1F91BBE90028}"/>
              </a:ext>
            </a:extLst>
          </p:cNvPr>
          <p:cNvSpPr/>
          <p:nvPr/>
        </p:nvSpPr>
        <p:spPr>
          <a:xfrm>
            <a:off x="0" y="-3175"/>
            <a:ext cx="12192000" cy="1524039"/>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T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7CB8CC4F-10BA-9230-438F-6B150E9D0211}"/>
                  </a:ext>
                </a:extLst>
              </p14:cNvPr>
              <p14:cNvContentPartPr/>
              <p14:nvPr/>
            </p14:nvContentPartPr>
            <p14:xfrm>
              <a:off x="506301" y="525275"/>
              <a:ext cx="11183760" cy="360"/>
            </p14:xfrm>
          </p:contentPart>
        </mc:Choice>
        <mc:Fallback xmlns="">
          <p:pic>
            <p:nvPicPr>
              <p:cNvPr id="7" name="Ink 6">
                <a:extLst>
                  <a:ext uri="{FF2B5EF4-FFF2-40B4-BE49-F238E27FC236}">
                    <a16:creationId xmlns:a16="http://schemas.microsoft.com/office/drawing/2014/main" id="{7CB8CC4F-10BA-9230-438F-6B150E9D0211}"/>
                  </a:ext>
                </a:extLst>
              </p:cNvPr>
              <p:cNvPicPr/>
              <p:nvPr/>
            </p:nvPicPr>
            <p:blipFill>
              <a:blip r:embed="rId4"/>
              <a:stretch>
                <a:fillRect/>
              </a:stretch>
            </p:blipFill>
            <p:spPr>
              <a:xfrm>
                <a:off x="470302" y="489275"/>
                <a:ext cx="11255398" cy="72000"/>
              </a:xfrm>
              <a:prstGeom prst="rect">
                <a:avLst/>
              </a:prstGeom>
            </p:spPr>
          </p:pic>
        </mc:Fallback>
      </mc:AlternateContent>
      <p:sp>
        <p:nvSpPr>
          <p:cNvPr id="9" name="TextBox 8">
            <a:extLst>
              <a:ext uri="{FF2B5EF4-FFF2-40B4-BE49-F238E27FC236}">
                <a16:creationId xmlns:a16="http://schemas.microsoft.com/office/drawing/2014/main" id="{D20471DB-9FB5-200D-8C40-ED81ABC17926}"/>
              </a:ext>
            </a:extLst>
          </p:cNvPr>
          <p:cNvSpPr txBox="1"/>
          <p:nvPr/>
        </p:nvSpPr>
        <p:spPr>
          <a:xfrm>
            <a:off x="411237" y="1209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solidFill>
                  <a:schemeClr val="accent1"/>
                </a:solidFill>
                <a:latin typeface="Times New Roman"/>
                <a:cs typeface="Times New Roman"/>
              </a:rPr>
              <a:t>RIT</a:t>
            </a:r>
          </a:p>
        </p:txBody>
      </p:sp>
      <p:sp>
        <p:nvSpPr>
          <p:cNvPr id="8" name="Title 1">
            <a:extLst>
              <a:ext uri="{FF2B5EF4-FFF2-40B4-BE49-F238E27FC236}">
                <a16:creationId xmlns:a16="http://schemas.microsoft.com/office/drawing/2014/main" id="{C4F4E60F-2C04-B357-3E9E-6F63A562775D}"/>
              </a:ext>
            </a:extLst>
          </p:cNvPr>
          <p:cNvSpPr>
            <a:spLocks noGrp="1"/>
          </p:cNvSpPr>
          <p:nvPr/>
        </p:nvSpPr>
        <p:spPr>
          <a:xfrm>
            <a:off x="505581" y="53748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a:latin typeface="Times New Roman"/>
                <a:cs typeface="Times New Roman"/>
              </a:rPr>
              <a:t>Waterhole</a:t>
            </a:r>
            <a:endParaRPr lang="en-US"/>
          </a:p>
        </p:txBody>
      </p:sp>
      <p:sp>
        <p:nvSpPr>
          <p:cNvPr id="12" name="TextBox 11">
            <a:extLst>
              <a:ext uri="{FF2B5EF4-FFF2-40B4-BE49-F238E27FC236}">
                <a16:creationId xmlns:a16="http://schemas.microsoft.com/office/drawing/2014/main" id="{D5E7DDE5-FAC7-7A3D-7F6B-B8DE183427C9}"/>
              </a:ext>
            </a:extLst>
          </p:cNvPr>
          <p:cNvSpPr txBox="1"/>
          <p:nvPr/>
        </p:nvSpPr>
        <p:spPr>
          <a:xfrm>
            <a:off x="6987513" y="2479776"/>
            <a:ext cx="2308832" cy="461665"/>
          </a:xfrm>
          <a:prstGeom prst="rect">
            <a:avLst/>
          </a:prstGeom>
          <a:solidFill>
            <a:schemeClr val="accent4">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1420-1662 MHz</a:t>
            </a:r>
          </a:p>
        </p:txBody>
      </p:sp>
      <p:sp>
        <p:nvSpPr>
          <p:cNvPr id="14" name="TextBox 13">
            <a:extLst>
              <a:ext uri="{FF2B5EF4-FFF2-40B4-BE49-F238E27FC236}">
                <a16:creationId xmlns:a16="http://schemas.microsoft.com/office/drawing/2014/main" id="{083F727A-00DD-B54D-CAEA-D0B626A371F0}"/>
              </a:ext>
            </a:extLst>
          </p:cNvPr>
          <p:cNvSpPr txBox="1"/>
          <p:nvPr/>
        </p:nvSpPr>
        <p:spPr>
          <a:xfrm>
            <a:off x="6990454" y="3079308"/>
            <a:ext cx="4031096" cy="2677656"/>
          </a:xfrm>
          <a:prstGeom prst="rect">
            <a:avLst/>
          </a:prstGeom>
          <a:solidFill>
            <a:srgbClr val="F5DCF2">
              <a:alpha val="69000"/>
            </a:srgb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ea typeface="+mn-lt"/>
                <a:cs typeface="+mn-lt"/>
              </a:rPr>
              <a:t>Oliver:</a:t>
            </a:r>
            <a:endParaRPr lang="en-US">
              <a:ea typeface="+mn-lt"/>
              <a:cs typeface="+mn-lt"/>
            </a:endParaRPr>
          </a:p>
          <a:p>
            <a:r>
              <a:rPr lang="en-US" sz="2400">
                <a:ea typeface="+mn-lt"/>
                <a:cs typeface="+mn-lt"/>
              </a:rPr>
              <a:t>“What more </a:t>
            </a:r>
            <a:r>
              <a:rPr lang="en-US" sz="2400" b="1">
                <a:ea typeface="+mn-lt"/>
                <a:cs typeface="+mn-lt"/>
              </a:rPr>
              <a:t>poetic </a:t>
            </a:r>
            <a:r>
              <a:rPr lang="en-US" sz="2400">
                <a:ea typeface="+mn-lt"/>
                <a:cs typeface="+mn-lt"/>
              </a:rPr>
              <a:t>place could there be for </a:t>
            </a:r>
            <a:r>
              <a:rPr lang="en-US" sz="2400" b="1">
                <a:ea typeface="+mn-lt"/>
                <a:cs typeface="+mn-lt"/>
              </a:rPr>
              <a:t>water-based life</a:t>
            </a:r>
            <a:r>
              <a:rPr lang="en-US" sz="2400">
                <a:ea typeface="+mn-lt"/>
                <a:cs typeface="+mn-lt"/>
              </a:rPr>
              <a:t> to seek its kind than the age-old meeting place for all species: the water hole” </a:t>
            </a:r>
            <a:endParaRPr lang="en-US"/>
          </a:p>
        </p:txBody>
      </p:sp>
      <p:sp>
        <p:nvSpPr>
          <p:cNvPr id="16" name="TextBox 15">
            <a:extLst>
              <a:ext uri="{FF2B5EF4-FFF2-40B4-BE49-F238E27FC236}">
                <a16:creationId xmlns:a16="http://schemas.microsoft.com/office/drawing/2014/main" id="{B055372D-DB28-ABC6-8A89-D552E47894D6}"/>
              </a:ext>
            </a:extLst>
          </p:cNvPr>
          <p:cNvSpPr txBox="1"/>
          <p:nvPr/>
        </p:nvSpPr>
        <p:spPr>
          <a:xfrm>
            <a:off x="6991598" y="1653050"/>
            <a:ext cx="1865558" cy="830997"/>
          </a:xfrm>
          <a:prstGeom prst="rect">
            <a:avLst/>
          </a:prstGeom>
          <a:solidFill>
            <a:srgbClr val="FFC000">
              <a:alpha val="24000"/>
            </a:srgb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Waterhole</a:t>
            </a:r>
          </a:p>
          <a:p>
            <a:r>
              <a:rPr lang="en-US" sz="2400" b="1"/>
              <a:t>18cm-21cm</a:t>
            </a:r>
          </a:p>
        </p:txBody>
      </p:sp>
      <p:sp>
        <p:nvSpPr>
          <p:cNvPr id="19" name="TextBox 18">
            <a:extLst>
              <a:ext uri="{FF2B5EF4-FFF2-40B4-BE49-F238E27FC236}">
                <a16:creationId xmlns:a16="http://schemas.microsoft.com/office/drawing/2014/main" id="{F0A9A4D8-D504-1CC6-FBFC-6634B1CB760B}"/>
              </a:ext>
            </a:extLst>
          </p:cNvPr>
          <p:cNvSpPr txBox="1"/>
          <p:nvPr/>
        </p:nvSpPr>
        <p:spPr>
          <a:xfrm>
            <a:off x="195060" y="6592787"/>
            <a:ext cx="5708821"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ea typeface="+mn-lt"/>
                <a:cs typeface="+mn-lt"/>
                <a:hlinkClick r:id="rId5"/>
              </a:rPr>
              <a:t>https://www.seti.net/indepth/waterhole/waterhole.php</a:t>
            </a:r>
            <a:endParaRPr lang="en-US">
              <a:ea typeface="+mn-lt"/>
              <a:cs typeface="+mn-lt"/>
            </a:endParaRPr>
          </a:p>
        </p:txBody>
      </p:sp>
      <p:pic>
        <p:nvPicPr>
          <p:cNvPr id="4" name="Content Placeholder 3" descr="Waterhole">
            <a:extLst>
              <a:ext uri="{FF2B5EF4-FFF2-40B4-BE49-F238E27FC236}">
                <a16:creationId xmlns:a16="http://schemas.microsoft.com/office/drawing/2014/main" id="{DD1937BD-1664-BB2B-183B-4B3779653C8D}"/>
              </a:ext>
            </a:extLst>
          </p:cNvPr>
          <p:cNvPicPr>
            <a:picLocks noGrp="1" noChangeAspect="1"/>
          </p:cNvPicPr>
          <p:nvPr>
            <p:ph idx="1"/>
          </p:nvPr>
        </p:nvPicPr>
        <p:blipFill>
          <a:blip r:embed="rId6"/>
          <a:stretch>
            <a:fillRect/>
          </a:stretch>
        </p:blipFill>
        <p:spPr>
          <a:xfrm>
            <a:off x="505863" y="2041506"/>
            <a:ext cx="5714286" cy="3942857"/>
          </a:xfrm>
          <a:ln>
            <a:noFill/>
          </a:ln>
        </p:spPr>
      </p:pic>
      <p:sp>
        <p:nvSpPr>
          <p:cNvPr id="2" name="TextBox 1">
            <a:extLst>
              <a:ext uri="{FF2B5EF4-FFF2-40B4-BE49-F238E27FC236}">
                <a16:creationId xmlns:a16="http://schemas.microsoft.com/office/drawing/2014/main" id="{618285D7-8C3B-8B46-F677-F6CFEFBD179B}"/>
              </a:ext>
            </a:extLst>
          </p:cNvPr>
          <p:cNvSpPr txBox="1"/>
          <p:nvPr/>
        </p:nvSpPr>
        <p:spPr>
          <a:xfrm>
            <a:off x="7228702" y="6281351"/>
            <a:ext cx="2743199"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5827786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78FDE54-2DE5-C94B-9B6D-7E7440ECDFBF}">
  <we:reference id="wa104381909" version="3.14.4.0" store="en-US" storeType="OMEX"/>
  <we:alternateReferences>
    <we:reference id="wa104381909" version="3.14.4.0" store="wa104381909" storeType="OMEX"/>
  </we:alternateReferences>
  <we:properties>
    <we:property name="EQUATION_HISTORY" value="&quot;[{\&quot;mathml\&quot;:\&quot;&lt;math style=\\\&quot;font-family:stix;font-size:16px;\\\&quot; xmlns=\\\&quot;http://www.w3.org/1998/Math/MathML\\\&quot;&gt;&lt;semantics&gt;&lt;mstyle mathsize=\\\&quot;16px\\\&quot;/&gt;&lt;annotation encoding=\\\&quot;application/json\\\&quot;&gt;{\\\&quot;x\\\&quot;:[[21,20,21,20,20,35,46,49],[65,64,67],[66,64],[83,109],[83,110],[121,125,129,129,141,152,152,167,182,182,546,909],[210,194,194,211],[570,584,587,586,570],[220,219,220,219,219,231,243,248],[288,283,269,260,263,278,290],[312,301,298,298,305,318,326,328,326,312],[364,362,350,338,335,342,352,363,365,361,351,339,334],[390,377,376,375,378,390,401,403,403,402,390],[376,403],[421,441],[485,483,477,469,460,456,455],[457,474],[521,517,502,494,496,509,520,521,522,522,522,525],[535,534,534,535,543,556,564,562],[600,600,607,612,613,607,600,598,598,613],[626,665],[646,645],[679,680,679,680,679,693,705,708],[725,725,732,737,738,732,725,723,723,738],[774,773,765,752,745,751,771,776,776,772,763,751,745],[784,788],[787,786,791],[799,798,798,799,807,819,828,826],[842,842,849,854,855,849,842,840,840,855],[889,887,880,869,862,865,876,885,887,889,889,889,893],[27,53],[27,54],[65,69,73,73,85,96,96,111,126,126,230,334],[139,138,139,138,138,153,164,167],[182,182,188,195,197,193,182,182,197],[210,249],[230,228],[264,263,263,264,272,285,293,291],[310,309,316,322,323,312,308,308,323],[514.341997961264,512.8316343866802,511.3212708120965,511.3212708120965,512.8316343866802,514.341997961264],[327.05691471287804,327.05691471287804,328.56727828746176,330.07764186204554,331.58800543662926,336.11909616038054,340.6501868841318,348.20200475705064,355.7538226299694,364.816004077472,375.38854909955825,384.4507305470608,395.02327556914713,404.0854570166497,413.14763846415224,423.7201834862385,432.78236493374106,441.8445463812436,452.41709140332995,462.9896364254162,473.56218144750255,484.1347264695888,494.70727149167516,506.7901800883452,517.3627251104315,527.9352701325179,538.5078151546041,547.5699966021067,558.142541624193,567.2047230716955,574.7565409446144,582.3083588175331,588.3498131158682,594.3912674142032,600.4327217125382,606.4741760108732,611.0052667346245,617.0467210329596,621.5778117567108,626.1089024804621,630.6399932042134,635.1710839279647,639.702174651716],[354.24345905538564,354.24345905538564,355.7538226299694,357.2641862045532,357.2641862045532,358.7745497791369,358.7745497791369,358.7745497791369,355.7538226299694,351.22273190621814,345.1812776078831,339.1398233095481,333.09836901121304,328.56727828746176,325.54655113829426,327.05691471287804,330.07764186204554,334.6087325857968,340.6501868841318,346.69164118246687,352.7330954808019,358.7745497791369,363.3056405028882,366.3263676520557,367.8367312266395,369.34709480122325,370.85745837580697,370.85745837580697,370.85745837580697,372.36782195039075,372.36782195039075,370.85745837580697,369.34709480122325,366.3263676520557,364.816004077472,363.3056405028882,366.3263676520557,370.85745837580697,372.36782195039075,375.38854909955825,378.4092762487258],[399.5543662928984,399.5543662928984,398.04400271831463,399.5543662928984,402.5750934420659,405.5958205912334,410.1269113149847,413.14763846415224,416.16836561331974,417.6787291879035,416.16836561331974,410.1269113149847,405.5958205912334,402.5750934420659,401.06472986748213,402.5750934420659,407.1061841658172,414.65800203873596,419.18909276248723,426.740910635406],[429.76163778457357,431.2720013591573,435.80309208290856,443.3549099558274,455.43781855249745,466.0103635745837,476.58290859667005,482.6243628950051,484.1347264695888,481.1139993204213],[515.8523615358478,514.341997961264,511.3212708120965,509.8109072375127,506.7901800883452,505.27981651376143,503.7694529391777,505.27981651376143,509.8109072375127,517.3627251104315,524.9145429833503,532.4663608562691,535.4870880054366,532.4663608562691,524.9145429833503,517.3627251104315,512.8316343866802,511.3212708120965,514.341997961264,520.383452259599,527.9352701325179,538.5078151546041,546.0596330275229,550.5907237512741,552.101087325858,550.5907237512741],[556.6321780496093,555.1218144750254,556.6321780496093,559.6529051987767,562.6736323479442,564.183995922528,565.6943594971118,565.6943594971118,565.6943594971118,564.183995922528,561.1632687733605,561.1632687733605,561.1632687733605,562.6736323479442,565.6943594971118,570.2254502208631,574.7565409446144,580.7979952429494,586.8394495412844,589.8601766904519,588.3498131158682],[618.5570846075433,618.5570846075433,620.067448182127,624.5985389058783,632.1503567787971,639.702174651716,648.7643560992185,657.826537546721,666.8887189942236,678.9716275908936,691.0545361875637,704.6478083588175,718.2410805300714,731.8343527013252,746.9379884471628,762.0416241930003,777.1452599388379,790.7385321100917,804.3318042813455,816.4147128780156,830.0079850492695,842.0908936459394,852.6634386680258,863.2359836901121,872.2981651376147,879.8499830105334,887.4018008834522,891.9328916072035,896.4639823309548,902.5054366292898,908.5468909276249,914.5883452259599,919.1194359497111,923.6505266734624],[614.025993883792,614.025993883792,614.025993883792,615.5363574583757,615.5363574583757,615.5363574583757,615.5363574583757,615.5363574583757,615.5363574583757,617.0467210329596,618.5570846075433,620.067448182127,623.0881753312946,624.5985389058783,627.6192660550458,632.1503567787971,633.6607203533808,635.1710839279647,638.1918110771321,641.2125382262997,642.7229018008834,644.2332653754672,645.743628950051,647.2539925246347,647.2539925246347,648.7643560992185,651.785083248386],[692.5648997621474,692.5648997621474,692.5648997621474,692.5648997621474,694.0752633367312,692.5648997621474,689.5441726129799,686.5234454638124,681.9923547400612,677.4612640163099,674.4405368671423,672.9301732925586,674.4405368671423,678.9716275908936,683.5027183146449,689.5441726129799,694.0752633367312,698.6063540604824,701.62708120965,703.1374447842337,703.1374447842337,703.1374447842337,703.1374447842337,703.1374447842337,703.1374447842337,704.6478083588175,706.1581719334013,707.668535507985,707.668535507985,707.668535507985,707.668535507985,704.6478083588175,703.1374447842337,701.62708120965,701.62708120965,701.62708120965,704.6478083588175,709.1788990825688,715.2203533809038,719.7514441046551,721.2618076792388],[757.510533469249,757.510533469249,757.510533469249,756.0001698946653,752.9794427454977,749.9587155963302,746.9379884471628,746.9379884471628,751.469079170914,757.510533469249,763.551987767584,768.0830784913353,769.5934420659191,771.1038056405029],[777.1452599388379,775.6348963642541,774.1245327896704,774.1245327896704,775.6348963642541,777.1452599388379,780.1659870880054,784.6970778117567,787.7178049609242,790.7385321100917,790.7385321100917,789.228168535508,786.2074413863404,783.186714237173,780.1659870880054,777.1452599388379,775.6348963642541,775.6348963642541,777.1452599388379],[807.3525314305131,805.8421678559292,804.3318042813455,799.8007135575942,796.7799864084268,795.269622833843,795.269622833843,796.7799864084268,801.311077132178,807.3525314305131,813.3939857288481,816.4147128780156,817.9250764525993,816.4147128780156,813.3939857288481,807.3525314305131,802.8214407067618,798.2903499830105,796.7799864084268,799.8007135575942],[836.0494393476044,834.5390757730207,834.5390757730207,833.0287121984369,833.0287121984369,831.5183486238532,830.0079850492695,830.0079850492695,834.5390757730207,839.070166496772,845.111620795107,851.153075093442,855.6841658171933,858.7048929663608,861.7256201155284,861.7256201155284,861.7256201155284,857.1945293917771,852.6634386680258,848.1323479442746,842.0908936459394,837.5598029221882,836.0494393476044,834.5390757730207,834.5390757730207,834.5390757730207,836.0494393476044,839.070166496772,842.0908936459394,846.6219843696907,851.153075093442,854.1738022426096,857.1945293917771,858.7048929663608,858.7048929663608,855.6841658171933]],\\\&quot;y\\\&quot;:[[96,160,160,105,105,98,96,103],[145,174,177],[135,137],[119,119],[138,138],[123,115,107,107,139,171,171,91,10,10,10,10],[189,171,78,55],[188,174,121,72,54],[96,161,161,107,107,101,95,103],[107,95,97,118,153,163,155],[96,100,119,146,162,162,147,126,101,95],[108,98,94,99,115,123,126,133,145,157,162,157,144],[162,157,130,78,59,54,59,96,130,157,162],[105,105],[128,128],[147,157,161,162,159,148,53],[96,96],[108,98,94,122,154,164,151,131,96,97,148,160],[97,162,161,106,97,96,107,162],[43,34,32,35,44,59,78,85,84,84],[131,131],[105,155],[96,160,160,103,103,98,96,104],[69,60,58,61,70,85,104,111,110,110],[110,102,96,96,112,125,128,137,147,157,161,157,143],[75,73],[96,155,161],[96,161,161,107,97,96,105,161],[87,78,76,79,88,103,122,129,128,128],[127,105,94,99,120,154,162,157,139,97,96,152,160],[283,282],[303,303],[295,289,282,282,309,335,335,269,202,202,202,202],[262,326,326,271,271,264,262,269],[235,228,224,226,232,245,277,277,277],[296,296],[273,321],[263,328,327,272,263,262,273,328],[235,227,224,226,235,263,276,276,276],[126.43391097519539,123.41318382602786,120.39245667686035,121.90282025144411,124.92354740061162,126.43391097519539],[209.50390757730207,207.99354400271832,206.48318042813455,206.48318042813455,206.48318042813455,206.48318042813455,206.48318042813455,206.48318042813455,206.48318042813455,206.48318042813455,207.99354400271832,207.99354400271832,209.50390757730207,209.50390757730207,209.50390757730207,207.99354400271832,207.99354400271832,207.99354400271832,207.99354400271832,207.99354400271832,207.99354400271832,207.99354400271832,207.99354400271832,207.99354400271832,207.99354400271832,209.50390757730207,209.50390757730207,209.50390757730207,209.50390757730207,209.50390757730207,209.50390757730207,209.50390757730207,209.50390757730207,209.50390757730207,209.50390757730207,209.50390757730207,209.50390757730207,209.50390757730207,209.50390757730207,209.50390757730207,211.01427115188582,211.01427115188582,211.01427115188582],[304.6568127760788,303.14644920149505,300.12572205232755,298.61535847774377,295.59463132857627,291.063540604825,286.5324498810737,283.5117227319062,282.00135915732244,282.00135915732244,285.02208630649,292.57390417940877,300.12572205232755,309.1879034998301,316.7397213727489,322.78117567108393,325.8019028202514,325.8019028202514,325.8019028202514,321.27081209650015,315.22935779816515,307.6775399252463,294.0842677539925,278.98063200815494,268.4080869860686,259.34590553856606,251.79408766564728,247.262996941896,242.73190621814476,241.22154264356098,244.2422697927285,253.30445124023106,263.87699626231733,278.98063200815494,294.0842677539925,304.6568127760788,310.6982670744139,312.2086306489976,313.7189942235814,313.7189942235814,309.1879034998301],[241.22154264356098,239.71117906897723,235.18008834522595,232.15936119605843,230.64899762147468,230.64899762147468,230.64899762147468,230.64899762147468,235.18008834522595,239.71117906897723,245.75263336731226,253.30445124023106,257.83554196398234,262.3666326877336,263.87699626231733,263.87699626231733,262.3666326877336,260.85626911314984,259.34590553856606,257.83554196398234],[301.6360856269113,300.12572205232755,300.12572205232755,300.12572205232755,300.12572205232755,300.12572205232755,300.12572205232755,298.61535847774377,298.61535847774377,297.10499490316005],[272.9391777098199,271.42881413523617,271.42881413523617,269.9184505606524,268.4080869860686,265.3873598369011,263.87699626231733,262.3666326877336,262.3666326877336,262.3666326877336,265.3873598369011,268.4080869860686,274.44954128440367,283.5117227319062,294.0842677539925,303.14644920149505,306.1671763506626,307.6775399252463,307.6775399252463,306.1671763506626,303.14644920149505,298.61535847774377,297.10499490316005,295.59463132857627,295.59463132857627,297.10499490316005],[271.42881413523617,271.42881413523617,274.44954128440367,277.47026843357116,282.00135915732244,286.5324498810737,291.063540604825,294.0842677539925,295.59463132857627,295.59463132857627,292.57390417940877,289.5531770302412,283.5117227319062,277.47026843357116,271.42881413523617,265.3873598369011,262.3666326877336,262.3666326877336,262.3666326877336,265.3873598369011,268.4080869860686],[212.5246347264696,211.01427115188582,209.50390757730207,209.50390757730207,209.50390757730207,209.50390757730207,211.01427115188582,211.01427115188582,211.01427115188582,212.5246347264696,212.5246347264696,212.5246347264696,211.01427115188582,211.01427115188582,211.01427115188582,211.01427115188582,211.01427115188582,211.01427115188582,209.50390757730207,209.50390757730207,209.50390757730207,209.50390757730207,209.50390757730207,209.50390757730207,209.50390757730207,209.50390757730207,209.50390757730207,209.50390757730207,209.50390757730207,209.50390757730207,209.50390757730207,209.50390757730207,209.50390757730207,211.01427115188582],[271.42881413523617,269.9184505606524,271.42881413523617,274.44954128440367,277.47026843357116,282.00135915732244,286.5324498810737,289.5531770302412,288.0428134556575,285.02208630649,278.98063200815494,272.9391777098199,265.3873598369011,260.85626911314984,259.34590553856606,259.34590553856606,262.3666326877336,265.3873598369011,268.4080869860686,269.9184505606524,272.9391777098199,275.95990485898744,278.98063200815494,283.5117227319062,286.5324498810737,288.0428134556575,286.5324498810737],[275.95990485898744,272.9391777098199,271.42881413523617,269.9184505606524,268.4080869860686,266.8977234114849,266.8977234114849,268.4080869860686,271.42881413523617,277.47026843357116,282.00135915732244,286.5324498810737,288.0428134556575,289.5531770302412,288.0428134556575,286.5324498810737,283.5117227319062,278.98063200815494,272.9391777098199,265.3873598369011,257.83554196398234,251.79408766564728,245.75263336731226,242.73190621814476,238.20081549439348,236.6904519198097,235.18008834522595,235.18008834522595,236.6904519198097,238.20081549439348,242.73190621814476,248.77336051647978,256.32517838939856,263.87699626231733,271.42881413523617,277.47026843357116,278.98063200815494,280.4909955827387,280.4909955827387,278.98063200815494,275.95990485898744],[250.28372409106353,248.77336051647978,247.262996941896,247.262996941896,250.28372409106353,256.32517838939856,263.87699626231733,272.9391777098199,278.98063200815494,282.00135915732244,285.02208630649,285.02208630649,285.02208630649,280.4909955827387],[280.4909955827387,278.98063200815494,275.95990485898744,274.44954128440367,271.42881413523617,266.8977234114849,263.87699626231733,262.3666326877336,262.3666326877336,263.87699626231733,269.9184505606524,275.95990485898744,278.98063200815494,282.00135915732244,282.00135915732244,282.00135915732244,280.4909955827387,278.98063200815494,275.95990485898744],[259.34590553856606,259.34590553856606,259.34590553856606,260.85626911314984,263.87699626231733,266.8977234114849,269.9184505606524,269.9184505606524,271.42881413523617,271.42881413523617,272.9391777098199,274.44954128440367,275.95990485898744,278.98063200815494,280.4909955827387,282.00135915732244,282.00135915732244,282.00135915732244,282.00135915732244,278.98063200815494],[280.4909955827387,278.98063200815494,277.47026843357116,275.95990485898744,274.44954128440367,271.42881413523617,265.3873598369011,259.34590553856606,251.79408766564728,247.262996941896,247.262996941896,247.262996941896,250.28372409106353,254.8148148148148,260.85626911314984,265.3873598369011,271.42881413523617,274.44954128440367,277.47026843357116,278.98063200815494,278.98063200815494,278.98063200815494,275.95990485898744,271.42881413523617,268.4080869860686,265.3873598369011,265.3873598369011,263.87699626231733,263.87699626231733,262.3666326877336,262.3666326877336,262.3666326877336,263.87699626231733,263.87699626231733,265.3873598369011,265.3873598369011]],\\\&quot;t\\\&quot;:[[0,0,0,0,0,0,0,0],[0,0,0],[0,0],[0,0],[0,0],[0,0,0,0,0,0,0,0,0,0,0,0],[0,0,0,0],[0,0,0,0,0],[0,0,0,0,0,0,0,0],[0,0,0,0,0,0,0],[0,0,0,0,0,0,0,0,0,0],[0,0,0,0,0,0,0,0,0,0,0,0,0],[0,0,0,0,0,0,0,0,0,0,0],[0,0],[0,0],[0,0,0,0,0,0,0],[0,0],[0,0,0,0,0,0,0,0,0,0,0,0],[0,0,0,0,0,0,0,0],[0,0,0,0,0,0,0,0,0,0],[0,0],[0,0],[0,0,0,0,0,0,0,0],[0,0,0,0,0,0,0,0,0,0],[0,0,0,0,0,0,0,0,0,0,0,0,0],[0,0],[0,0,0],[0,0,0,0,0,0,0,0],[0,0,0,0,0,0,0,0,0,0],[0,0,0,0,0,0,0,0,0,0,0,0,0],[0,0],[0,0],[0,0,0,0,0,0,0,0,0,0,0,0],[0,0,0,0,0,0,0,0],[0,0,0,0,0,0,0,0,0],[0,0],[0,0],[0,0,0,0,0,0,0,0],[0,0,0,0,0,0,0,0,0],[1736657505724,1736657505730,1736657505738,1736657505767,1736657505784,1736657505801],[1736657509275,1736657509294,1736657509317,1736657509334,1736657509351,1736657509367,1736657509384,1736657509401,1736657509418,1736657509434,1736657509451,1736657509468,1736657509485,1736657509501,1736657509518,1736657509535,1736657509551,1736657509568,1736657509585,1736657509601,1736657509618,1736657509634,1736657509652,1736657509668,1736657509685,1736657509701,1736657509718,1736657509735,1736657509751,1736657509768,1736657509784,1736657509800,1736657509817,1736657509834,1736657509850,1736657509867,1736657509884,1736657509901,1736657509917,1736657509934,1736657509950,1736657509967,1736657510001],[1736657511542,1736657511556,1736657511564,1736657511570,1736657511584,1736657511600,1736657511617,1736657511634,1736657511651,1736657511667,1736657511684,1736657511701,1736657511718,1736657511734,1736657511751,1736657511768,1736657511784,1736657511801,1736657511818,1736657511834,1736657511851,1736657511868,1736657511884,1736657511901,1736657511918,1736657511934,1736657511951,1736657511968,1736657511984,1736657512001,1736657512035,1736657512051,1736657512068,1736657512084,1736657512101,1736657512118,1736657512134,1736657512151,1736657512168,1736657512184,1736657512218],[1736657512525,1736657512538,1736657512545,1736657512551,1736657512567,1736657512584,1736657512600,1736657512617,1736657512634,1736657512651,1736657512668,1736657512684,1736657512701,1736657512718,1736657512734,1736657512751,1736657512768,1736657512784,1736657512801,1736657512834],[1736657513092,1736657513113,1736657513117,1736657513133,1736657513150,1736657513167,1736657513184,1736657513201,1736657513217,1736657513251],[1736657521691,1736657521705,1736657521713,1736657521718,1736657521733,1736657521749,1736657521766,1736657521783,1736657521800,1736657521817,1736657521833,1736657521850,1736657521867,1736657521884,1736657521900,1736657521917,1736657521933,1736657521950,1736657521967,1736657521984,1736657522000,1736657522017,1736657522033,1736657522050,1736657522067,1736657522084],[1736657522375,1736657522399,1736657522416,1736657522433,1736657522449,1736657522466,1736657522483,1736657522500,1736657522517,1736657522533,1736657522550,1736657522566,1736657522583,1736657522599,1736657522616,1736657522633,1736657522650,1736657522666,1736657522683,1736657522700,1736657522733],[1736657540307,1736657540327,1736657540331,1736657540348,1736657540365,1736657540381,1736657540398,1736657540415,1736657540432,1736657540448,1736657540465,1736657540482,1736657540498,1736657540515,1736657540532,1736657540549,1736657540565,1736657540582,1736657540599,1736657540615,1736657540632,1736657540649,1736657540665,1736657540682,1736657540699,1736657540715,1736657540732,1736657540749,1736657540765,1736657540782,1736657540798,1736657540815,1736657540832,1736657540849],[1736657542590,1736657542601,1736657542648,1736657542664,1736657542681,1736657542698,1736657542715,1736657542732,1736657542782,1736657542799,1736657542815,1736657542832,1736657542848,1736657542865,1736657542882,1736657542898,1736657542915,1736657542932,1736657542948,1736657542965,1736657542982,1736657542998,1736657543015,1736657543032,1736657543048,1736657543065,1736657543082],[1736657543790,1736657543806,1736657543814,1736657543831,1736657543848,1736657543881,1736657543898,1736657543915,1736657543932,1736657543948,1736657543965,1736657543982,1736657543998,1736657544015,1736657544032,1736657544049,1736657544065,1736657544082,1736657544098,1736657544115,1736657544132,1736657544148,1736657544165,1736657544182,1736657544198,1736657544215,1736657544232,1736657544265,1736657544282,1736657544298,1736657544315,1736657544332,1736657544348,1736657544365,1736657544382,1736657544398,1736657544415,1736657544432,1736657544448,1736657544466,1736657544482],[1736657550206,1736657550219,1736657550228,1736657550264,1736657550280,1736657550297,1736657550314,1736657550331,1736657550348,1736657550364,1736657550381,1736657550398,1736657550414,1736657550431],[1736657550673,1736657550693,1736657550714,1736657550730,1736657550747,1736657550764,1736657550781,1736657550797,1736657550814,1736657550831,1736657550848,1736657550865,1736657550881,1736657550898,1736657550914,1736657550931,1736657550948,1736657550964,1736657550981],[1736657551173,1736657551182,1736657551192,1736657551197,1736657551214,1736657551230,1736657551247,1736657551264,1736657551281,1736657551297,1736657551314,1736657551331,1736657551348,1736657551364,1736657551381,1736657551398,1736657551415,1736657551431,1736657551448,1736657551481],[1736657551723,1736657551737,1736657551747,1736657551764,1736657551780,1736657551797,1736657551814,1736657551831,1736657551848,1736657551865,1736657551881,1736657551898,1736657551914,1736657551931,1736657551948,1736657551965,1736657551981,1736657551998,1736657552015,1736657552031,1736657552048,1736657552065,1736657552081,1736657552098,1736657552115,1736657552131,1736657552148,1736657552165,1736657552181,1736657552198,1736657552215,1736657552230,1736657552247,1736657552264,1736657552281,1736657552297]],\\\&quot;version\\\&quot;:\\\&quot;2.0.0\\\&quot;}&lt;/annotation&gt;&lt;/semantics&gt;&lt;/math&gt;\&quot;,\&quot;base64Image\&quot;:\&quot;iVBORw0KGgoAAAANSUhEUgAAADIAAAAFCAYAAAAHQL+kAAAACXBIWXMAAA7EAAAOxAGVKw4bAAAABGJhU0UAAAAEx0lWhwAAABFJREFUeNpjYBgFo2AUjAgAAAPtAAGBmaurAAAAWHRFWHRNYXRoTUwAPG1hdGggeG1sbnM9Imh0dHA6Ly93d3cudzMub3JnLzE5OTgvTWF0aC9NYXRoTUwiPjxtc3R5bGUgbWF0aHNpemU9IjE2cHgiLz48L21hdGg+4UEJxAAAAABJRU5ErkJggg==\&quot;,\&quot;slideId\&quot;:355,\&quot;accessibleText\&quot;:\&quot;blank\&quot;,\&quot;imageHeight\&quot;:0.8}]&quot;"/>
  </we:properties>
  <we:bindings/>
  <we:snapshot xmlns:r="http://schemas.openxmlformats.org/officeDocument/2006/relationships"/>
</we:webextension>
</file>

<file path=docMetadata/LabelInfo.xml><?xml version="1.0" encoding="utf-8"?>
<clbl:labelList xmlns:clbl="http://schemas.microsoft.com/office/2020/mipLabelMetadata">
  <clbl:label id="{f9dd8f4f-3b8b-4768-aba7-bbd379e0736b}" enabled="0" method="" siteId="{f9dd8f4f-3b8b-4768-aba7-bbd379e0736b}" removed="1"/>
</clbl:labelList>
</file>

<file path=docProps/app.xml><?xml version="1.0" encoding="utf-8"?>
<Properties xmlns="http://schemas.openxmlformats.org/officeDocument/2006/extended-properties" xmlns:vt="http://schemas.openxmlformats.org/officeDocument/2006/docPropsVTypes">
  <Template>office theme</Template>
  <TotalTime>68</TotalTime>
  <Words>2240</Words>
  <Application>Microsoft Office PowerPoint</Application>
  <PresentationFormat>Widescreen</PresentationFormat>
  <Paragraphs>535</Paragraphs>
  <Slides>31</Slides>
  <Notes>30</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Aptos</vt:lpstr>
      <vt:lpstr>Aptos Display</vt:lpstr>
      <vt:lpstr>Arial</vt:lpstr>
      <vt:lpstr>Calibri</vt:lpstr>
      <vt:lpstr>Times New Roman</vt:lpstr>
      <vt:lpstr>office theme</vt:lpstr>
      <vt:lpstr>6G Midband Technology and Spectrum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6G Midband Technology and Spectrum</dc:title>
  <dc:creator>Shima Mashhadi (RIT Student)</dc:creator>
  <cp:lastModifiedBy>Shima Mashhadi (RIT Student)</cp:lastModifiedBy>
  <cp:revision>31</cp:revision>
  <dcterms:created xsi:type="dcterms:W3CDTF">2025-01-11T18:58:29Z</dcterms:created>
  <dcterms:modified xsi:type="dcterms:W3CDTF">2025-04-21T13:16:07Z</dcterms:modified>
</cp:coreProperties>
</file>